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compatMode="1" strictFirstAndLastChars="0" saveSubsetFonts="1">
  <p:sldMasterIdLst>
    <p:sldMasterId id="2147483648" r:id="rId1"/>
    <p:sldMasterId id="2147483649" r:id="rId2"/>
    <p:sldMasterId id="2147483650" r:id="rId3"/>
    <p:sldMasterId id="2147483651" r:id="rId4"/>
  </p:sldMasterIdLst>
  <p:notesMasterIdLst>
    <p:notesMasterId r:id="rId53"/>
  </p:notesMasterIdLst>
  <p:sldIdLst>
    <p:sldId id="260" r:id="rId5"/>
    <p:sldId id="501" r:id="rId6"/>
    <p:sldId id="502" r:id="rId7"/>
    <p:sldId id="262" r:id="rId8"/>
    <p:sldId id="266" r:id="rId9"/>
    <p:sldId id="275" r:id="rId10"/>
    <p:sldId id="276" r:id="rId11"/>
    <p:sldId id="277" r:id="rId12"/>
    <p:sldId id="281" r:id="rId13"/>
    <p:sldId id="343" r:id="rId14"/>
    <p:sldId id="296" r:id="rId15"/>
    <p:sldId id="342" r:id="rId16"/>
    <p:sldId id="352" r:id="rId17"/>
    <p:sldId id="355" r:id="rId18"/>
    <p:sldId id="359" r:id="rId19"/>
    <p:sldId id="371" r:id="rId20"/>
    <p:sldId id="503" r:id="rId21"/>
    <p:sldId id="505" r:id="rId22"/>
    <p:sldId id="504" r:id="rId23"/>
    <p:sldId id="380" r:id="rId24"/>
    <p:sldId id="383" r:id="rId25"/>
    <p:sldId id="389" r:id="rId26"/>
    <p:sldId id="400" r:id="rId27"/>
    <p:sldId id="404" r:id="rId28"/>
    <p:sldId id="498" r:id="rId29"/>
    <p:sldId id="444" r:id="rId30"/>
    <p:sldId id="447" r:id="rId31"/>
    <p:sldId id="483" r:id="rId32"/>
    <p:sldId id="449" r:id="rId33"/>
    <p:sldId id="462" r:id="rId34"/>
    <p:sldId id="464" r:id="rId35"/>
    <p:sldId id="469" r:id="rId36"/>
    <p:sldId id="470" r:id="rId37"/>
    <p:sldId id="484" r:id="rId38"/>
    <p:sldId id="485" r:id="rId39"/>
    <p:sldId id="486" r:id="rId40"/>
    <p:sldId id="487" r:id="rId41"/>
    <p:sldId id="489" r:id="rId42"/>
    <p:sldId id="499" r:id="rId43"/>
    <p:sldId id="490" r:id="rId44"/>
    <p:sldId id="491" r:id="rId45"/>
    <p:sldId id="497" r:id="rId46"/>
    <p:sldId id="493" r:id="rId47"/>
    <p:sldId id="477" r:id="rId48"/>
    <p:sldId id="347" r:id="rId49"/>
    <p:sldId id="500" r:id="rId50"/>
    <p:sldId id="478" r:id="rId51"/>
    <p:sldId id="259" r:id="rId52"/>
  </p:sldIdLst>
  <p:sldSz cx="10160000" cy="7620000"/>
  <p:notesSz cx="6858000" cy="9144000"/>
  <p:defaultTextStyle>
    <a:defPPr>
      <a:defRPr lang="en-US"/>
    </a:defPPr>
    <a:lvl1pPr algn="l" rtl="0" eaLnBrk="0" fontAlgn="base" hangingPunct="0">
      <a:spcBef>
        <a:spcPct val="0"/>
      </a:spcBef>
      <a:spcAft>
        <a:spcPct val="0"/>
      </a:spcAft>
      <a:defRPr sz="3200" kern="1200">
        <a:solidFill>
          <a:srgbClr val="000000"/>
        </a:solidFill>
        <a:latin typeface="Gill Sans" panose="020B0502020104020203" pitchFamily="34" charset="-79"/>
        <a:ea typeface="ヒラギノ角ゴ Pro W3" panose="020B0300000000000000" pitchFamily="34" charset="-128"/>
        <a:cs typeface="+mn-cs"/>
        <a:sym typeface="Gill Sans" panose="020B0A02020104020203" pitchFamily="34" charset="77"/>
      </a:defRPr>
    </a:lvl1pPr>
    <a:lvl2pPr marL="457200" algn="l" rtl="0" eaLnBrk="0" fontAlgn="base" hangingPunct="0">
      <a:spcBef>
        <a:spcPct val="0"/>
      </a:spcBef>
      <a:spcAft>
        <a:spcPct val="0"/>
      </a:spcAft>
      <a:defRPr sz="3200" kern="1200">
        <a:solidFill>
          <a:srgbClr val="000000"/>
        </a:solidFill>
        <a:latin typeface="Gill Sans" panose="020B0502020104020203" pitchFamily="34" charset="-79"/>
        <a:ea typeface="ヒラギノ角ゴ Pro W3" panose="020B0300000000000000" pitchFamily="34" charset="-128"/>
        <a:cs typeface="+mn-cs"/>
        <a:sym typeface="Gill Sans" panose="020B0A02020104020203" pitchFamily="34" charset="77"/>
      </a:defRPr>
    </a:lvl2pPr>
    <a:lvl3pPr marL="914400" algn="l" rtl="0" eaLnBrk="0" fontAlgn="base" hangingPunct="0">
      <a:spcBef>
        <a:spcPct val="0"/>
      </a:spcBef>
      <a:spcAft>
        <a:spcPct val="0"/>
      </a:spcAft>
      <a:defRPr sz="3200" kern="1200">
        <a:solidFill>
          <a:srgbClr val="000000"/>
        </a:solidFill>
        <a:latin typeface="Gill Sans" panose="020B0502020104020203" pitchFamily="34" charset="-79"/>
        <a:ea typeface="ヒラギノ角ゴ Pro W3" panose="020B0300000000000000" pitchFamily="34" charset="-128"/>
        <a:cs typeface="+mn-cs"/>
        <a:sym typeface="Gill Sans" panose="020B0A02020104020203" pitchFamily="34" charset="77"/>
      </a:defRPr>
    </a:lvl3pPr>
    <a:lvl4pPr marL="1371600" algn="l" rtl="0" eaLnBrk="0" fontAlgn="base" hangingPunct="0">
      <a:spcBef>
        <a:spcPct val="0"/>
      </a:spcBef>
      <a:spcAft>
        <a:spcPct val="0"/>
      </a:spcAft>
      <a:defRPr sz="3200" kern="1200">
        <a:solidFill>
          <a:srgbClr val="000000"/>
        </a:solidFill>
        <a:latin typeface="Gill Sans" panose="020B0502020104020203" pitchFamily="34" charset="-79"/>
        <a:ea typeface="ヒラギノ角ゴ Pro W3" panose="020B0300000000000000" pitchFamily="34" charset="-128"/>
        <a:cs typeface="+mn-cs"/>
        <a:sym typeface="Gill Sans" panose="020B0A02020104020203" pitchFamily="34" charset="77"/>
      </a:defRPr>
    </a:lvl4pPr>
    <a:lvl5pPr marL="1828800" algn="l" rtl="0" eaLnBrk="0" fontAlgn="base" hangingPunct="0">
      <a:spcBef>
        <a:spcPct val="0"/>
      </a:spcBef>
      <a:spcAft>
        <a:spcPct val="0"/>
      </a:spcAft>
      <a:defRPr sz="3200" kern="1200">
        <a:solidFill>
          <a:srgbClr val="000000"/>
        </a:solidFill>
        <a:latin typeface="Gill Sans" panose="020B0502020104020203" pitchFamily="34" charset="-79"/>
        <a:ea typeface="ヒラギノ角ゴ Pro W3" panose="020B0300000000000000" pitchFamily="34" charset="-128"/>
        <a:cs typeface="+mn-cs"/>
        <a:sym typeface="Gill Sans" panose="020B0A02020104020203" pitchFamily="34" charset="77"/>
      </a:defRPr>
    </a:lvl5pPr>
    <a:lvl6pPr marL="2286000" algn="l" defTabSz="914400" rtl="0" eaLnBrk="1" latinLnBrk="0" hangingPunct="1">
      <a:defRPr sz="3200" kern="1200">
        <a:solidFill>
          <a:srgbClr val="000000"/>
        </a:solidFill>
        <a:latin typeface="Gill Sans" panose="020B0502020104020203" pitchFamily="34" charset="-79"/>
        <a:ea typeface="ヒラギノ角ゴ Pro W3" panose="020B0300000000000000" pitchFamily="34" charset="-128"/>
        <a:cs typeface="+mn-cs"/>
        <a:sym typeface="Gill Sans" panose="020B0A02020104020203" pitchFamily="34" charset="77"/>
      </a:defRPr>
    </a:lvl6pPr>
    <a:lvl7pPr marL="2743200" algn="l" defTabSz="914400" rtl="0" eaLnBrk="1" latinLnBrk="0" hangingPunct="1">
      <a:defRPr sz="3200" kern="1200">
        <a:solidFill>
          <a:srgbClr val="000000"/>
        </a:solidFill>
        <a:latin typeface="Gill Sans" panose="020B0502020104020203" pitchFamily="34" charset="-79"/>
        <a:ea typeface="ヒラギノ角ゴ Pro W3" panose="020B0300000000000000" pitchFamily="34" charset="-128"/>
        <a:cs typeface="+mn-cs"/>
        <a:sym typeface="Gill Sans" panose="020B0A02020104020203" pitchFamily="34" charset="77"/>
      </a:defRPr>
    </a:lvl7pPr>
    <a:lvl8pPr marL="3200400" algn="l" defTabSz="914400" rtl="0" eaLnBrk="1" latinLnBrk="0" hangingPunct="1">
      <a:defRPr sz="3200" kern="1200">
        <a:solidFill>
          <a:srgbClr val="000000"/>
        </a:solidFill>
        <a:latin typeface="Gill Sans" panose="020B0502020104020203" pitchFamily="34" charset="-79"/>
        <a:ea typeface="ヒラギノ角ゴ Pro W3" panose="020B0300000000000000" pitchFamily="34" charset="-128"/>
        <a:cs typeface="+mn-cs"/>
        <a:sym typeface="Gill Sans" panose="020B0A02020104020203" pitchFamily="34" charset="77"/>
      </a:defRPr>
    </a:lvl8pPr>
    <a:lvl9pPr marL="3657600" algn="l" defTabSz="914400" rtl="0" eaLnBrk="1" latinLnBrk="0" hangingPunct="1">
      <a:defRPr sz="3200" kern="1200">
        <a:solidFill>
          <a:srgbClr val="000000"/>
        </a:solidFill>
        <a:latin typeface="Gill Sans" panose="020B0502020104020203" pitchFamily="34" charset="-79"/>
        <a:ea typeface="ヒラギノ角ゴ Pro W3" panose="020B0300000000000000" pitchFamily="34" charset="-128"/>
        <a:cs typeface="+mn-cs"/>
        <a:sym typeface="Gill Sans" panose="020B0A02020104020203" pitchFamily="34" charset="77"/>
      </a:defRPr>
    </a:lvl9pPr>
  </p:defaultTextStyle>
  <p:extLst>
    <p:ext uri="{EFAFB233-063F-42B5-8137-9DF3F51BA10A}">
      <p15:sldGuideLst xmlns:p15="http://schemas.microsoft.com/office/powerpoint/2012/main">
        <p15:guide id="1" orient="horz" pos="2400">
          <p15:clr>
            <a:srgbClr val="A4A3A4"/>
          </p15:clr>
        </p15:guide>
        <p15:guide id="2" pos="320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524"/>
    <p:restoredTop sz="94762"/>
  </p:normalViewPr>
  <p:slideViewPr>
    <p:cSldViewPr>
      <p:cViewPr varScale="1">
        <p:scale>
          <a:sx n="109" d="100"/>
          <a:sy n="109" d="100"/>
        </p:scale>
        <p:origin x="1792" y="184"/>
      </p:cViewPr>
      <p:guideLst>
        <p:guide orient="horz" pos="2400"/>
        <p:guide pos="320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notesMaster" Target="notesMasters/notesMaster1.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tableStyles" Target="tableStyle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5298" name="Rectangle 2">
            <a:extLst>
              <a:ext uri="{FF2B5EF4-FFF2-40B4-BE49-F238E27FC236}">
                <a16:creationId xmlns:a16="http://schemas.microsoft.com/office/drawing/2014/main" id="{5E7A1B55-15E3-702A-02FC-2CC308E90F41}"/>
              </a:ext>
            </a:extLst>
          </p:cNvPr>
          <p:cNvSpPr>
            <a:spLocks noGrp="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l" eaLnBrk="1" hangingPunct="1">
              <a:defRPr sz="1200">
                <a:latin typeface="Gill Sans" pitchFamily="80" charset="0"/>
                <a:ea typeface="ヒラギノ角ゴ Pro W3" pitchFamily="80" charset="-128"/>
                <a:cs typeface="+mn-cs"/>
                <a:sym typeface="Gill Sans" pitchFamily="80" charset="0"/>
              </a:defRPr>
            </a:lvl1pPr>
          </a:lstStyle>
          <a:p>
            <a:pPr>
              <a:defRPr/>
            </a:pPr>
            <a:endParaRPr lang="en-US"/>
          </a:p>
        </p:txBody>
      </p:sp>
      <p:sp>
        <p:nvSpPr>
          <p:cNvPr id="55299" name="Rectangle 3">
            <a:extLst>
              <a:ext uri="{FF2B5EF4-FFF2-40B4-BE49-F238E27FC236}">
                <a16:creationId xmlns:a16="http://schemas.microsoft.com/office/drawing/2014/main" id="{3DA3E1D0-ED0B-C2D2-DBAF-C4CD921111A7}"/>
              </a:ext>
            </a:extLst>
          </p:cNvPr>
          <p:cNvSpPr>
            <a:spLocks noGrp="1"/>
          </p:cNvSpPr>
          <p:nvPr>
            <p:ph type="dt" idx="1"/>
          </p:nvPr>
        </p:nvSpPr>
        <p:spPr bwMode="auto">
          <a:xfrm>
            <a:off x="3886200"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hangingPunct="1">
              <a:defRPr sz="1200">
                <a:latin typeface="Gill Sans" pitchFamily="80" charset="0"/>
                <a:ea typeface="ヒラギノ角ゴ Pro W3" pitchFamily="80" charset="-128"/>
                <a:cs typeface="+mn-cs"/>
                <a:sym typeface="Gill Sans" pitchFamily="80" charset="0"/>
              </a:defRPr>
            </a:lvl1pPr>
          </a:lstStyle>
          <a:p>
            <a:pPr>
              <a:defRPr/>
            </a:pPr>
            <a:endParaRPr lang="en-US"/>
          </a:p>
        </p:txBody>
      </p:sp>
      <p:sp>
        <p:nvSpPr>
          <p:cNvPr id="5124" name="Rectangle 4">
            <a:extLst>
              <a:ext uri="{FF2B5EF4-FFF2-40B4-BE49-F238E27FC236}">
                <a16:creationId xmlns:a16="http://schemas.microsoft.com/office/drawing/2014/main" id="{0B04D299-B632-901C-D9A8-0CAFC6FDE610}"/>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5301" name="Rectangle 5">
            <a:extLst>
              <a:ext uri="{FF2B5EF4-FFF2-40B4-BE49-F238E27FC236}">
                <a16:creationId xmlns:a16="http://schemas.microsoft.com/office/drawing/2014/main" id="{030D52D7-80B9-10E7-C7B7-0C3908242BDE}"/>
              </a:ext>
            </a:extLst>
          </p:cNvPr>
          <p:cNvSpPr>
            <a:spLocks noGrp="1"/>
          </p:cNvSpPr>
          <p:nvPr>
            <p:ph type="body" sz="quarter" idx="3"/>
          </p:nvPr>
        </p:nvSpPr>
        <p:spPr bwMode="auto">
          <a:xfrm>
            <a:off x="914400" y="4343400"/>
            <a:ext cx="5029200" cy="4114800"/>
          </a:xfrm>
          <a:prstGeom prst="rect">
            <a:avLst/>
          </a:prstGeom>
          <a:noFill/>
          <a:ln>
            <a:noFill/>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5302" name="Rectangle 6">
            <a:extLst>
              <a:ext uri="{FF2B5EF4-FFF2-40B4-BE49-F238E27FC236}">
                <a16:creationId xmlns:a16="http://schemas.microsoft.com/office/drawing/2014/main" id="{2CE35CE5-473D-DC09-54CC-E9BAC2F2FB0C}"/>
              </a:ext>
            </a:extLst>
          </p:cNvPr>
          <p:cNvSpPr>
            <a:spLocks noGrp="1"/>
          </p:cNvSpPr>
          <p:nvPr>
            <p:ph type="ftr" sz="quarter" idx="4"/>
          </p:nvPr>
        </p:nvSpPr>
        <p:spPr bwMode="auto">
          <a:xfrm>
            <a:off x="0" y="8686800"/>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l" eaLnBrk="1" hangingPunct="1">
              <a:defRPr sz="1200">
                <a:latin typeface="Gill Sans" pitchFamily="80" charset="0"/>
                <a:ea typeface="ヒラギノ角ゴ Pro W3" pitchFamily="80" charset="-128"/>
                <a:cs typeface="+mn-cs"/>
                <a:sym typeface="Gill Sans" pitchFamily="80" charset="0"/>
              </a:defRPr>
            </a:lvl1pPr>
          </a:lstStyle>
          <a:p>
            <a:pPr>
              <a:defRPr/>
            </a:pPr>
            <a:endParaRPr lang="en-US"/>
          </a:p>
        </p:txBody>
      </p:sp>
      <p:sp>
        <p:nvSpPr>
          <p:cNvPr id="55303" name="Rectangle 7">
            <a:extLst>
              <a:ext uri="{FF2B5EF4-FFF2-40B4-BE49-F238E27FC236}">
                <a16:creationId xmlns:a16="http://schemas.microsoft.com/office/drawing/2014/main" id="{44EDEACD-EE01-997C-ACEB-D9E776BE34B2}"/>
              </a:ext>
            </a:extLst>
          </p:cNvPr>
          <p:cNvSpPr>
            <a:spLocks noGrp="1"/>
          </p:cNvSpPr>
          <p:nvPr>
            <p:ph type="sldNum" sz="quarter" idx="5"/>
          </p:nvPr>
        </p:nvSpPr>
        <p:spPr bwMode="auto">
          <a:xfrm>
            <a:off x="3886200" y="8686800"/>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eaLnBrk="1" hangingPunct="1">
              <a:defRPr sz="1200">
                <a:latin typeface="Gill Sans" pitchFamily="1" charset="0"/>
                <a:ea typeface="ヒラギノ角ゴ Pro W3" pitchFamily="1" charset="-128"/>
                <a:sym typeface="Gill Sans" pitchFamily="1" charset="0"/>
              </a:defRPr>
            </a:lvl1pPr>
          </a:lstStyle>
          <a:p>
            <a:pPr>
              <a:defRPr/>
            </a:pPr>
            <a:fld id="{C101FD0F-A6F2-FF41-8AB0-B1E0DD073544}"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0"/>
      </a:spcBef>
      <a:spcAft>
        <a:spcPct val="0"/>
      </a:spcAft>
      <a:defRPr sz="1200" kern="1200">
        <a:solidFill>
          <a:schemeClr val="tx1"/>
        </a:solidFill>
        <a:latin typeface="Gill Sans" pitchFamily="80" charset="0"/>
        <a:ea typeface="MS PGothic" panose="020B0600070205080204" pitchFamily="34" charset="-128"/>
        <a:cs typeface="ＭＳ Ｐゴシック" charset="0"/>
      </a:defRPr>
    </a:lvl1pPr>
    <a:lvl2pPr marL="457200" algn="l" rtl="0" eaLnBrk="0" fontAlgn="base" hangingPunct="0">
      <a:spcBef>
        <a:spcPct val="0"/>
      </a:spcBef>
      <a:spcAft>
        <a:spcPct val="0"/>
      </a:spcAft>
      <a:defRPr sz="1200" kern="1200">
        <a:solidFill>
          <a:schemeClr val="tx1"/>
        </a:solidFill>
        <a:latin typeface="Gill Sans" pitchFamily="80" charset="0"/>
        <a:ea typeface="MS PGothic" panose="020B0600070205080204" pitchFamily="34" charset="-128"/>
        <a:cs typeface="+mn-cs"/>
      </a:defRPr>
    </a:lvl2pPr>
    <a:lvl3pPr marL="914400" algn="l" rtl="0" eaLnBrk="0" fontAlgn="base" hangingPunct="0">
      <a:spcBef>
        <a:spcPct val="0"/>
      </a:spcBef>
      <a:spcAft>
        <a:spcPct val="0"/>
      </a:spcAft>
      <a:defRPr sz="1200" kern="1200">
        <a:solidFill>
          <a:schemeClr val="tx1"/>
        </a:solidFill>
        <a:latin typeface="Gill Sans" pitchFamily="80" charset="0"/>
        <a:ea typeface="MS PGothic" panose="020B0600070205080204" pitchFamily="34" charset="-128"/>
        <a:cs typeface="+mn-cs"/>
      </a:defRPr>
    </a:lvl3pPr>
    <a:lvl4pPr marL="1371600" algn="l" rtl="0" eaLnBrk="0" fontAlgn="base" hangingPunct="0">
      <a:spcBef>
        <a:spcPct val="0"/>
      </a:spcBef>
      <a:spcAft>
        <a:spcPct val="0"/>
      </a:spcAft>
      <a:defRPr sz="1200" kern="1200">
        <a:solidFill>
          <a:schemeClr val="tx1"/>
        </a:solidFill>
        <a:latin typeface="Gill Sans" pitchFamily="80" charset="0"/>
        <a:ea typeface="MS PGothic" panose="020B0600070205080204" pitchFamily="34" charset="-128"/>
        <a:cs typeface="+mn-cs"/>
      </a:defRPr>
    </a:lvl4pPr>
    <a:lvl5pPr marL="1828800" algn="l" rtl="0" eaLnBrk="0" fontAlgn="base" hangingPunct="0">
      <a:spcBef>
        <a:spcPct val="0"/>
      </a:spcBef>
      <a:spcAft>
        <a:spcPct val="0"/>
      </a:spcAft>
      <a:defRPr sz="1200" kern="1200">
        <a:solidFill>
          <a:schemeClr val="tx1"/>
        </a:solidFill>
        <a:latin typeface="Gill Sans" pitchFamily="80" charset="0"/>
        <a:ea typeface="MS PGothic" panose="020B0600070205080204" pitchFamily="34"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a:extLst>
              <a:ext uri="{FF2B5EF4-FFF2-40B4-BE49-F238E27FC236}">
                <a16:creationId xmlns:a16="http://schemas.microsoft.com/office/drawing/2014/main" id="{5150CAFC-4C87-236A-19BE-E1535525B70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fld id="{4D92A3B7-56FD-524D-9130-C674EE4AB4FB}" type="slidenum">
              <a:rPr lang="en-US" altLang="en-US" sz="1200" smtClean="0"/>
              <a:pPr/>
              <a:t>1</a:t>
            </a:fld>
            <a:endParaRPr lang="en-US" altLang="en-US" sz="1200"/>
          </a:p>
        </p:txBody>
      </p:sp>
      <p:sp>
        <p:nvSpPr>
          <p:cNvPr id="7171" name="Rectangle 1026">
            <a:extLst>
              <a:ext uri="{FF2B5EF4-FFF2-40B4-BE49-F238E27FC236}">
                <a16:creationId xmlns:a16="http://schemas.microsoft.com/office/drawing/2014/main" id="{5AFF1666-6642-F052-5128-A542E41F7A5B}"/>
              </a:ext>
            </a:extLst>
          </p:cNvPr>
          <p:cNvSpPr>
            <a:spLocks noGrp="1" noRot="1" noChangeAspect="1" noChangeArrowheads="1" noTextEdit="1"/>
          </p:cNvSpPr>
          <p:nvPr>
            <p:ph type="sldImg"/>
          </p:nvPr>
        </p:nvSpPr>
        <p:spPr>
          <a:ln/>
        </p:spPr>
      </p:sp>
      <p:sp>
        <p:nvSpPr>
          <p:cNvPr id="53252" name="Rectangle 1027">
            <a:extLst>
              <a:ext uri="{FF2B5EF4-FFF2-40B4-BE49-F238E27FC236}">
                <a16:creationId xmlns:a16="http://schemas.microsoft.com/office/drawing/2014/main" id="{9FAC1D3E-B355-9BC7-6D5E-65BC1F47B84E}"/>
              </a:ext>
            </a:extLst>
          </p:cNvPr>
          <p:cNvSpPr>
            <a:spLocks noGrp="1"/>
          </p:cNvSpPr>
          <p:nvPr>
            <p:ph type="body" idx="1"/>
          </p:nvPr>
        </p:nvSpPr>
        <p:spPr/>
        <p:txBody>
          <a:bodyPr/>
          <a:lstStyle/>
          <a:p>
            <a:pPr eaLnBrk="1" hangingPunct="1">
              <a:defRPr/>
            </a:pPr>
            <a:endParaRPr lang="en-US">
              <a:latin typeface="Gill Sans" charset="0"/>
              <a:ea typeface="ＭＳ Ｐゴシック" charset="0"/>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Image Placeholder 1">
            <a:extLst>
              <a:ext uri="{FF2B5EF4-FFF2-40B4-BE49-F238E27FC236}">
                <a16:creationId xmlns:a16="http://schemas.microsoft.com/office/drawing/2014/main" id="{A8D3CA7A-3A6E-79CB-9D7A-E1F043934DAD}"/>
              </a:ext>
            </a:extLst>
          </p:cNvPr>
          <p:cNvSpPr>
            <a:spLocks noGrp="1" noRot="1" noChangeAspect="1" noChangeArrowheads="1" noTextEdit="1"/>
          </p:cNvSpPr>
          <p:nvPr>
            <p:ph type="sldImg"/>
          </p:nvPr>
        </p:nvSpPr>
        <p:spPr>
          <a:ln/>
        </p:spPr>
      </p:sp>
      <p:sp>
        <p:nvSpPr>
          <p:cNvPr id="9219" name="Notes Placeholder 2">
            <a:extLst>
              <a:ext uri="{FF2B5EF4-FFF2-40B4-BE49-F238E27FC236}">
                <a16:creationId xmlns:a16="http://schemas.microsoft.com/office/drawing/2014/main" id="{D7394D15-2D5B-60B2-C597-A5811960BC94}"/>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Gill Sans" panose="020B0502020104020203" pitchFamily="34" charset="-79"/>
              </a:rPr>
              <a:t>Source: http://www.csus.edu/indiv/v/velianitis/161/chaosreport.pdf </a:t>
            </a:r>
          </a:p>
          <a:p>
            <a:r>
              <a:rPr lang="en-US" altLang="en-US">
                <a:latin typeface="Gill Sans" panose="020B0502020104020203" pitchFamily="34" charset="-79"/>
              </a:rPr>
              <a:t>Cost of cancelled software projects estimated at $81 billion</a:t>
            </a:r>
          </a:p>
        </p:txBody>
      </p:sp>
      <p:sp>
        <p:nvSpPr>
          <p:cNvPr id="9220" name="Slide Number Placeholder 3">
            <a:extLst>
              <a:ext uri="{FF2B5EF4-FFF2-40B4-BE49-F238E27FC236}">
                <a16:creationId xmlns:a16="http://schemas.microsoft.com/office/drawing/2014/main" id="{82F1AA87-4A93-6B9F-CDB7-8BC7289463A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fld id="{5882136D-D751-664F-B8F1-5B326327647D}" type="slidenum">
              <a:rPr lang="en-US" altLang="en-US" sz="1200" smtClean="0"/>
              <a:pPr/>
              <a:t>2</a:t>
            </a:fld>
            <a:endParaRPr lang="en-US" altLang="en-US"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Image Placeholder 1">
            <a:extLst>
              <a:ext uri="{FF2B5EF4-FFF2-40B4-BE49-F238E27FC236}">
                <a16:creationId xmlns:a16="http://schemas.microsoft.com/office/drawing/2014/main" id="{4FA1ADF2-1716-4088-9FFA-9CB61BAFB9C6}"/>
              </a:ext>
            </a:extLst>
          </p:cNvPr>
          <p:cNvSpPr>
            <a:spLocks noGrp="1" noRot="1" noChangeAspect="1" noChangeArrowheads="1" noTextEdit="1"/>
          </p:cNvSpPr>
          <p:nvPr>
            <p:ph type="sldImg"/>
          </p:nvPr>
        </p:nvSpPr>
        <p:spPr>
          <a:ln/>
        </p:spPr>
      </p:sp>
      <p:sp>
        <p:nvSpPr>
          <p:cNvPr id="12291" name="Notes Placeholder 2">
            <a:extLst>
              <a:ext uri="{FF2B5EF4-FFF2-40B4-BE49-F238E27FC236}">
                <a16:creationId xmlns:a16="http://schemas.microsoft.com/office/drawing/2014/main" id="{234B3CE1-273C-8A6A-56A2-87E89D48EB5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Gill Sans" panose="020B0502020104020203" pitchFamily="34" charset="-79"/>
            </a:endParaRPr>
          </a:p>
        </p:txBody>
      </p:sp>
      <p:sp>
        <p:nvSpPr>
          <p:cNvPr id="12292" name="Slide Number Placeholder 3">
            <a:extLst>
              <a:ext uri="{FF2B5EF4-FFF2-40B4-BE49-F238E27FC236}">
                <a16:creationId xmlns:a16="http://schemas.microsoft.com/office/drawing/2014/main" id="{F8AC32B8-EFBB-57AE-8DD1-237402DFC935}"/>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fld id="{945BAC67-DDE1-2E43-A3E5-FF84982D03A2}" type="slidenum">
              <a:rPr lang="en-US" altLang="en-US" sz="1200" smtClean="0"/>
              <a:pPr/>
              <a:t>4</a:t>
            </a:fld>
            <a:endParaRPr lang="en-US" altLang="en-US"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a:extLst>
              <a:ext uri="{FF2B5EF4-FFF2-40B4-BE49-F238E27FC236}">
                <a16:creationId xmlns:a16="http://schemas.microsoft.com/office/drawing/2014/main" id="{6DD07A2F-08D9-652F-AC98-60B5EBBE8E4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fld id="{56DC6527-9FC6-3E46-A184-2AC3679EDAA4}" type="slidenum">
              <a:rPr lang="en-US" altLang="en-US" sz="1200" smtClean="0"/>
              <a:pPr/>
              <a:t>10</a:t>
            </a:fld>
            <a:endParaRPr lang="en-US" altLang="en-US" sz="1200"/>
          </a:p>
        </p:txBody>
      </p:sp>
      <p:sp>
        <p:nvSpPr>
          <p:cNvPr id="19459" name="Rectangle 1026">
            <a:extLst>
              <a:ext uri="{FF2B5EF4-FFF2-40B4-BE49-F238E27FC236}">
                <a16:creationId xmlns:a16="http://schemas.microsoft.com/office/drawing/2014/main" id="{6971189B-9DCC-BC17-4487-738A7B057FEF}"/>
              </a:ext>
            </a:extLst>
          </p:cNvPr>
          <p:cNvSpPr>
            <a:spLocks noGrp="1" noRot="1" noChangeAspect="1" noChangeArrowheads="1" noTextEdit="1"/>
          </p:cNvSpPr>
          <p:nvPr>
            <p:ph type="sldImg"/>
          </p:nvPr>
        </p:nvSpPr>
        <p:spPr>
          <a:ln/>
        </p:spPr>
      </p:sp>
      <p:sp>
        <p:nvSpPr>
          <p:cNvPr id="61444" name="Rectangle 1027">
            <a:extLst>
              <a:ext uri="{FF2B5EF4-FFF2-40B4-BE49-F238E27FC236}">
                <a16:creationId xmlns:a16="http://schemas.microsoft.com/office/drawing/2014/main" id="{8D81BC6D-3890-70B6-7ADB-267EEEFD6AD3}"/>
              </a:ext>
            </a:extLst>
          </p:cNvPr>
          <p:cNvSpPr>
            <a:spLocks noGrp="1"/>
          </p:cNvSpPr>
          <p:nvPr>
            <p:ph type="body" idx="1"/>
          </p:nvPr>
        </p:nvSpPr>
        <p:spPr/>
        <p:txBody>
          <a:bodyPr/>
          <a:lstStyle/>
          <a:p>
            <a:pPr eaLnBrk="1" hangingPunct="1">
              <a:defRPr/>
            </a:pPr>
            <a:endParaRPr lang="en-US">
              <a:latin typeface="Gill Sans" charset="0"/>
              <a:ea typeface="ＭＳ Ｐゴシック" charset="0"/>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a:extLst>
              <a:ext uri="{FF2B5EF4-FFF2-40B4-BE49-F238E27FC236}">
                <a16:creationId xmlns:a16="http://schemas.microsoft.com/office/drawing/2014/main" id="{466DF4FC-98DC-504A-0CCC-12D5BF02D46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fld id="{71A57F44-B2C0-4242-9E51-B971ACAD6606}" type="slidenum">
              <a:rPr lang="en-US" altLang="en-US" sz="1200" smtClean="0"/>
              <a:pPr/>
              <a:t>11</a:t>
            </a:fld>
            <a:endParaRPr lang="en-US" altLang="en-US" sz="1200"/>
          </a:p>
        </p:txBody>
      </p:sp>
      <p:sp>
        <p:nvSpPr>
          <p:cNvPr id="21507" name="Rectangle 1026">
            <a:extLst>
              <a:ext uri="{FF2B5EF4-FFF2-40B4-BE49-F238E27FC236}">
                <a16:creationId xmlns:a16="http://schemas.microsoft.com/office/drawing/2014/main" id="{ABEA63E8-3BAD-EC86-B2C5-D667F965F3D1}"/>
              </a:ext>
            </a:extLst>
          </p:cNvPr>
          <p:cNvSpPr>
            <a:spLocks noGrp="1" noRot="1" noChangeAspect="1" noChangeArrowheads="1" noTextEdit="1"/>
          </p:cNvSpPr>
          <p:nvPr>
            <p:ph type="sldImg"/>
          </p:nvPr>
        </p:nvSpPr>
        <p:spPr>
          <a:ln/>
        </p:spPr>
      </p:sp>
      <p:sp>
        <p:nvSpPr>
          <p:cNvPr id="56324" name="Rectangle 1027">
            <a:extLst>
              <a:ext uri="{FF2B5EF4-FFF2-40B4-BE49-F238E27FC236}">
                <a16:creationId xmlns:a16="http://schemas.microsoft.com/office/drawing/2014/main" id="{14DD21DD-5C53-9590-DDA9-B87CE2CED489}"/>
              </a:ext>
            </a:extLst>
          </p:cNvPr>
          <p:cNvSpPr>
            <a:spLocks noGrp="1"/>
          </p:cNvSpPr>
          <p:nvPr>
            <p:ph type="body" idx="1"/>
          </p:nvPr>
        </p:nvSpPr>
        <p:spPr/>
        <p:txBody>
          <a:bodyPr/>
          <a:lstStyle/>
          <a:p>
            <a:pPr eaLnBrk="1" hangingPunct="1">
              <a:defRPr/>
            </a:pPr>
            <a:endParaRPr lang="en-US">
              <a:latin typeface="Gill Sans" charset="0"/>
              <a:ea typeface="ＭＳ Ｐゴシック" charset="0"/>
              <a:cs typeface="+mn-c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a:extLst>
              <a:ext uri="{FF2B5EF4-FFF2-40B4-BE49-F238E27FC236}">
                <a16:creationId xmlns:a16="http://schemas.microsoft.com/office/drawing/2014/main" id="{6162A8BA-1F20-033D-4484-CC59F3D6E991}"/>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fld id="{30876C65-3027-0640-A4C7-9FF09F2710C1}" type="slidenum">
              <a:rPr lang="en-US" altLang="en-US" sz="1200" smtClean="0"/>
              <a:pPr/>
              <a:t>12</a:t>
            </a:fld>
            <a:endParaRPr lang="en-US" altLang="en-US" sz="1200"/>
          </a:p>
        </p:txBody>
      </p:sp>
      <p:sp>
        <p:nvSpPr>
          <p:cNvPr id="23555" name="Rectangle 1026">
            <a:extLst>
              <a:ext uri="{FF2B5EF4-FFF2-40B4-BE49-F238E27FC236}">
                <a16:creationId xmlns:a16="http://schemas.microsoft.com/office/drawing/2014/main" id="{11A67E03-F4C0-12A0-85C0-07E623346142}"/>
              </a:ext>
            </a:extLst>
          </p:cNvPr>
          <p:cNvSpPr>
            <a:spLocks noGrp="1" noRot="1" noChangeAspect="1" noChangeArrowheads="1" noTextEdit="1"/>
          </p:cNvSpPr>
          <p:nvPr>
            <p:ph type="sldImg"/>
          </p:nvPr>
        </p:nvSpPr>
        <p:spPr>
          <a:ln/>
        </p:spPr>
      </p:sp>
      <p:sp>
        <p:nvSpPr>
          <p:cNvPr id="60420" name="Rectangle 1027">
            <a:extLst>
              <a:ext uri="{FF2B5EF4-FFF2-40B4-BE49-F238E27FC236}">
                <a16:creationId xmlns:a16="http://schemas.microsoft.com/office/drawing/2014/main" id="{4025BB4B-6834-E6C3-8CCB-1959C5C64D76}"/>
              </a:ext>
            </a:extLst>
          </p:cNvPr>
          <p:cNvSpPr>
            <a:spLocks noGrp="1"/>
          </p:cNvSpPr>
          <p:nvPr>
            <p:ph type="body" idx="1"/>
          </p:nvPr>
        </p:nvSpPr>
        <p:spPr/>
        <p:txBody>
          <a:bodyPr/>
          <a:lstStyle/>
          <a:p>
            <a:pPr eaLnBrk="1" hangingPunct="1">
              <a:defRPr/>
            </a:pPr>
            <a:endParaRPr lang="en-US">
              <a:latin typeface="Gill Sans" charset="0"/>
              <a:ea typeface="ＭＳ Ｐゴシック" charset="0"/>
              <a:cs typeface="+mn-c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a:extLst>
              <a:ext uri="{FF2B5EF4-FFF2-40B4-BE49-F238E27FC236}">
                <a16:creationId xmlns:a16="http://schemas.microsoft.com/office/drawing/2014/main" id="{FFB3D6DF-A21B-4D11-1551-EE1BF86EC39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fld id="{A17128CF-68FD-934B-A859-92D874A10655}" type="slidenum">
              <a:rPr lang="en-US" altLang="en-US" sz="1200" smtClean="0"/>
              <a:pPr/>
              <a:t>13</a:t>
            </a:fld>
            <a:endParaRPr lang="en-US" altLang="en-US" sz="1200"/>
          </a:p>
        </p:txBody>
      </p:sp>
      <p:sp>
        <p:nvSpPr>
          <p:cNvPr id="25603" name="Rectangle 2">
            <a:extLst>
              <a:ext uri="{FF2B5EF4-FFF2-40B4-BE49-F238E27FC236}">
                <a16:creationId xmlns:a16="http://schemas.microsoft.com/office/drawing/2014/main" id="{5B5B2022-74D6-B51E-3E25-8C5B9BCA388E}"/>
              </a:ext>
            </a:extLst>
          </p:cNvPr>
          <p:cNvSpPr>
            <a:spLocks noGrp="1" noRot="1" noChangeAspect="1" noChangeArrowheads="1" noTextEdit="1"/>
          </p:cNvSpPr>
          <p:nvPr>
            <p:ph type="sldImg"/>
          </p:nvPr>
        </p:nvSpPr>
        <p:spPr>
          <a:ln/>
        </p:spPr>
      </p:sp>
      <p:sp>
        <p:nvSpPr>
          <p:cNvPr id="64516" name="Rectangle 3">
            <a:extLst>
              <a:ext uri="{FF2B5EF4-FFF2-40B4-BE49-F238E27FC236}">
                <a16:creationId xmlns:a16="http://schemas.microsoft.com/office/drawing/2014/main" id="{C49E2065-DAEC-53EE-E44E-26818BC91FB7}"/>
              </a:ext>
            </a:extLst>
          </p:cNvPr>
          <p:cNvSpPr>
            <a:spLocks noGrp="1"/>
          </p:cNvSpPr>
          <p:nvPr>
            <p:ph type="body" idx="1"/>
          </p:nvPr>
        </p:nvSpPr>
        <p:spPr/>
        <p:txBody>
          <a:bodyPr/>
          <a:lstStyle/>
          <a:p>
            <a:pPr eaLnBrk="1" hangingPunct="1">
              <a:defRPr/>
            </a:pPr>
            <a:endParaRPr lang="en-US">
              <a:latin typeface="Gill Sans" charset="0"/>
              <a:ea typeface="ＭＳ Ｐゴシック" charset="0"/>
              <a:cs typeface="+mn-c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a:extLst>
              <a:ext uri="{FF2B5EF4-FFF2-40B4-BE49-F238E27FC236}">
                <a16:creationId xmlns:a16="http://schemas.microsoft.com/office/drawing/2014/main" id="{4DA44A2B-C6E9-8EF2-66DC-0EF93926A85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fld id="{483BF684-B294-2542-8F36-55C296D68A2A}" type="slidenum">
              <a:rPr lang="en-US" altLang="en-US" sz="1200" smtClean="0"/>
              <a:pPr/>
              <a:t>14</a:t>
            </a:fld>
            <a:endParaRPr lang="en-US" altLang="en-US" sz="1200"/>
          </a:p>
        </p:txBody>
      </p:sp>
      <p:sp>
        <p:nvSpPr>
          <p:cNvPr id="27651" name="Rectangle 2">
            <a:extLst>
              <a:ext uri="{FF2B5EF4-FFF2-40B4-BE49-F238E27FC236}">
                <a16:creationId xmlns:a16="http://schemas.microsoft.com/office/drawing/2014/main" id="{D6B42E60-71C7-331A-CB58-4048639733C8}"/>
              </a:ext>
            </a:extLst>
          </p:cNvPr>
          <p:cNvSpPr>
            <a:spLocks noGrp="1" noRot="1" noChangeAspect="1" noChangeArrowheads="1" noTextEdit="1"/>
          </p:cNvSpPr>
          <p:nvPr>
            <p:ph type="sldImg"/>
          </p:nvPr>
        </p:nvSpPr>
        <p:spPr>
          <a:ln/>
        </p:spPr>
      </p:sp>
      <p:sp>
        <p:nvSpPr>
          <p:cNvPr id="65540" name="Rectangle 3">
            <a:extLst>
              <a:ext uri="{FF2B5EF4-FFF2-40B4-BE49-F238E27FC236}">
                <a16:creationId xmlns:a16="http://schemas.microsoft.com/office/drawing/2014/main" id="{30C0EA8E-D7B0-15BD-90C5-08FFDE62FF86}"/>
              </a:ext>
            </a:extLst>
          </p:cNvPr>
          <p:cNvSpPr>
            <a:spLocks noGrp="1"/>
          </p:cNvSpPr>
          <p:nvPr>
            <p:ph type="body" idx="1"/>
          </p:nvPr>
        </p:nvSpPr>
        <p:spPr/>
        <p:txBody>
          <a:bodyPr/>
          <a:lstStyle/>
          <a:p>
            <a:pPr eaLnBrk="1" hangingPunct="1">
              <a:defRPr/>
            </a:pPr>
            <a:endParaRPr lang="en-US">
              <a:latin typeface="Gill Sans" charset="0"/>
              <a:ea typeface="ＭＳ Ｐゴシック" charset="0"/>
              <a:cs typeface="+mn-c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a:extLst>
              <a:ext uri="{FF2B5EF4-FFF2-40B4-BE49-F238E27FC236}">
                <a16:creationId xmlns:a16="http://schemas.microsoft.com/office/drawing/2014/main" id="{C778288E-ACD9-5DED-B45A-877D9468A1D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fld id="{A4580059-2066-844D-8090-CE2856B72425}" type="slidenum">
              <a:rPr lang="en-US" altLang="en-US" sz="1200" smtClean="0"/>
              <a:pPr/>
              <a:t>15</a:t>
            </a:fld>
            <a:endParaRPr lang="en-US" altLang="en-US" sz="1200"/>
          </a:p>
        </p:txBody>
      </p:sp>
      <p:sp>
        <p:nvSpPr>
          <p:cNvPr id="29699" name="Rectangle 2">
            <a:extLst>
              <a:ext uri="{FF2B5EF4-FFF2-40B4-BE49-F238E27FC236}">
                <a16:creationId xmlns:a16="http://schemas.microsoft.com/office/drawing/2014/main" id="{341A4687-A2EE-0C3D-B999-E0E70B3669EB}"/>
              </a:ext>
            </a:extLst>
          </p:cNvPr>
          <p:cNvSpPr>
            <a:spLocks noGrp="1" noRot="1" noChangeAspect="1" noChangeArrowheads="1" noTextEdit="1"/>
          </p:cNvSpPr>
          <p:nvPr>
            <p:ph type="sldImg"/>
          </p:nvPr>
        </p:nvSpPr>
        <p:spPr>
          <a:ln/>
        </p:spPr>
      </p:sp>
      <p:sp>
        <p:nvSpPr>
          <p:cNvPr id="66564" name="Rectangle 3">
            <a:extLst>
              <a:ext uri="{FF2B5EF4-FFF2-40B4-BE49-F238E27FC236}">
                <a16:creationId xmlns:a16="http://schemas.microsoft.com/office/drawing/2014/main" id="{62C93151-0D72-095A-1183-27FA02510723}"/>
              </a:ext>
            </a:extLst>
          </p:cNvPr>
          <p:cNvSpPr>
            <a:spLocks noGrp="1"/>
          </p:cNvSpPr>
          <p:nvPr>
            <p:ph type="body" idx="1"/>
          </p:nvPr>
        </p:nvSpPr>
        <p:spPr/>
        <p:txBody>
          <a:bodyPr/>
          <a:lstStyle/>
          <a:p>
            <a:pPr eaLnBrk="1" hangingPunct="1">
              <a:defRPr/>
            </a:pPr>
            <a:endParaRPr lang="en-US">
              <a:latin typeface="Gill Sans" charset="0"/>
              <a:ea typeface="ＭＳ Ｐゴシック" charset="0"/>
              <a:cs typeface="+mn-c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a:extLst>
              <a:ext uri="{FF2B5EF4-FFF2-40B4-BE49-F238E27FC236}">
                <a16:creationId xmlns:a16="http://schemas.microsoft.com/office/drawing/2014/main" id="{845A7BA0-1F9A-4C97-0FA0-ECCAE0D5F06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fld id="{0DC2846A-8E78-884E-B672-804C09E434AA}" type="slidenum">
              <a:rPr lang="en-US" altLang="en-US" sz="1200" smtClean="0"/>
              <a:pPr/>
              <a:t>16</a:t>
            </a:fld>
            <a:endParaRPr lang="en-US" altLang="en-US" sz="1200"/>
          </a:p>
        </p:txBody>
      </p:sp>
      <p:sp>
        <p:nvSpPr>
          <p:cNvPr id="31747" name="Rectangle 2">
            <a:extLst>
              <a:ext uri="{FF2B5EF4-FFF2-40B4-BE49-F238E27FC236}">
                <a16:creationId xmlns:a16="http://schemas.microsoft.com/office/drawing/2014/main" id="{94B2F4E5-6950-EE52-2EC6-FB4414D4BAC7}"/>
              </a:ext>
            </a:extLst>
          </p:cNvPr>
          <p:cNvSpPr>
            <a:spLocks noGrp="1" noRot="1" noChangeAspect="1" noChangeArrowheads="1" noTextEdit="1"/>
          </p:cNvSpPr>
          <p:nvPr>
            <p:ph type="sldImg"/>
          </p:nvPr>
        </p:nvSpPr>
        <p:spPr>
          <a:ln/>
        </p:spPr>
      </p:sp>
      <p:sp>
        <p:nvSpPr>
          <p:cNvPr id="67588" name="Rectangle 3">
            <a:extLst>
              <a:ext uri="{FF2B5EF4-FFF2-40B4-BE49-F238E27FC236}">
                <a16:creationId xmlns:a16="http://schemas.microsoft.com/office/drawing/2014/main" id="{AE0360A5-5651-4BBC-DBAF-77747CE8B9AC}"/>
              </a:ext>
            </a:extLst>
          </p:cNvPr>
          <p:cNvSpPr>
            <a:spLocks noGrp="1"/>
          </p:cNvSpPr>
          <p:nvPr>
            <p:ph type="body" idx="1"/>
          </p:nvPr>
        </p:nvSpPr>
        <p:spPr/>
        <p:txBody>
          <a:bodyPr/>
          <a:lstStyle/>
          <a:p>
            <a:pPr eaLnBrk="1" hangingPunct="1">
              <a:defRPr/>
            </a:pPr>
            <a:endParaRPr lang="en-US">
              <a:latin typeface="Gill Sans" charset="0"/>
              <a:ea typeface="ＭＳ Ｐゴシック" charset="0"/>
              <a:cs typeface="+mn-c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a:extLst>
              <a:ext uri="{FF2B5EF4-FFF2-40B4-BE49-F238E27FC236}">
                <a16:creationId xmlns:a16="http://schemas.microsoft.com/office/drawing/2014/main" id="{C8702CF3-A6F4-6B19-11CA-DD3BD17032E5}"/>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fld id="{5FCC904D-BD52-DF4D-84D4-857180DDA7B1}" type="slidenum">
              <a:rPr lang="en-US" altLang="en-US" sz="1200" smtClean="0"/>
              <a:pPr/>
              <a:t>20</a:t>
            </a:fld>
            <a:endParaRPr lang="en-US" altLang="en-US" sz="1200"/>
          </a:p>
        </p:txBody>
      </p:sp>
      <p:sp>
        <p:nvSpPr>
          <p:cNvPr id="36867" name="Rectangle 2">
            <a:extLst>
              <a:ext uri="{FF2B5EF4-FFF2-40B4-BE49-F238E27FC236}">
                <a16:creationId xmlns:a16="http://schemas.microsoft.com/office/drawing/2014/main" id="{621AFD93-11DA-D0B8-3846-692E3316EFE1}"/>
              </a:ext>
            </a:extLst>
          </p:cNvPr>
          <p:cNvSpPr>
            <a:spLocks noGrp="1" noRot="1" noChangeAspect="1" noChangeArrowheads="1" noTextEdit="1"/>
          </p:cNvSpPr>
          <p:nvPr>
            <p:ph type="sldImg"/>
          </p:nvPr>
        </p:nvSpPr>
        <p:spPr>
          <a:ln/>
        </p:spPr>
      </p:sp>
      <p:sp>
        <p:nvSpPr>
          <p:cNvPr id="68612" name="Rectangle 3">
            <a:extLst>
              <a:ext uri="{FF2B5EF4-FFF2-40B4-BE49-F238E27FC236}">
                <a16:creationId xmlns:a16="http://schemas.microsoft.com/office/drawing/2014/main" id="{8CA6425D-E839-22C6-8A71-A2633796C166}"/>
              </a:ext>
            </a:extLst>
          </p:cNvPr>
          <p:cNvSpPr>
            <a:spLocks noGrp="1"/>
          </p:cNvSpPr>
          <p:nvPr>
            <p:ph type="body" idx="1"/>
          </p:nvPr>
        </p:nvSpPr>
        <p:spPr/>
        <p:txBody>
          <a:bodyPr/>
          <a:lstStyle/>
          <a:p>
            <a:pPr eaLnBrk="1" hangingPunct="1">
              <a:defRPr/>
            </a:pPr>
            <a:endParaRPr lang="en-US">
              <a:latin typeface="Gill Sans" charset="0"/>
              <a:ea typeface="ＭＳ Ｐゴシック" charset="0"/>
              <a:cs typeface="+mn-c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a:extLst>
              <a:ext uri="{FF2B5EF4-FFF2-40B4-BE49-F238E27FC236}">
                <a16:creationId xmlns:a16="http://schemas.microsoft.com/office/drawing/2014/main" id="{C9FE611C-9D6A-0E04-B8F6-3644BE2995E6}"/>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fld id="{1D047780-9203-7A4F-BD75-C54377D2D858}" type="slidenum">
              <a:rPr lang="en-US" altLang="en-US" sz="1200" smtClean="0"/>
              <a:pPr/>
              <a:t>21</a:t>
            </a:fld>
            <a:endParaRPr lang="en-US" altLang="en-US" sz="1200"/>
          </a:p>
        </p:txBody>
      </p:sp>
      <p:sp>
        <p:nvSpPr>
          <p:cNvPr id="38915" name="Rectangle 2">
            <a:extLst>
              <a:ext uri="{FF2B5EF4-FFF2-40B4-BE49-F238E27FC236}">
                <a16:creationId xmlns:a16="http://schemas.microsoft.com/office/drawing/2014/main" id="{4D1F1D7B-6C17-3C3E-7A18-AC11CF9C4630}"/>
              </a:ext>
            </a:extLst>
          </p:cNvPr>
          <p:cNvSpPr>
            <a:spLocks noGrp="1" noRot="1" noChangeAspect="1" noChangeArrowheads="1" noTextEdit="1"/>
          </p:cNvSpPr>
          <p:nvPr>
            <p:ph type="sldImg"/>
          </p:nvPr>
        </p:nvSpPr>
        <p:spPr>
          <a:ln/>
        </p:spPr>
      </p:sp>
      <p:sp>
        <p:nvSpPr>
          <p:cNvPr id="69636" name="Rectangle 3">
            <a:extLst>
              <a:ext uri="{FF2B5EF4-FFF2-40B4-BE49-F238E27FC236}">
                <a16:creationId xmlns:a16="http://schemas.microsoft.com/office/drawing/2014/main" id="{B17E2E5E-D86F-997F-79F8-23F025945993}"/>
              </a:ext>
            </a:extLst>
          </p:cNvPr>
          <p:cNvSpPr>
            <a:spLocks noGrp="1"/>
          </p:cNvSpPr>
          <p:nvPr>
            <p:ph type="body" idx="1"/>
          </p:nvPr>
        </p:nvSpPr>
        <p:spPr/>
        <p:txBody>
          <a:bodyPr/>
          <a:lstStyle/>
          <a:p>
            <a:pPr eaLnBrk="1" hangingPunct="1">
              <a:defRPr/>
            </a:pPr>
            <a:endParaRPr lang="en-US">
              <a:latin typeface="Gill Sans" charset="0"/>
              <a:ea typeface="ＭＳ Ｐゴシック" charset="0"/>
              <a:cs typeface="+mn-c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a:extLst>
              <a:ext uri="{FF2B5EF4-FFF2-40B4-BE49-F238E27FC236}">
                <a16:creationId xmlns:a16="http://schemas.microsoft.com/office/drawing/2014/main" id="{75C1FE26-BA5D-8595-5647-DEEED9DD5E0E}"/>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fld id="{3CEB1A34-F52D-984C-B4AC-FB86983D08ED}" type="slidenum">
              <a:rPr lang="en-US" altLang="en-US" sz="1200" smtClean="0"/>
              <a:pPr/>
              <a:t>22</a:t>
            </a:fld>
            <a:endParaRPr lang="en-US" altLang="en-US" sz="1200"/>
          </a:p>
        </p:txBody>
      </p:sp>
      <p:sp>
        <p:nvSpPr>
          <p:cNvPr id="40963" name="Rectangle 2">
            <a:extLst>
              <a:ext uri="{FF2B5EF4-FFF2-40B4-BE49-F238E27FC236}">
                <a16:creationId xmlns:a16="http://schemas.microsoft.com/office/drawing/2014/main" id="{707F2699-DFB2-4E11-F27E-C1DB8D6AFA6A}"/>
              </a:ext>
            </a:extLst>
          </p:cNvPr>
          <p:cNvSpPr>
            <a:spLocks noGrp="1" noRot="1" noChangeAspect="1" noChangeArrowheads="1" noTextEdit="1"/>
          </p:cNvSpPr>
          <p:nvPr>
            <p:ph type="sldImg"/>
          </p:nvPr>
        </p:nvSpPr>
        <p:spPr>
          <a:ln/>
        </p:spPr>
      </p:sp>
      <p:sp>
        <p:nvSpPr>
          <p:cNvPr id="70660" name="Rectangle 3">
            <a:extLst>
              <a:ext uri="{FF2B5EF4-FFF2-40B4-BE49-F238E27FC236}">
                <a16:creationId xmlns:a16="http://schemas.microsoft.com/office/drawing/2014/main" id="{3328A45C-8530-D459-5F2E-F385076CFDE7}"/>
              </a:ext>
            </a:extLst>
          </p:cNvPr>
          <p:cNvSpPr>
            <a:spLocks noGrp="1"/>
          </p:cNvSpPr>
          <p:nvPr>
            <p:ph type="body" idx="1"/>
          </p:nvPr>
        </p:nvSpPr>
        <p:spPr/>
        <p:txBody>
          <a:bodyPr/>
          <a:lstStyle/>
          <a:p>
            <a:pPr eaLnBrk="1" hangingPunct="1">
              <a:defRPr/>
            </a:pPr>
            <a:endParaRPr lang="en-US">
              <a:latin typeface="Gill Sans" charset="0"/>
              <a:ea typeface="ＭＳ Ｐゴシック" charset="0"/>
              <a:cs typeface="+mn-c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a:extLst>
              <a:ext uri="{FF2B5EF4-FFF2-40B4-BE49-F238E27FC236}">
                <a16:creationId xmlns:a16="http://schemas.microsoft.com/office/drawing/2014/main" id="{3EBEA333-FF58-519C-FD74-09D1679B2C3E}"/>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fld id="{F3B6B8BD-E978-D44D-A141-2E5911EDAD7F}" type="slidenum">
              <a:rPr lang="en-US" altLang="en-US" sz="1200" smtClean="0"/>
              <a:pPr/>
              <a:t>23</a:t>
            </a:fld>
            <a:endParaRPr lang="en-US" altLang="en-US" sz="1200"/>
          </a:p>
        </p:txBody>
      </p:sp>
      <p:sp>
        <p:nvSpPr>
          <p:cNvPr id="43011" name="Rectangle 2">
            <a:extLst>
              <a:ext uri="{FF2B5EF4-FFF2-40B4-BE49-F238E27FC236}">
                <a16:creationId xmlns:a16="http://schemas.microsoft.com/office/drawing/2014/main" id="{179424B6-C5CF-EA6E-CE6F-07352C560D4E}"/>
              </a:ext>
            </a:extLst>
          </p:cNvPr>
          <p:cNvSpPr>
            <a:spLocks noGrp="1" noRot="1" noChangeAspect="1" noChangeArrowheads="1" noTextEdit="1"/>
          </p:cNvSpPr>
          <p:nvPr>
            <p:ph type="sldImg"/>
          </p:nvPr>
        </p:nvSpPr>
        <p:spPr>
          <a:ln/>
        </p:spPr>
      </p:sp>
      <p:sp>
        <p:nvSpPr>
          <p:cNvPr id="71684" name="Rectangle 3">
            <a:extLst>
              <a:ext uri="{FF2B5EF4-FFF2-40B4-BE49-F238E27FC236}">
                <a16:creationId xmlns:a16="http://schemas.microsoft.com/office/drawing/2014/main" id="{B98A4FA1-3066-7A9C-2E4D-252BA0D45965}"/>
              </a:ext>
            </a:extLst>
          </p:cNvPr>
          <p:cNvSpPr>
            <a:spLocks noGrp="1"/>
          </p:cNvSpPr>
          <p:nvPr>
            <p:ph type="body" idx="1"/>
          </p:nvPr>
        </p:nvSpPr>
        <p:spPr/>
        <p:txBody>
          <a:bodyPr/>
          <a:lstStyle/>
          <a:p>
            <a:pPr eaLnBrk="1" hangingPunct="1">
              <a:defRPr/>
            </a:pPr>
            <a:endParaRPr lang="en-US">
              <a:latin typeface="Gill Sans" charset="0"/>
              <a:ea typeface="ＭＳ Ｐゴシック" charset="0"/>
              <a:cs typeface="+mn-c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a:extLst>
              <a:ext uri="{FF2B5EF4-FFF2-40B4-BE49-F238E27FC236}">
                <a16:creationId xmlns:a16="http://schemas.microsoft.com/office/drawing/2014/main" id="{F82716F3-8457-2C30-8953-02E641926D4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fld id="{9092EEB1-7866-6E41-8E06-101C0A0BFC29}" type="slidenum">
              <a:rPr lang="en-US" altLang="en-US" sz="1200" smtClean="0"/>
              <a:pPr/>
              <a:t>24</a:t>
            </a:fld>
            <a:endParaRPr lang="en-US" altLang="en-US" sz="1200"/>
          </a:p>
        </p:txBody>
      </p:sp>
      <p:sp>
        <p:nvSpPr>
          <p:cNvPr id="45059" name="Rectangle 2">
            <a:extLst>
              <a:ext uri="{FF2B5EF4-FFF2-40B4-BE49-F238E27FC236}">
                <a16:creationId xmlns:a16="http://schemas.microsoft.com/office/drawing/2014/main" id="{7349C077-0BC8-02E1-7279-1E429981DAA1}"/>
              </a:ext>
            </a:extLst>
          </p:cNvPr>
          <p:cNvSpPr>
            <a:spLocks noGrp="1" noRot="1" noChangeAspect="1" noChangeArrowheads="1" noTextEdit="1"/>
          </p:cNvSpPr>
          <p:nvPr>
            <p:ph type="sldImg"/>
          </p:nvPr>
        </p:nvSpPr>
        <p:spPr>
          <a:ln/>
        </p:spPr>
      </p:sp>
      <p:sp>
        <p:nvSpPr>
          <p:cNvPr id="72708" name="Rectangle 3">
            <a:extLst>
              <a:ext uri="{FF2B5EF4-FFF2-40B4-BE49-F238E27FC236}">
                <a16:creationId xmlns:a16="http://schemas.microsoft.com/office/drawing/2014/main" id="{058987D1-9CF6-8D79-FCA0-2B035C75863F}"/>
              </a:ext>
            </a:extLst>
          </p:cNvPr>
          <p:cNvSpPr>
            <a:spLocks noGrp="1"/>
          </p:cNvSpPr>
          <p:nvPr>
            <p:ph type="body" idx="1"/>
          </p:nvPr>
        </p:nvSpPr>
        <p:spPr/>
        <p:txBody>
          <a:bodyPr/>
          <a:lstStyle/>
          <a:p>
            <a:pPr eaLnBrk="1" hangingPunct="1">
              <a:defRPr/>
            </a:pPr>
            <a:endParaRPr lang="en-US">
              <a:latin typeface="Gill Sans" charset="0"/>
              <a:ea typeface="ＭＳ Ｐゴシック" charset="0"/>
              <a:cs typeface="+mn-c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a:extLst>
              <a:ext uri="{FF2B5EF4-FFF2-40B4-BE49-F238E27FC236}">
                <a16:creationId xmlns:a16="http://schemas.microsoft.com/office/drawing/2014/main" id="{1623F2EB-DB98-70A8-6A96-8BF4BF54EDA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fld id="{28D22E79-B22E-834E-A00F-4A89BA648CC4}" type="slidenum">
              <a:rPr lang="en-US" altLang="en-US" sz="1200" smtClean="0"/>
              <a:pPr/>
              <a:t>25</a:t>
            </a:fld>
            <a:endParaRPr lang="en-US" altLang="en-US" sz="1200"/>
          </a:p>
        </p:txBody>
      </p:sp>
      <p:sp>
        <p:nvSpPr>
          <p:cNvPr id="47107" name="Rectangle 2">
            <a:extLst>
              <a:ext uri="{FF2B5EF4-FFF2-40B4-BE49-F238E27FC236}">
                <a16:creationId xmlns:a16="http://schemas.microsoft.com/office/drawing/2014/main" id="{13087837-017D-6090-AA26-56E1F01BD814}"/>
              </a:ext>
            </a:extLst>
          </p:cNvPr>
          <p:cNvSpPr>
            <a:spLocks noGrp="1" noRot="1" noChangeAspect="1" noChangeArrowheads="1" noTextEdit="1"/>
          </p:cNvSpPr>
          <p:nvPr>
            <p:ph type="sldImg"/>
          </p:nvPr>
        </p:nvSpPr>
        <p:spPr>
          <a:ln/>
        </p:spPr>
      </p:sp>
      <p:sp>
        <p:nvSpPr>
          <p:cNvPr id="73732" name="Rectangle 3">
            <a:extLst>
              <a:ext uri="{FF2B5EF4-FFF2-40B4-BE49-F238E27FC236}">
                <a16:creationId xmlns:a16="http://schemas.microsoft.com/office/drawing/2014/main" id="{DCB9BA6D-0F7D-75D8-C685-57F0A62E85E9}"/>
              </a:ext>
            </a:extLst>
          </p:cNvPr>
          <p:cNvSpPr>
            <a:spLocks noGrp="1"/>
          </p:cNvSpPr>
          <p:nvPr>
            <p:ph type="body" idx="1"/>
          </p:nvPr>
        </p:nvSpPr>
        <p:spPr/>
        <p:txBody>
          <a:bodyPr/>
          <a:lstStyle/>
          <a:p>
            <a:pPr eaLnBrk="1" hangingPunct="1">
              <a:defRPr/>
            </a:pPr>
            <a:endParaRPr lang="en-US">
              <a:latin typeface="Gill Sans" charset="0"/>
              <a:ea typeface="ＭＳ Ｐゴシック" charset="0"/>
              <a:cs typeface="+mn-cs"/>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a:extLst>
              <a:ext uri="{FF2B5EF4-FFF2-40B4-BE49-F238E27FC236}">
                <a16:creationId xmlns:a16="http://schemas.microsoft.com/office/drawing/2014/main" id="{84378480-03C8-1421-EFD5-232D004F1E5E}"/>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fld id="{C8A00735-230D-CB4D-A9B6-97A8D54F6329}" type="slidenum">
              <a:rPr lang="en-US" altLang="en-US" sz="1200" smtClean="0"/>
              <a:pPr/>
              <a:t>26</a:t>
            </a:fld>
            <a:endParaRPr lang="en-US" altLang="en-US" sz="1200"/>
          </a:p>
        </p:txBody>
      </p:sp>
      <p:sp>
        <p:nvSpPr>
          <p:cNvPr id="49155" name="Rectangle 2">
            <a:extLst>
              <a:ext uri="{FF2B5EF4-FFF2-40B4-BE49-F238E27FC236}">
                <a16:creationId xmlns:a16="http://schemas.microsoft.com/office/drawing/2014/main" id="{3B33EC9B-1A24-0712-63A3-A97357301569}"/>
              </a:ext>
            </a:extLst>
          </p:cNvPr>
          <p:cNvSpPr>
            <a:spLocks noGrp="1" noRot="1" noChangeAspect="1" noChangeArrowheads="1" noTextEdit="1"/>
          </p:cNvSpPr>
          <p:nvPr>
            <p:ph type="sldImg"/>
          </p:nvPr>
        </p:nvSpPr>
        <p:spPr>
          <a:ln/>
        </p:spPr>
      </p:sp>
      <p:sp>
        <p:nvSpPr>
          <p:cNvPr id="74756" name="Rectangle 3">
            <a:extLst>
              <a:ext uri="{FF2B5EF4-FFF2-40B4-BE49-F238E27FC236}">
                <a16:creationId xmlns:a16="http://schemas.microsoft.com/office/drawing/2014/main" id="{EDF1AC35-673A-6B34-076F-C1D43DFBD6AC}"/>
              </a:ext>
            </a:extLst>
          </p:cNvPr>
          <p:cNvSpPr>
            <a:spLocks noGrp="1"/>
          </p:cNvSpPr>
          <p:nvPr>
            <p:ph type="body" idx="1"/>
          </p:nvPr>
        </p:nvSpPr>
        <p:spPr/>
        <p:txBody>
          <a:bodyPr/>
          <a:lstStyle/>
          <a:p>
            <a:pPr eaLnBrk="1" hangingPunct="1">
              <a:defRPr/>
            </a:pPr>
            <a:endParaRPr lang="en-US">
              <a:latin typeface="Gill Sans" charset="0"/>
              <a:ea typeface="ＭＳ Ｐゴシック" charset="0"/>
              <a:cs typeface="+mn-cs"/>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a:extLst>
              <a:ext uri="{FF2B5EF4-FFF2-40B4-BE49-F238E27FC236}">
                <a16:creationId xmlns:a16="http://schemas.microsoft.com/office/drawing/2014/main" id="{425A46E8-3ED9-410A-3155-1C046444E00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fld id="{7199545F-F8C4-744A-963C-51F4AA44BA4F}" type="slidenum">
              <a:rPr lang="en-US" altLang="en-US" sz="1200" smtClean="0"/>
              <a:pPr/>
              <a:t>27</a:t>
            </a:fld>
            <a:endParaRPr lang="en-US" altLang="en-US" sz="1200"/>
          </a:p>
        </p:txBody>
      </p:sp>
      <p:sp>
        <p:nvSpPr>
          <p:cNvPr id="51203" name="Rectangle 2">
            <a:extLst>
              <a:ext uri="{FF2B5EF4-FFF2-40B4-BE49-F238E27FC236}">
                <a16:creationId xmlns:a16="http://schemas.microsoft.com/office/drawing/2014/main" id="{8E72C6B8-B80A-A317-628E-EA2F03332D89}"/>
              </a:ext>
            </a:extLst>
          </p:cNvPr>
          <p:cNvSpPr>
            <a:spLocks noGrp="1" noRot="1" noChangeAspect="1" noChangeArrowheads="1" noTextEdit="1"/>
          </p:cNvSpPr>
          <p:nvPr>
            <p:ph type="sldImg"/>
          </p:nvPr>
        </p:nvSpPr>
        <p:spPr>
          <a:ln/>
        </p:spPr>
      </p:sp>
      <p:sp>
        <p:nvSpPr>
          <p:cNvPr id="75780" name="Rectangle 3">
            <a:extLst>
              <a:ext uri="{FF2B5EF4-FFF2-40B4-BE49-F238E27FC236}">
                <a16:creationId xmlns:a16="http://schemas.microsoft.com/office/drawing/2014/main" id="{2A83CEDF-06C0-8D81-7759-853F69E35699}"/>
              </a:ext>
            </a:extLst>
          </p:cNvPr>
          <p:cNvSpPr>
            <a:spLocks noGrp="1"/>
          </p:cNvSpPr>
          <p:nvPr>
            <p:ph type="body" idx="1"/>
          </p:nvPr>
        </p:nvSpPr>
        <p:spPr/>
        <p:txBody>
          <a:bodyPr/>
          <a:lstStyle/>
          <a:p>
            <a:pPr eaLnBrk="1" hangingPunct="1">
              <a:defRPr/>
            </a:pPr>
            <a:endParaRPr lang="en-US">
              <a:latin typeface="Gill Sans" charset="0"/>
              <a:ea typeface="ＭＳ Ｐゴシック" charset="0"/>
              <a:cs typeface="+mn-cs"/>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a:extLst>
              <a:ext uri="{FF2B5EF4-FFF2-40B4-BE49-F238E27FC236}">
                <a16:creationId xmlns:a16="http://schemas.microsoft.com/office/drawing/2014/main" id="{4E76C526-42FE-EFAD-21C2-1F26DBE52E6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fld id="{FF8B5749-18BB-D446-9A98-0AD85B036AEF}" type="slidenum">
              <a:rPr lang="en-US" altLang="en-US" sz="1200" smtClean="0"/>
              <a:pPr/>
              <a:t>28</a:t>
            </a:fld>
            <a:endParaRPr lang="en-US" altLang="en-US" sz="1200"/>
          </a:p>
        </p:txBody>
      </p:sp>
      <p:sp>
        <p:nvSpPr>
          <p:cNvPr id="53251" name="Rectangle 2">
            <a:extLst>
              <a:ext uri="{FF2B5EF4-FFF2-40B4-BE49-F238E27FC236}">
                <a16:creationId xmlns:a16="http://schemas.microsoft.com/office/drawing/2014/main" id="{1CC74C3D-1F9D-757B-D255-47151B92A664}"/>
              </a:ext>
            </a:extLst>
          </p:cNvPr>
          <p:cNvSpPr>
            <a:spLocks noGrp="1" noRot="1" noChangeAspect="1" noChangeArrowheads="1" noTextEdit="1"/>
          </p:cNvSpPr>
          <p:nvPr>
            <p:ph type="sldImg"/>
          </p:nvPr>
        </p:nvSpPr>
        <p:spPr>
          <a:ln/>
        </p:spPr>
      </p:sp>
      <p:sp>
        <p:nvSpPr>
          <p:cNvPr id="76804" name="Rectangle 3">
            <a:extLst>
              <a:ext uri="{FF2B5EF4-FFF2-40B4-BE49-F238E27FC236}">
                <a16:creationId xmlns:a16="http://schemas.microsoft.com/office/drawing/2014/main" id="{49F96C42-3323-DDCD-BD52-9BBB7F5B4181}"/>
              </a:ext>
            </a:extLst>
          </p:cNvPr>
          <p:cNvSpPr>
            <a:spLocks noGrp="1"/>
          </p:cNvSpPr>
          <p:nvPr>
            <p:ph type="body" idx="1"/>
          </p:nvPr>
        </p:nvSpPr>
        <p:spPr/>
        <p:txBody>
          <a:bodyPr/>
          <a:lstStyle/>
          <a:p>
            <a:pPr eaLnBrk="1" hangingPunct="1">
              <a:defRPr/>
            </a:pPr>
            <a:endParaRPr lang="en-US">
              <a:latin typeface="Gill Sans" charset="0"/>
              <a:ea typeface="ＭＳ Ｐゴシック" charset="0"/>
              <a:cs typeface="+mn-cs"/>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a:extLst>
              <a:ext uri="{FF2B5EF4-FFF2-40B4-BE49-F238E27FC236}">
                <a16:creationId xmlns:a16="http://schemas.microsoft.com/office/drawing/2014/main" id="{28213BF8-937E-FC0D-81B3-EFDA81F534EE}"/>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fld id="{AF540675-7943-5945-B838-B5FA7B697542}" type="slidenum">
              <a:rPr lang="en-US" altLang="en-US" sz="1200" smtClean="0"/>
              <a:pPr/>
              <a:t>29</a:t>
            </a:fld>
            <a:endParaRPr lang="en-US" altLang="en-US" sz="1200"/>
          </a:p>
        </p:txBody>
      </p:sp>
      <p:sp>
        <p:nvSpPr>
          <p:cNvPr id="55299" name="Rectangle 2">
            <a:extLst>
              <a:ext uri="{FF2B5EF4-FFF2-40B4-BE49-F238E27FC236}">
                <a16:creationId xmlns:a16="http://schemas.microsoft.com/office/drawing/2014/main" id="{CE3016CD-2421-D863-73FF-7AD496E3F6E2}"/>
              </a:ext>
            </a:extLst>
          </p:cNvPr>
          <p:cNvSpPr>
            <a:spLocks noGrp="1" noRot="1" noChangeAspect="1" noChangeArrowheads="1" noTextEdit="1"/>
          </p:cNvSpPr>
          <p:nvPr>
            <p:ph type="sldImg"/>
          </p:nvPr>
        </p:nvSpPr>
        <p:spPr>
          <a:ln/>
        </p:spPr>
      </p:sp>
      <p:sp>
        <p:nvSpPr>
          <p:cNvPr id="77828" name="Rectangle 3">
            <a:extLst>
              <a:ext uri="{FF2B5EF4-FFF2-40B4-BE49-F238E27FC236}">
                <a16:creationId xmlns:a16="http://schemas.microsoft.com/office/drawing/2014/main" id="{1BC096EB-4C95-CCE0-CC15-1A6CB51944C6}"/>
              </a:ext>
            </a:extLst>
          </p:cNvPr>
          <p:cNvSpPr>
            <a:spLocks noGrp="1"/>
          </p:cNvSpPr>
          <p:nvPr>
            <p:ph type="body" idx="1"/>
          </p:nvPr>
        </p:nvSpPr>
        <p:spPr/>
        <p:txBody>
          <a:bodyPr/>
          <a:lstStyle/>
          <a:p>
            <a:pPr eaLnBrk="1" hangingPunct="1">
              <a:defRPr/>
            </a:pPr>
            <a:endParaRPr lang="en-US">
              <a:latin typeface="Gill Sans" charset="0"/>
              <a:ea typeface="ＭＳ Ｐゴシック" charset="0"/>
              <a:cs typeface="+mn-cs"/>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a:extLst>
              <a:ext uri="{FF2B5EF4-FFF2-40B4-BE49-F238E27FC236}">
                <a16:creationId xmlns:a16="http://schemas.microsoft.com/office/drawing/2014/main" id="{4FD6EF0E-BCEC-FFA9-4CEE-8CF02041BC4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fld id="{0224C15C-9E0F-D647-AE03-D1A0E28D0EC0}" type="slidenum">
              <a:rPr lang="en-US" altLang="en-US" sz="1200" smtClean="0"/>
              <a:pPr/>
              <a:t>30</a:t>
            </a:fld>
            <a:endParaRPr lang="en-US" altLang="en-US" sz="1200"/>
          </a:p>
        </p:txBody>
      </p:sp>
      <p:sp>
        <p:nvSpPr>
          <p:cNvPr id="57347" name="Rectangle 2">
            <a:extLst>
              <a:ext uri="{FF2B5EF4-FFF2-40B4-BE49-F238E27FC236}">
                <a16:creationId xmlns:a16="http://schemas.microsoft.com/office/drawing/2014/main" id="{44ACEF2D-F7B5-03EF-D39F-E8F36B6543DF}"/>
              </a:ext>
            </a:extLst>
          </p:cNvPr>
          <p:cNvSpPr>
            <a:spLocks noGrp="1" noRot="1" noChangeAspect="1" noChangeArrowheads="1" noTextEdit="1"/>
          </p:cNvSpPr>
          <p:nvPr>
            <p:ph type="sldImg"/>
          </p:nvPr>
        </p:nvSpPr>
        <p:spPr>
          <a:ln/>
        </p:spPr>
      </p:sp>
      <p:sp>
        <p:nvSpPr>
          <p:cNvPr id="78852" name="Rectangle 3">
            <a:extLst>
              <a:ext uri="{FF2B5EF4-FFF2-40B4-BE49-F238E27FC236}">
                <a16:creationId xmlns:a16="http://schemas.microsoft.com/office/drawing/2014/main" id="{2721983B-0301-E76E-44BC-CF6014646A4E}"/>
              </a:ext>
            </a:extLst>
          </p:cNvPr>
          <p:cNvSpPr>
            <a:spLocks noGrp="1"/>
          </p:cNvSpPr>
          <p:nvPr>
            <p:ph type="body" idx="1"/>
          </p:nvPr>
        </p:nvSpPr>
        <p:spPr/>
        <p:txBody>
          <a:bodyPr/>
          <a:lstStyle/>
          <a:p>
            <a:pPr eaLnBrk="1" hangingPunct="1">
              <a:defRPr/>
            </a:pPr>
            <a:endParaRPr lang="en-US">
              <a:latin typeface="Gill Sans" charset="0"/>
              <a:ea typeface="ＭＳ Ｐゴシック" charset="0"/>
              <a:cs typeface="+mn-cs"/>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a:extLst>
              <a:ext uri="{FF2B5EF4-FFF2-40B4-BE49-F238E27FC236}">
                <a16:creationId xmlns:a16="http://schemas.microsoft.com/office/drawing/2014/main" id="{7D5FA729-BAF6-3FF6-F269-0CB44E5A2A8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fld id="{E315782D-E69E-EA45-9ED9-BDE64E1CF558}" type="slidenum">
              <a:rPr lang="en-US" altLang="en-US" sz="1200" smtClean="0"/>
              <a:pPr/>
              <a:t>31</a:t>
            </a:fld>
            <a:endParaRPr lang="en-US" altLang="en-US" sz="1200"/>
          </a:p>
        </p:txBody>
      </p:sp>
      <p:sp>
        <p:nvSpPr>
          <p:cNvPr id="59395" name="Rectangle 2">
            <a:extLst>
              <a:ext uri="{FF2B5EF4-FFF2-40B4-BE49-F238E27FC236}">
                <a16:creationId xmlns:a16="http://schemas.microsoft.com/office/drawing/2014/main" id="{054C411D-E5A0-4F71-0B22-384EF8FDDA36}"/>
              </a:ext>
            </a:extLst>
          </p:cNvPr>
          <p:cNvSpPr>
            <a:spLocks noGrp="1" noRot="1" noChangeAspect="1" noChangeArrowheads="1" noTextEdit="1"/>
          </p:cNvSpPr>
          <p:nvPr>
            <p:ph type="sldImg"/>
          </p:nvPr>
        </p:nvSpPr>
        <p:spPr>
          <a:ln/>
        </p:spPr>
      </p:sp>
      <p:sp>
        <p:nvSpPr>
          <p:cNvPr id="79876" name="Rectangle 3">
            <a:extLst>
              <a:ext uri="{FF2B5EF4-FFF2-40B4-BE49-F238E27FC236}">
                <a16:creationId xmlns:a16="http://schemas.microsoft.com/office/drawing/2014/main" id="{BCC50BC9-FD98-EF0E-581E-FD1357E0086E}"/>
              </a:ext>
            </a:extLst>
          </p:cNvPr>
          <p:cNvSpPr>
            <a:spLocks noGrp="1"/>
          </p:cNvSpPr>
          <p:nvPr>
            <p:ph type="body" idx="1"/>
          </p:nvPr>
        </p:nvSpPr>
        <p:spPr/>
        <p:txBody>
          <a:bodyPr/>
          <a:lstStyle/>
          <a:p>
            <a:pPr eaLnBrk="1" hangingPunct="1">
              <a:defRPr/>
            </a:pPr>
            <a:endParaRPr lang="en-US">
              <a:latin typeface="Gill Sans" charset="0"/>
              <a:ea typeface="ＭＳ Ｐゴシック" charset="0"/>
              <a:cs typeface="+mn-cs"/>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a:extLst>
              <a:ext uri="{FF2B5EF4-FFF2-40B4-BE49-F238E27FC236}">
                <a16:creationId xmlns:a16="http://schemas.microsoft.com/office/drawing/2014/main" id="{8EAE94D0-25CE-2195-1F4B-62ABC9A7EA5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fld id="{FD548147-34CA-9F4F-B113-A9215D78028D}" type="slidenum">
              <a:rPr lang="en-US" altLang="en-US" sz="1200" smtClean="0"/>
              <a:pPr/>
              <a:t>32</a:t>
            </a:fld>
            <a:endParaRPr lang="en-US" altLang="en-US" sz="1200"/>
          </a:p>
        </p:txBody>
      </p:sp>
      <p:sp>
        <p:nvSpPr>
          <p:cNvPr id="61443" name="Rectangle 2">
            <a:extLst>
              <a:ext uri="{FF2B5EF4-FFF2-40B4-BE49-F238E27FC236}">
                <a16:creationId xmlns:a16="http://schemas.microsoft.com/office/drawing/2014/main" id="{6654D8C9-AA00-9883-2AEA-504EC145FF90}"/>
              </a:ext>
            </a:extLst>
          </p:cNvPr>
          <p:cNvSpPr>
            <a:spLocks noGrp="1" noRot="1" noChangeAspect="1" noChangeArrowheads="1" noTextEdit="1"/>
          </p:cNvSpPr>
          <p:nvPr>
            <p:ph type="sldImg"/>
          </p:nvPr>
        </p:nvSpPr>
        <p:spPr>
          <a:ln/>
        </p:spPr>
      </p:sp>
      <p:sp>
        <p:nvSpPr>
          <p:cNvPr id="80900" name="Rectangle 3">
            <a:extLst>
              <a:ext uri="{FF2B5EF4-FFF2-40B4-BE49-F238E27FC236}">
                <a16:creationId xmlns:a16="http://schemas.microsoft.com/office/drawing/2014/main" id="{D17CA2D0-B0B0-51D6-2545-F9609B250CDE}"/>
              </a:ext>
            </a:extLst>
          </p:cNvPr>
          <p:cNvSpPr>
            <a:spLocks noGrp="1"/>
          </p:cNvSpPr>
          <p:nvPr>
            <p:ph type="body" idx="1"/>
          </p:nvPr>
        </p:nvSpPr>
        <p:spPr/>
        <p:txBody>
          <a:bodyPr/>
          <a:lstStyle/>
          <a:p>
            <a:pPr eaLnBrk="1" hangingPunct="1">
              <a:defRPr/>
            </a:pPr>
            <a:endParaRPr lang="en-US">
              <a:latin typeface="Gill Sans" charset="0"/>
              <a:ea typeface="ＭＳ Ｐゴシック" charset="0"/>
              <a:cs typeface="+mn-cs"/>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a:extLst>
              <a:ext uri="{FF2B5EF4-FFF2-40B4-BE49-F238E27FC236}">
                <a16:creationId xmlns:a16="http://schemas.microsoft.com/office/drawing/2014/main" id="{50040AA7-6271-6001-313C-82AE9DE45AC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fld id="{5C0FD534-8546-374D-90D9-1C428D7A4FE4}" type="slidenum">
              <a:rPr lang="en-US" altLang="en-US" sz="1200" smtClean="0"/>
              <a:pPr/>
              <a:t>33</a:t>
            </a:fld>
            <a:endParaRPr lang="en-US" altLang="en-US" sz="1200"/>
          </a:p>
        </p:txBody>
      </p:sp>
      <p:sp>
        <p:nvSpPr>
          <p:cNvPr id="63491" name="Rectangle 2">
            <a:extLst>
              <a:ext uri="{FF2B5EF4-FFF2-40B4-BE49-F238E27FC236}">
                <a16:creationId xmlns:a16="http://schemas.microsoft.com/office/drawing/2014/main" id="{3B6C6023-6FAF-DBD3-674B-44AD528986DB}"/>
              </a:ext>
            </a:extLst>
          </p:cNvPr>
          <p:cNvSpPr>
            <a:spLocks noGrp="1" noRot="1" noChangeAspect="1" noChangeArrowheads="1" noTextEdit="1"/>
          </p:cNvSpPr>
          <p:nvPr>
            <p:ph type="sldImg"/>
          </p:nvPr>
        </p:nvSpPr>
        <p:spPr>
          <a:ln/>
        </p:spPr>
      </p:sp>
      <p:sp>
        <p:nvSpPr>
          <p:cNvPr id="81924" name="Rectangle 3">
            <a:extLst>
              <a:ext uri="{FF2B5EF4-FFF2-40B4-BE49-F238E27FC236}">
                <a16:creationId xmlns:a16="http://schemas.microsoft.com/office/drawing/2014/main" id="{BEC23576-D3B4-B745-BBFE-9464AE7B4FF1}"/>
              </a:ext>
            </a:extLst>
          </p:cNvPr>
          <p:cNvSpPr>
            <a:spLocks noGrp="1"/>
          </p:cNvSpPr>
          <p:nvPr>
            <p:ph type="body" idx="1"/>
          </p:nvPr>
        </p:nvSpPr>
        <p:spPr/>
        <p:txBody>
          <a:bodyPr/>
          <a:lstStyle/>
          <a:p>
            <a:pPr eaLnBrk="1" hangingPunct="1">
              <a:defRPr/>
            </a:pPr>
            <a:endParaRPr lang="en-US">
              <a:latin typeface="Gill Sans" charset="0"/>
              <a:ea typeface="ＭＳ Ｐゴシック" charset="0"/>
              <a:cs typeface="+mn-cs"/>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a:extLst>
              <a:ext uri="{FF2B5EF4-FFF2-40B4-BE49-F238E27FC236}">
                <a16:creationId xmlns:a16="http://schemas.microsoft.com/office/drawing/2014/main" id="{D07CAB2D-1870-0333-AF87-F1F68C0EC68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fld id="{8752FDC8-95D6-434C-90AC-692DFAC17904}" type="slidenum">
              <a:rPr lang="en-US" altLang="en-US" sz="1200" smtClean="0"/>
              <a:pPr/>
              <a:t>34</a:t>
            </a:fld>
            <a:endParaRPr lang="en-US" altLang="en-US" sz="1200"/>
          </a:p>
        </p:txBody>
      </p:sp>
      <p:sp>
        <p:nvSpPr>
          <p:cNvPr id="65539" name="Rectangle 2">
            <a:extLst>
              <a:ext uri="{FF2B5EF4-FFF2-40B4-BE49-F238E27FC236}">
                <a16:creationId xmlns:a16="http://schemas.microsoft.com/office/drawing/2014/main" id="{F9934E70-9712-89C7-F3AE-0E54EF14BFDD}"/>
              </a:ext>
            </a:extLst>
          </p:cNvPr>
          <p:cNvSpPr>
            <a:spLocks noGrp="1" noRot="1" noChangeAspect="1" noChangeArrowheads="1" noTextEdit="1"/>
          </p:cNvSpPr>
          <p:nvPr>
            <p:ph type="sldImg"/>
          </p:nvPr>
        </p:nvSpPr>
        <p:spPr>
          <a:ln/>
        </p:spPr>
      </p:sp>
      <p:sp>
        <p:nvSpPr>
          <p:cNvPr id="82948" name="Rectangle 3">
            <a:extLst>
              <a:ext uri="{FF2B5EF4-FFF2-40B4-BE49-F238E27FC236}">
                <a16:creationId xmlns:a16="http://schemas.microsoft.com/office/drawing/2014/main" id="{E49D3935-C366-8BEE-8A4D-AC115637CBED}"/>
              </a:ext>
            </a:extLst>
          </p:cNvPr>
          <p:cNvSpPr>
            <a:spLocks noGrp="1"/>
          </p:cNvSpPr>
          <p:nvPr>
            <p:ph type="body" idx="1"/>
          </p:nvPr>
        </p:nvSpPr>
        <p:spPr/>
        <p:txBody>
          <a:bodyPr/>
          <a:lstStyle/>
          <a:p>
            <a:pPr eaLnBrk="1" hangingPunct="1">
              <a:defRPr/>
            </a:pPr>
            <a:endParaRPr lang="en-US">
              <a:latin typeface="Gill Sans" charset="0"/>
              <a:ea typeface="ＭＳ Ｐゴシック" charset="0"/>
              <a:cs typeface="+mn-cs"/>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a:extLst>
              <a:ext uri="{FF2B5EF4-FFF2-40B4-BE49-F238E27FC236}">
                <a16:creationId xmlns:a16="http://schemas.microsoft.com/office/drawing/2014/main" id="{BC1F2C72-11E8-6DBB-3513-9838E734C77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fld id="{2C2EA35C-BD1C-0B4C-8EAF-C91826B08522}" type="slidenum">
              <a:rPr lang="en-US" altLang="en-US" sz="1200" smtClean="0"/>
              <a:pPr/>
              <a:t>35</a:t>
            </a:fld>
            <a:endParaRPr lang="en-US" altLang="en-US" sz="1200"/>
          </a:p>
        </p:txBody>
      </p:sp>
      <p:sp>
        <p:nvSpPr>
          <p:cNvPr id="67587" name="Rectangle 2">
            <a:extLst>
              <a:ext uri="{FF2B5EF4-FFF2-40B4-BE49-F238E27FC236}">
                <a16:creationId xmlns:a16="http://schemas.microsoft.com/office/drawing/2014/main" id="{815AED63-BE30-711F-F72E-274675059417}"/>
              </a:ext>
            </a:extLst>
          </p:cNvPr>
          <p:cNvSpPr>
            <a:spLocks noGrp="1" noRot="1" noChangeAspect="1" noChangeArrowheads="1" noTextEdit="1"/>
          </p:cNvSpPr>
          <p:nvPr>
            <p:ph type="sldImg"/>
          </p:nvPr>
        </p:nvSpPr>
        <p:spPr>
          <a:ln/>
        </p:spPr>
      </p:sp>
      <p:sp>
        <p:nvSpPr>
          <p:cNvPr id="83972" name="Rectangle 3">
            <a:extLst>
              <a:ext uri="{FF2B5EF4-FFF2-40B4-BE49-F238E27FC236}">
                <a16:creationId xmlns:a16="http://schemas.microsoft.com/office/drawing/2014/main" id="{CF67BDDD-B739-9490-BB55-18DE5CAC48AA}"/>
              </a:ext>
            </a:extLst>
          </p:cNvPr>
          <p:cNvSpPr>
            <a:spLocks noGrp="1"/>
          </p:cNvSpPr>
          <p:nvPr>
            <p:ph type="body" idx="1"/>
          </p:nvPr>
        </p:nvSpPr>
        <p:spPr/>
        <p:txBody>
          <a:bodyPr/>
          <a:lstStyle/>
          <a:p>
            <a:pPr eaLnBrk="1" hangingPunct="1">
              <a:defRPr/>
            </a:pPr>
            <a:endParaRPr lang="en-US">
              <a:latin typeface="Gill Sans" charset="0"/>
              <a:ea typeface="ＭＳ Ｐゴシック" charset="0"/>
              <a:cs typeface="+mn-cs"/>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a:extLst>
              <a:ext uri="{FF2B5EF4-FFF2-40B4-BE49-F238E27FC236}">
                <a16:creationId xmlns:a16="http://schemas.microsoft.com/office/drawing/2014/main" id="{CA952995-6D05-9385-7A00-2FBD4C8E667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fld id="{55E0643B-886B-6643-83C4-C29E0BE1AF86}" type="slidenum">
              <a:rPr lang="en-US" altLang="en-US" sz="1200" smtClean="0"/>
              <a:pPr/>
              <a:t>36</a:t>
            </a:fld>
            <a:endParaRPr lang="en-US" altLang="en-US" sz="1200"/>
          </a:p>
        </p:txBody>
      </p:sp>
      <p:sp>
        <p:nvSpPr>
          <p:cNvPr id="69635" name="Rectangle 2">
            <a:extLst>
              <a:ext uri="{FF2B5EF4-FFF2-40B4-BE49-F238E27FC236}">
                <a16:creationId xmlns:a16="http://schemas.microsoft.com/office/drawing/2014/main" id="{6818AAA4-4FA3-DEC5-C2D3-6CD6BB5D8A4B}"/>
              </a:ext>
            </a:extLst>
          </p:cNvPr>
          <p:cNvSpPr>
            <a:spLocks noGrp="1" noRot="1" noChangeAspect="1" noChangeArrowheads="1" noTextEdit="1"/>
          </p:cNvSpPr>
          <p:nvPr>
            <p:ph type="sldImg"/>
          </p:nvPr>
        </p:nvSpPr>
        <p:spPr>
          <a:ln/>
        </p:spPr>
      </p:sp>
      <p:sp>
        <p:nvSpPr>
          <p:cNvPr id="84996" name="Rectangle 3">
            <a:extLst>
              <a:ext uri="{FF2B5EF4-FFF2-40B4-BE49-F238E27FC236}">
                <a16:creationId xmlns:a16="http://schemas.microsoft.com/office/drawing/2014/main" id="{A5E0B80F-60BF-D071-A1AF-A2F834918E2F}"/>
              </a:ext>
            </a:extLst>
          </p:cNvPr>
          <p:cNvSpPr>
            <a:spLocks noGrp="1"/>
          </p:cNvSpPr>
          <p:nvPr>
            <p:ph type="body" idx="1"/>
          </p:nvPr>
        </p:nvSpPr>
        <p:spPr/>
        <p:txBody>
          <a:bodyPr/>
          <a:lstStyle/>
          <a:p>
            <a:pPr eaLnBrk="1" hangingPunct="1">
              <a:defRPr/>
            </a:pPr>
            <a:endParaRPr lang="en-US">
              <a:latin typeface="Gill Sans" charset="0"/>
              <a:ea typeface="ＭＳ Ｐゴシック" charset="0"/>
              <a:cs typeface="+mn-cs"/>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a:extLst>
              <a:ext uri="{FF2B5EF4-FFF2-40B4-BE49-F238E27FC236}">
                <a16:creationId xmlns:a16="http://schemas.microsoft.com/office/drawing/2014/main" id="{2D4A63DB-8492-4585-8879-6284B688466E}"/>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fld id="{7E81AFCF-81E2-CA40-BBC9-3E2E7C3A18C0}" type="slidenum">
              <a:rPr lang="en-US" altLang="en-US" sz="1200" smtClean="0"/>
              <a:pPr/>
              <a:t>37</a:t>
            </a:fld>
            <a:endParaRPr lang="en-US" altLang="en-US" sz="1200"/>
          </a:p>
        </p:txBody>
      </p:sp>
      <p:sp>
        <p:nvSpPr>
          <p:cNvPr id="71683" name="Rectangle 2">
            <a:extLst>
              <a:ext uri="{FF2B5EF4-FFF2-40B4-BE49-F238E27FC236}">
                <a16:creationId xmlns:a16="http://schemas.microsoft.com/office/drawing/2014/main" id="{5F99FC55-7C9B-40D0-DE3C-E783D68758F5}"/>
              </a:ext>
            </a:extLst>
          </p:cNvPr>
          <p:cNvSpPr>
            <a:spLocks noGrp="1" noRot="1" noChangeAspect="1" noChangeArrowheads="1" noTextEdit="1"/>
          </p:cNvSpPr>
          <p:nvPr>
            <p:ph type="sldImg"/>
          </p:nvPr>
        </p:nvSpPr>
        <p:spPr>
          <a:ln/>
        </p:spPr>
      </p:sp>
      <p:sp>
        <p:nvSpPr>
          <p:cNvPr id="86020" name="Rectangle 3">
            <a:extLst>
              <a:ext uri="{FF2B5EF4-FFF2-40B4-BE49-F238E27FC236}">
                <a16:creationId xmlns:a16="http://schemas.microsoft.com/office/drawing/2014/main" id="{1CCAE1FC-908C-C68A-D703-3228D102D8CF}"/>
              </a:ext>
            </a:extLst>
          </p:cNvPr>
          <p:cNvSpPr>
            <a:spLocks noGrp="1"/>
          </p:cNvSpPr>
          <p:nvPr>
            <p:ph type="body" idx="1"/>
          </p:nvPr>
        </p:nvSpPr>
        <p:spPr/>
        <p:txBody>
          <a:bodyPr/>
          <a:lstStyle/>
          <a:p>
            <a:pPr eaLnBrk="1" hangingPunct="1">
              <a:defRPr/>
            </a:pPr>
            <a:endParaRPr lang="en-US">
              <a:latin typeface="Gill Sans" charset="0"/>
              <a:ea typeface="ＭＳ Ｐゴシック" charset="0"/>
              <a:cs typeface="+mn-cs"/>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a:extLst>
              <a:ext uri="{FF2B5EF4-FFF2-40B4-BE49-F238E27FC236}">
                <a16:creationId xmlns:a16="http://schemas.microsoft.com/office/drawing/2014/main" id="{EAAA73AC-DD61-CD14-F394-4069A4AA00E1}"/>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fld id="{F1070E48-1423-1C4F-ADBB-55B74A12BC0C}" type="slidenum">
              <a:rPr lang="en-US" altLang="en-US" sz="1200" smtClean="0"/>
              <a:pPr/>
              <a:t>38</a:t>
            </a:fld>
            <a:endParaRPr lang="en-US" altLang="en-US" sz="1200"/>
          </a:p>
        </p:txBody>
      </p:sp>
      <p:sp>
        <p:nvSpPr>
          <p:cNvPr id="73731" name="Rectangle 2">
            <a:extLst>
              <a:ext uri="{FF2B5EF4-FFF2-40B4-BE49-F238E27FC236}">
                <a16:creationId xmlns:a16="http://schemas.microsoft.com/office/drawing/2014/main" id="{27D2D94A-336C-2CAA-AD50-A4D615362BB1}"/>
              </a:ext>
            </a:extLst>
          </p:cNvPr>
          <p:cNvSpPr>
            <a:spLocks noGrp="1" noRot="1" noChangeAspect="1" noChangeArrowheads="1" noTextEdit="1"/>
          </p:cNvSpPr>
          <p:nvPr>
            <p:ph type="sldImg"/>
          </p:nvPr>
        </p:nvSpPr>
        <p:spPr>
          <a:ln/>
        </p:spPr>
      </p:sp>
      <p:sp>
        <p:nvSpPr>
          <p:cNvPr id="87044" name="Rectangle 3">
            <a:extLst>
              <a:ext uri="{FF2B5EF4-FFF2-40B4-BE49-F238E27FC236}">
                <a16:creationId xmlns:a16="http://schemas.microsoft.com/office/drawing/2014/main" id="{44C0B3AF-ACE3-C5BF-72EE-56394FC76EF1}"/>
              </a:ext>
            </a:extLst>
          </p:cNvPr>
          <p:cNvSpPr>
            <a:spLocks noGrp="1"/>
          </p:cNvSpPr>
          <p:nvPr>
            <p:ph type="body" idx="1"/>
          </p:nvPr>
        </p:nvSpPr>
        <p:spPr/>
        <p:txBody>
          <a:bodyPr/>
          <a:lstStyle/>
          <a:p>
            <a:pPr eaLnBrk="1" hangingPunct="1">
              <a:defRPr/>
            </a:pPr>
            <a:endParaRPr lang="en-US">
              <a:latin typeface="Gill Sans" charset="0"/>
              <a:ea typeface="ＭＳ Ｐゴシック" charset="0"/>
              <a:cs typeface="+mn-cs"/>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a:extLst>
              <a:ext uri="{FF2B5EF4-FFF2-40B4-BE49-F238E27FC236}">
                <a16:creationId xmlns:a16="http://schemas.microsoft.com/office/drawing/2014/main" id="{D9A3DC02-95A3-A638-A7DB-86C46CEF965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fld id="{2F887FF0-3693-9C4A-BF08-BB7D6F10D974}" type="slidenum">
              <a:rPr lang="en-US" altLang="en-US" sz="1200" smtClean="0"/>
              <a:pPr/>
              <a:t>39</a:t>
            </a:fld>
            <a:endParaRPr lang="en-US" altLang="en-US" sz="1200"/>
          </a:p>
        </p:txBody>
      </p:sp>
      <p:sp>
        <p:nvSpPr>
          <p:cNvPr id="75779" name="Rectangle 2">
            <a:extLst>
              <a:ext uri="{FF2B5EF4-FFF2-40B4-BE49-F238E27FC236}">
                <a16:creationId xmlns:a16="http://schemas.microsoft.com/office/drawing/2014/main" id="{71DBDE3B-406E-4FE6-09DB-1EABA92C64D7}"/>
              </a:ext>
            </a:extLst>
          </p:cNvPr>
          <p:cNvSpPr>
            <a:spLocks noGrp="1" noRot="1" noChangeAspect="1" noChangeArrowheads="1" noTextEdit="1"/>
          </p:cNvSpPr>
          <p:nvPr>
            <p:ph type="sldImg"/>
          </p:nvPr>
        </p:nvSpPr>
        <p:spPr>
          <a:ln/>
        </p:spPr>
      </p:sp>
      <p:sp>
        <p:nvSpPr>
          <p:cNvPr id="88068" name="Rectangle 3">
            <a:extLst>
              <a:ext uri="{FF2B5EF4-FFF2-40B4-BE49-F238E27FC236}">
                <a16:creationId xmlns:a16="http://schemas.microsoft.com/office/drawing/2014/main" id="{8A01BA9A-14E4-6B0A-79CD-E26F352E13A2}"/>
              </a:ext>
            </a:extLst>
          </p:cNvPr>
          <p:cNvSpPr>
            <a:spLocks noGrp="1"/>
          </p:cNvSpPr>
          <p:nvPr>
            <p:ph type="body" idx="1"/>
          </p:nvPr>
        </p:nvSpPr>
        <p:spPr/>
        <p:txBody>
          <a:bodyPr/>
          <a:lstStyle/>
          <a:p>
            <a:pPr eaLnBrk="1" hangingPunct="1">
              <a:defRPr/>
            </a:pPr>
            <a:endParaRPr lang="en-US">
              <a:latin typeface="Gill Sans" charset="0"/>
              <a:ea typeface="ＭＳ Ｐゴシック" charset="0"/>
              <a:cs typeface="+mn-cs"/>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a:extLst>
              <a:ext uri="{FF2B5EF4-FFF2-40B4-BE49-F238E27FC236}">
                <a16:creationId xmlns:a16="http://schemas.microsoft.com/office/drawing/2014/main" id="{582905CA-796F-2DB7-54C5-35AC9F86D56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fld id="{9C0F4785-2818-3E42-B531-2189522B58F2}" type="slidenum">
              <a:rPr lang="en-US" altLang="en-US" sz="1200" smtClean="0"/>
              <a:pPr/>
              <a:t>40</a:t>
            </a:fld>
            <a:endParaRPr lang="en-US" altLang="en-US" sz="1200"/>
          </a:p>
        </p:txBody>
      </p:sp>
      <p:sp>
        <p:nvSpPr>
          <p:cNvPr id="77827" name="Rectangle 2">
            <a:extLst>
              <a:ext uri="{FF2B5EF4-FFF2-40B4-BE49-F238E27FC236}">
                <a16:creationId xmlns:a16="http://schemas.microsoft.com/office/drawing/2014/main" id="{FAF0D3C6-FDEF-B3F8-8E48-2E6DFD346943}"/>
              </a:ext>
            </a:extLst>
          </p:cNvPr>
          <p:cNvSpPr>
            <a:spLocks noGrp="1" noRot="1" noChangeAspect="1" noChangeArrowheads="1" noTextEdit="1"/>
          </p:cNvSpPr>
          <p:nvPr>
            <p:ph type="sldImg"/>
          </p:nvPr>
        </p:nvSpPr>
        <p:spPr>
          <a:ln/>
        </p:spPr>
      </p:sp>
      <p:sp>
        <p:nvSpPr>
          <p:cNvPr id="89092" name="Rectangle 3">
            <a:extLst>
              <a:ext uri="{FF2B5EF4-FFF2-40B4-BE49-F238E27FC236}">
                <a16:creationId xmlns:a16="http://schemas.microsoft.com/office/drawing/2014/main" id="{EAE2084E-8374-EF42-C646-3A11FCABCFD8}"/>
              </a:ext>
            </a:extLst>
          </p:cNvPr>
          <p:cNvSpPr>
            <a:spLocks noGrp="1"/>
          </p:cNvSpPr>
          <p:nvPr>
            <p:ph type="body" idx="1"/>
          </p:nvPr>
        </p:nvSpPr>
        <p:spPr/>
        <p:txBody>
          <a:bodyPr/>
          <a:lstStyle/>
          <a:p>
            <a:pPr eaLnBrk="1" hangingPunct="1">
              <a:defRPr/>
            </a:pPr>
            <a:r>
              <a:rPr lang="en-US" dirty="0">
                <a:latin typeface="Gill Sans" charset="0"/>
                <a:ea typeface="ＭＳ Ｐゴシック" charset="0"/>
                <a:cs typeface="+mn-cs"/>
              </a:rPr>
              <a:t>A log of the hours of estimated work remaining after each day of the sprint</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a:extLst>
              <a:ext uri="{FF2B5EF4-FFF2-40B4-BE49-F238E27FC236}">
                <a16:creationId xmlns:a16="http://schemas.microsoft.com/office/drawing/2014/main" id="{76636DAA-A2FD-BCA7-5020-3D9F4F584601}"/>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fld id="{49841178-2E1D-234E-BC30-B15D847F1703}" type="slidenum">
              <a:rPr lang="en-US" altLang="en-US" sz="1200" smtClean="0"/>
              <a:pPr/>
              <a:t>41</a:t>
            </a:fld>
            <a:endParaRPr lang="en-US" altLang="en-US" sz="1200"/>
          </a:p>
        </p:txBody>
      </p:sp>
      <p:sp>
        <p:nvSpPr>
          <p:cNvPr id="79875" name="Rectangle 2">
            <a:extLst>
              <a:ext uri="{FF2B5EF4-FFF2-40B4-BE49-F238E27FC236}">
                <a16:creationId xmlns:a16="http://schemas.microsoft.com/office/drawing/2014/main" id="{55D9F034-DCD1-0229-E5E6-2319BC7E4C01}"/>
              </a:ext>
            </a:extLst>
          </p:cNvPr>
          <p:cNvSpPr>
            <a:spLocks noGrp="1" noRot="1" noChangeAspect="1" noChangeArrowheads="1" noTextEdit="1"/>
          </p:cNvSpPr>
          <p:nvPr>
            <p:ph type="sldImg"/>
          </p:nvPr>
        </p:nvSpPr>
        <p:spPr>
          <a:ln/>
        </p:spPr>
      </p:sp>
      <p:sp>
        <p:nvSpPr>
          <p:cNvPr id="90116" name="Rectangle 3">
            <a:extLst>
              <a:ext uri="{FF2B5EF4-FFF2-40B4-BE49-F238E27FC236}">
                <a16:creationId xmlns:a16="http://schemas.microsoft.com/office/drawing/2014/main" id="{BAAA7729-9DCF-6026-9DD5-0C2CF037516A}"/>
              </a:ext>
            </a:extLst>
          </p:cNvPr>
          <p:cNvSpPr>
            <a:spLocks noGrp="1"/>
          </p:cNvSpPr>
          <p:nvPr>
            <p:ph type="body" idx="1"/>
          </p:nvPr>
        </p:nvSpPr>
        <p:spPr/>
        <p:txBody>
          <a:bodyPr/>
          <a:lstStyle/>
          <a:p>
            <a:pPr eaLnBrk="1" hangingPunct="1">
              <a:defRPr/>
            </a:pPr>
            <a:endParaRPr lang="en-US">
              <a:latin typeface="Gill Sans" charset="0"/>
              <a:ea typeface="ＭＳ Ｐゴシック" charset="0"/>
              <a:cs typeface="+mn-cs"/>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a:extLst>
              <a:ext uri="{FF2B5EF4-FFF2-40B4-BE49-F238E27FC236}">
                <a16:creationId xmlns:a16="http://schemas.microsoft.com/office/drawing/2014/main" id="{2AE291BA-C692-387B-3EEB-C79807A1B14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fld id="{563017CB-87AD-0F48-9D27-0A8C5CF347A1}" type="slidenum">
              <a:rPr lang="en-US" altLang="en-US" sz="1200" smtClean="0"/>
              <a:pPr/>
              <a:t>42</a:t>
            </a:fld>
            <a:endParaRPr lang="en-US" altLang="en-US" sz="1200"/>
          </a:p>
        </p:txBody>
      </p:sp>
      <p:sp>
        <p:nvSpPr>
          <p:cNvPr id="81923" name="Rectangle 2">
            <a:extLst>
              <a:ext uri="{FF2B5EF4-FFF2-40B4-BE49-F238E27FC236}">
                <a16:creationId xmlns:a16="http://schemas.microsoft.com/office/drawing/2014/main" id="{215393DA-6458-8B9D-F2F0-FA3C50A162E3}"/>
              </a:ext>
            </a:extLst>
          </p:cNvPr>
          <p:cNvSpPr>
            <a:spLocks noGrp="1" noRot="1" noChangeAspect="1" noChangeArrowheads="1" noTextEdit="1"/>
          </p:cNvSpPr>
          <p:nvPr>
            <p:ph type="sldImg"/>
          </p:nvPr>
        </p:nvSpPr>
        <p:spPr>
          <a:solidFill>
            <a:srgbClr val="FFFFFF"/>
          </a:solidFill>
          <a:ln/>
        </p:spPr>
      </p:sp>
      <p:sp>
        <p:nvSpPr>
          <p:cNvPr id="91140" name="Rectangle 3">
            <a:extLst>
              <a:ext uri="{FF2B5EF4-FFF2-40B4-BE49-F238E27FC236}">
                <a16:creationId xmlns:a16="http://schemas.microsoft.com/office/drawing/2014/main" id="{9B9E4BDA-C83B-9753-979D-7D9685F1E0ED}"/>
              </a:ext>
            </a:extLst>
          </p:cNvPr>
          <p:cNvSpPr>
            <a:spLocks noGrp="1" noChangeArrowheads="1"/>
          </p:cNvSpPr>
          <p:nvPr>
            <p:ph type="body" idx="1"/>
          </p:nvPr>
        </p:nvSpPr>
        <p:spPr>
          <a:solidFill>
            <a:srgbClr val="FFFFFF"/>
          </a:solidFill>
          <a:ln w="25400">
            <a:solidFill>
              <a:srgbClr val="000000"/>
            </a:solidFill>
            <a:miter lim="800000"/>
            <a:headEnd/>
            <a:tailEnd/>
          </a:ln>
        </p:spPr>
        <p:txBody>
          <a:bodyPr/>
          <a:lstStyle/>
          <a:p>
            <a:pPr eaLnBrk="1" hangingPunct="1">
              <a:defRPr/>
            </a:pPr>
            <a:endParaRPr lang="en-US">
              <a:latin typeface="Gill Sans" charset="0"/>
              <a:ea typeface="ＭＳ Ｐゴシック" charset="0"/>
              <a:cs typeface="+mn-cs"/>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a:extLst>
              <a:ext uri="{FF2B5EF4-FFF2-40B4-BE49-F238E27FC236}">
                <a16:creationId xmlns:a16="http://schemas.microsoft.com/office/drawing/2014/main" id="{7916CCD7-9671-B6D4-CA7C-19BF47B2510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fld id="{01813FF2-6169-194E-B308-9847CE85E42E}" type="slidenum">
              <a:rPr lang="en-US" altLang="en-US" sz="1200" smtClean="0"/>
              <a:pPr/>
              <a:t>43</a:t>
            </a:fld>
            <a:endParaRPr lang="en-US" altLang="en-US" sz="1200"/>
          </a:p>
        </p:txBody>
      </p:sp>
      <p:sp>
        <p:nvSpPr>
          <p:cNvPr id="83971" name="Rectangle 2">
            <a:extLst>
              <a:ext uri="{FF2B5EF4-FFF2-40B4-BE49-F238E27FC236}">
                <a16:creationId xmlns:a16="http://schemas.microsoft.com/office/drawing/2014/main" id="{A29EAB1D-1E00-15BE-EA4E-C48D2D2E0A05}"/>
              </a:ext>
            </a:extLst>
          </p:cNvPr>
          <p:cNvSpPr>
            <a:spLocks noGrp="1" noRot="1" noChangeAspect="1" noChangeArrowheads="1" noTextEdit="1"/>
          </p:cNvSpPr>
          <p:nvPr>
            <p:ph type="sldImg"/>
          </p:nvPr>
        </p:nvSpPr>
        <p:spPr>
          <a:ln/>
        </p:spPr>
      </p:sp>
      <p:sp>
        <p:nvSpPr>
          <p:cNvPr id="92164" name="Rectangle 3">
            <a:extLst>
              <a:ext uri="{FF2B5EF4-FFF2-40B4-BE49-F238E27FC236}">
                <a16:creationId xmlns:a16="http://schemas.microsoft.com/office/drawing/2014/main" id="{96CFA381-BCB7-8CED-9A11-6231875EE289}"/>
              </a:ext>
            </a:extLst>
          </p:cNvPr>
          <p:cNvSpPr>
            <a:spLocks noGrp="1"/>
          </p:cNvSpPr>
          <p:nvPr>
            <p:ph type="body" idx="1"/>
          </p:nvPr>
        </p:nvSpPr>
        <p:spPr/>
        <p:txBody>
          <a:bodyPr/>
          <a:lstStyle/>
          <a:p>
            <a:pPr eaLnBrk="1" hangingPunct="1">
              <a:defRPr/>
            </a:pPr>
            <a:r>
              <a:rPr lang="en-US" dirty="0">
                <a:latin typeface="Gill Sans" charset="0"/>
                <a:ea typeface="ＭＳ Ｐゴシック" charset="0"/>
                <a:cs typeface="+mn-cs"/>
              </a:rPr>
              <a:t>For capstone teams, 3 or 4 works best.</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a:extLst>
              <a:ext uri="{FF2B5EF4-FFF2-40B4-BE49-F238E27FC236}">
                <a16:creationId xmlns:a16="http://schemas.microsoft.com/office/drawing/2014/main" id="{A9EA0736-696C-298F-9A81-7F6311CCBB9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fld id="{F335CF89-647A-A44C-A3C8-4DF55BCCB573}" type="slidenum">
              <a:rPr lang="en-US" altLang="en-US" sz="1200" smtClean="0"/>
              <a:pPr/>
              <a:t>44</a:t>
            </a:fld>
            <a:endParaRPr lang="en-US" altLang="en-US" sz="1200"/>
          </a:p>
        </p:txBody>
      </p:sp>
      <p:sp>
        <p:nvSpPr>
          <p:cNvPr id="86019" name="Rectangle 2">
            <a:extLst>
              <a:ext uri="{FF2B5EF4-FFF2-40B4-BE49-F238E27FC236}">
                <a16:creationId xmlns:a16="http://schemas.microsoft.com/office/drawing/2014/main" id="{3C790E6C-9A65-FF9E-3576-30FE97492AB2}"/>
              </a:ext>
            </a:extLst>
          </p:cNvPr>
          <p:cNvSpPr>
            <a:spLocks noGrp="1" noRot="1" noChangeAspect="1" noChangeArrowheads="1" noTextEdit="1"/>
          </p:cNvSpPr>
          <p:nvPr>
            <p:ph type="sldImg"/>
          </p:nvPr>
        </p:nvSpPr>
        <p:spPr>
          <a:ln/>
        </p:spPr>
      </p:sp>
      <p:sp>
        <p:nvSpPr>
          <p:cNvPr id="95236" name="Rectangle 3">
            <a:extLst>
              <a:ext uri="{FF2B5EF4-FFF2-40B4-BE49-F238E27FC236}">
                <a16:creationId xmlns:a16="http://schemas.microsoft.com/office/drawing/2014/main" id="{7EE56BE3-3EEA-67E8-EDE3-17F84A8DA79E}"/>
              </a:ext>
            </a:extLst>
          </p:cNvPr>
          <p:cNvSpPr>
            <a:spLocks noGrp="1"/>
          </p:cNvSpPr>
          <p:nvPr>
            <p:ph type="body" idx="1"/>
          </p:nvPr>
        </p:nvSpPr>
        <p:spPr/>
        <p:txBody>
          <a:bodyPr/>
          <a:lstStyle/>
          <a:p>
            <a:pPr eaLnBrk="1" hangingPunct="1">
              <a:defRPr/>
            </a:pPr>
            <a:endParaRPr lang="en-US">
              <a:latin typeface="Gill Sans" charset="0"/>
              <a:ea typeface="ＭＳ Ｐゴシック" charset="0"/>
              <a:cs typeface="+mn-cs"/>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a:extLst>
              <a:ext uri="{FF2B5EF4-FFF2-40B4-BE49-F238E27FC236}">
                <a16:creationId xmlns:a16="http://schemas.microsoft.com/office/drawing/2014/main" id="{4E2444C6-0357-F862-C530-0BD69CA75D65}"/>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fld id="{C70801DD-92AB-2846-A2D2-81DA0C694E85}" type="slidenum">
              <a:rPr lang="en-US" altLang="en-US" sz="1200" smtClean="0"/>
              <a:pPr/>
              <a:t>45</a:t>
            </a:fld>
            <a:endParaRPr lang="en-US" altLang="en-US" sz="1200"/>
          </a:p>
        </p:txBody>
      </p:sp>
      <p:sp>
        <p:nvSpPr>
          <p:cNvPr id="88067" name="Rectangle 2">
            <a:extLst>
              <a:ext uri="{FF2B5EF4-FFF2-40B4-BE49-F238E27FC236}">
                <a16:creationId xmlns:a16="http://schemas.microsoft.com/office/drawing/2014/main" id="{DC7EA237-B860-4C04-CEF7-0DC127794D8B}"/>
              </a:ext>
            </a:extLst>
          </p:cNvPr>
          <p:cNvSpPr>
            <a:spLocks noGrp="1" noRot="1" noChangeAspect="1" noChangeArrowheads="1" noTextEdit="1"/>
          </p:cNvSpPr>
          <p:nvPr>
            <p:ph type="sldImg"/>
          </p:nvPr>
        </p:nvSpPr>
        <p:spPr>
          <a:ln/>
        </p:spPr>
      </p:sp>
      <p:sp>
        <p:nvSpPr>
          <p:cNvPr id="96260" name="Rectangle 3">
            <a:extLst>
              <a:ext uri="{FF2B5EF4-FFF2-40B4-BE49-F238E27FC236}">
                <a16:creationId xmlns:a16="http://schemas.microsoft.com/office/drawing/2014/main" id="{AFB71B1F-701F-C029-1C74-4A030C5B0C7C}"/>
              </a:ext>
            </a:extLst>
          </p:cNvPr>
          <p:cNvSpPr>
            <a:spLocks noGrp="1"/>
          </p:cNvSpPr>
          <p:nvPr>
            <p:ph type="body" idx="1"/>
          </p:nvPr>
        </p:nvSpPr>
        <p:spPr/>
        <p:txBody>
          <a:bodyPr/>
          <a:lstStyle/>
          <a:p>
            <a:pPr eaLnBrk="1" hangingPunct="1">
              <a:defRPr/>
            </a:pPr>
            <a:endParaRPr lang="en-US">
              <a:latin typeface="Gill Sans" charset="0"/>
              <a:ea typeface="ＭＳ Ｐゴシック" charset="0"/>
              <a:cs typeface="+mn-cs"/>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a:extLst>
              <a:ext uri="{FF2B5EF4-FFF2-40B4-BE49-F238E27FC236}">
                <a16:creationId xmlns:a16="http://schemas.microsoft.com/office/drawing/2014/main" id="{203DFB7B-174B-ED6A-A031-2CDD5B62A2D5}"/>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fld id="{C6EE3597-5853-9147-A395-93647E541DC1}" type="slidenum">
              <a:rPr lang="en-US" altLang="en-US" sz="1200" smtClean="0"/>
              <a:pPr/>
              <a:t>46</a:t>
            </a:fld>
            <a:endParaRPr lang="en-US" altLang="en-US" sz="1200"/>
          </a:p>
        </p:txBody>
      </p:sp>
      <p:sp>
        <p:nvSpPr>
          <p:cNvPr id="90115" name="Rectangle 2">
            <a:extLst>
              <a:ext uri="{FF2B5EF4-FFF2-40B4-BE49-F238E27FC236}">
                <a16:creationId xmlns:a16="http://schemas.microsoft.com/office/drawing/2014/main" id="{2D1C5DB3-8364-B860-33EE-E8DEF9462213}"/>
              </a:ext>
            </a:extLst>
          </p:cNvPr>
          <p:cNvSpPr>
            <a:spLocks noGrp="1" noRot="1" noChangeAspect="1" noChangeArrowheads="1" noTextEdit="1"/>
          </p:cNvSpPr>
          <p:nvPr>
            <p:ph type="sldImg"/>
          </p:nvPr>
        </p:nvSpPr>
        <p:spPr>
          <a:ln/>
        </p:spPr>
      </p:sp>
      <p:sp>
        <p:nvSpPr>
          <p:cNvPr id="97284" name="Rectangle 3">
            <a:extLst>
              <a:ext uri="{FF2B5EF4-FFF2-40B4-BE49-F238E27FC236}">
                <a16:creationId xmlns:a16="http://schemas.microsoft.com/office/drawing/2014/main" id="{4007C6AA-0E22-6FC0-DC7A-BF5688572FFD}"/>
              </a:ext>
            </a:extLst>
          </p:cNvPr>
          <p:cNvSpPr>
            <a:spLocks noGrp="1"/>
          </p:cNvSpPr>
          <p:nvPr>
            <p:ph type="body" idx="1"/>
          </p:nvPr>
        </p:nvSpPr>
        <p:spPr/>
        <p:txBody>
          <a:bodyPr/>
          <a:lstStyle/>
          <a:p>
            <a:pPr eaLnBrk="1" hangingPunct="1">
              <a:defRPr/>
            </a:pPr>
            <a:endParaRPr lang="en-US">
              <a:latin typeface="Gill Sans" charset="0"/>
              <a:ea typeface="ＭＳ Ｐゴシック" charset="0"/>
              <a:cs typeface="+mn-cs"/>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a:extLst>
              <a:ext uri="{FF2B5EF4-FFF2-40B4-BE49-F238E27FC236}">
                <a16:creationId xmlns:a16="http://schemas.microsoft.com/office/drawing/2014/main" id="{D35C2310-C280-8A20-8AD8-9DEBC861F27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fld id="{77B916B5-CAA9-CA43-A175-E231C1E682C0}" type="slidenum">
              <a:rPr lang="en-US" altLang="en-US" sz="1200" smtClean="0"/>
              <a:pPr/>
              <a:t>47</a:t>
            </a:fld>
            <a:endParaRPr lang="en-US" altLang="en-US" sz="1200"/>
          </a:p>
        </p:txBody>
      </p:sp>
      <p:sp>
        <p:nvSpPr>
          <p:cNvPr id="92163" name="Rectangle 2">
            <a:extLst>
              <a:ext uri="{FF2B5EF4-FFF2-40B4-BE49-F238E27FC236}">
                <a16:creationId xmlns:a16="http://schemas.microsoft.com/office/drawing/2014/main" id="{37FDD63C-0673-D39B-5569-D8AF84250D68}"/>
              </a:ext>
            </a:extLst>
          </p:cNvPr>
          <p:cNvSpPr>
            <a:spLocks noGrp="1" noRot="1" noChangeAspect="1" noChangeArrowheads="1" noTextEdit="1"/>
          </p:cNvSpPr>
          <p:nvPr>
            <p:ph type="sldImg"/>
          </p:nvPr>
        </p:nvSpPr>
        <p:spPr>
          <a:ln/>
        </p:spPr>
      </p:sp>
      <p:sp>
        <p:nvSpPr>
          <p:cNvPr id="98308" name="Rectangle 3">
            <a:extLst>
              <a:ext uri="{FF2B5EF4-FFF2-40B4-BE49-F238E27FC236}">
                <a16:creationId xmlns:a16="http://schemas.microsoft.com/office/drawing/2014/main" id="{033E4D1C-12B7-21B0-C48D-E6E0048DCC7B}"/>
              </a:ext>
            </a:extLst>
          </p:cNvPr>
          <p:cNvSpPr>
            <a:spLocks noGrp="1"/>
          </p:cNvSpPr>
          <p:nvPr>
            <p:ph type="body" idx="1"/>
          </p:nvPr>
        </p:nvSpPr>
        <p:spPr/>
        <p:txBody>
          <a:bodyPr/>
          <a:lstStyle/>
          <a:p>
            <a:pPr eaLnBrk="1" hangingPunct="1">
              <a:defRPr/>
            </a:pPr>
            <a:endParaRPr lang="en-US">
              <a:latin typeface="Gill Sans" charset="0"/>
              <a:ea typeface="ＭＳ Ｐゴシック" charset="0"/>
              <a:cs typeface="+mn-cs"/>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a:extLst>
              <a:ext uri="{FF2B5EF4-FFF2-40B4-BE49-F238E27FC236}">
                <a16:creationId xmlns:a16="http://schemas.microsoft.com/office/drawing/2014/main" id="{5C2D7C49-1E12-E730-ECB2-5F47CB4604C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fld id="{E0F8D416-10B3-AE47-ABB5-85D4D6979AD2}" type="slidenum">
              <a:rPr lang="en-US" altLang="en-US" sz="1200" smtClean="0"/>
              <a:pPr/>
              <a:t>48</a:t>
            </a:fld>
            <a:endParaRPr lang="en-US" altLang="en-US" sz="1200"/>
          </a:p>
        </p:txBody>
      </p:sp>
      <p:sp>
        <p:nvSpPr>
          <p:cNvPr id="94211" name="Rectangle 2">
            <a:extLst>
              <a:ext uri="{FF2B5EF4-FFF2-40B4-BE49-F238E27FC236}">
                <a16:creationId xmlns:a16="http://schemas.microsoft.com/office/drawing/2014/main" id="{E3D8AE8B-1F08-205A-1643-986A016B38B0}"/>
              </a:ext>
            </a:extLst>
          </p:cNvPr>
          <p:cNvSpPr>
            <a:spLocks noGrp="1" noRot="1" noChangeAspect="1" noChangeArrowheads="1" noTextEdit="1"/>
          </p:cNvSpPr>
          <p:nvPr>
            <p:ph type="sldImg"/>
          </p:nvPr>
        </p:nvSpPr>
        <p:spPr>
          <a:ln/>
        </p:spPr>
      </p:sp>
      <p:sp>
        <p:nvSpPr>
          <p:cNvPr id="99332" name="Rectangle 3">
            <a:extLst>
              <a:ext uri="{FF2B5EF4-FFF2-40B4-BE49-F238E27FC236}">
                <a16:creationId xmlns:a16="http://schemas.microsoft.com/office/drawing/2014/main" id="{16F92045-F907-B86D-275A-F0E97B6FBB65}"/>
              </a:ext>
            </a:extLst>
          </p:cNvPr>
          <p:cNvSpPr>
            <a:spLocks noGrp="1"/>
          </p:cNvSpPr>
          <p:nvPr>
            <p:ph type="body" idx="1"/>
          </p:nvPr>
        </p:nvSpPr>
        <p:spPr/>
        <p:txBody>
          <a:bodyPr/>
          <a:lstStyle/>
          <a:p>
            <a:pPr eaLnBrk="1" hangingPunct="1">
              <a:defRPr/>
            </a:pPr>
            <a:endParaRPr lang="en-US">
              <a:latin typeface="Gill Sans" charset="0"/>
              <a:ea typeface="ＭＳ Ｐゴシック" charset="0"/>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366963"/>
            <a:ext cx="8636000" cy="1633537"/>
          </a:xfrm>
        </p:spPr>
        <p:txBody>
          <a:bodyPr/>
          <a:lstStyle/>
          <a:p>
            <a:r>
              <a:rPr lang="en-US"/>
              <a:t>Click to edit Master title style</a:t>
            </a:r>
          </a:p>
        </p:txBody>
      </p:sp>
      <p:sp>
        <p:nvSpPr>
          <p:cNvPr id="3" name="Subtitle 2"/>
          <p:cNvSpPr>
            <a:spLocks noGrp="1"/>
          </p:cNvSpPr>
          <p:nvPr>
            <p:ph type="subTitle" idx="1"/>
          </p:nvPr>
        </p:nvSpPr>
        <p:spPr>
          <a:xfrm>
            <a:off x="1524000" y="4318000"/>
            <a:ext cx="7112000" cy="1947863"/>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Tree>
    <p:extLst>
      <p:ext uri="{BB962C8B-B14F-4D97-AF65-F5344CB8AC3E}">
        <p14:creationId xmlns:p14="http://schemas.microsoft.com/office/powerpoint/2010/main" val="3175855982"/>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03065666"/>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03275" y="4895850"/>
            <a:ext cx="8636000" cy="15144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803275" y="3228975"/>
            <a:ext cx="8636000" cy="1666875"/>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323506746"/>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054100" y="4699000"/>
            <a:ext cx="3759200" cy="14859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965700" y="4699000"/>
            <a:ext cx="3759200" cy="14859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83752418"/>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08000" y="304800"/>
            <a:ext cx="9144000" cy="1270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508000" y="1704975"/>
            <a:ext cx="4489450" cy="71120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08000" y="2416175"/>
            <a:ext cx="4489450" cy="439102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160963" y="1704975"/>
            <a:ext cx="4491037" cy="71120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160963" y="2416175"/>
            <a:ext cx="4491037" cy="439102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51337932"/>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301048468"/>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61385088"/>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8000" y="303213"/>
            <a:ext cx="3343275" cy="1290637"/>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971925" y="303213"/>
            <a:ext cx="5680075" cy="650398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508000" y="1593850"/>
            <a:ext cx="3343275" cy="521335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66440418"/>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90725" y="5334000"/>
            <a:ext cx="6096000" cy="6302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990725" y="681038"/>
            <a:ext cx="6096000" cy="45720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sym typeface="Gill Sans" pitchFamily="80" charset="0"/>
            </a:endParaRPr>
          </a:p>
        </p:txBody>
      </p:sp>
      <p:sp>
        <p:nvSpPr>
          <p:cNvPr id="4" name="Text Placeholder 3"/>
          <p:cNvSpPr>
            <a:spLocks noGrp="1"/>
          </p:cNvSpPr>
          <p:nvPr>
            <p:ph type="body" sz="half" idx="2"/>
          </p:nvPr>
        </p:nvSpPr>
        <p:spPr>
          <a:xfrm>
            <a:off x="1990725" y="5964238"/>
            <a:ext cx="6096000" cy="8937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857839148"/>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4240036"/>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124700" y="1282700"/>
            <a:ext cx="2044700" cy="49022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990600" y="1282700"/>
            <a:ext cx="5981700" cy="4902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54924932"/>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366963"/>
            <a:ext cx="8636000" cy="1633537"/>
          </a:xfrm>
          <a:prstGeom prst="rect">
            <a:avLst/>
          </a:prstGeom>
        </p:spPr>
        <p:txBody>
          <a:bodyPr/>
          <a:lstStyle/>
          <a:p>
            <a:r>
              <a:rPr lang="en-US"/>
              <a:t>Click to edit Master title style</a:t>
            </a:r>
          </a:p>
        </p:txBody>
      </p:sp>
      <p:sp>
        <p:nvSpPr>
          <p:cNvPr id="3" name="Subtitle 2"/>
          <p:cNvSpPr>
            <a:spLocks noGrp="1"/>
          </p:cNvSpPr>
          <p:nvPr>
            <p:ph type="subTitle" idx="1"/>
          </p:nvPr>
        </p:nvSpPr>
        <p:spPr>
          <a:xfrm>
            <a:off x="1524000" y="4318000"/>
            <a:ext cx="7112000" cy="1947863"/>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Tree>
    <p:extLst>
      <p:ext uri="{BB962C8B-B14F-4D97-AF65-F5344CB8AC3E}">
        <p14:creationId xmlns:p14="http://schemas.microsoft.com/office/powerpoint/2010/main" val="1341283832"/>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08000" y="304800"/>
            <a:ext cx="9144000" cy="1270000"/>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508000" y="1778000"/>
            <a:ext cx="9144000" cy="50292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0782038"/>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03275" y="4895850"/>
            <a:ext cx="8636000" cy="1514475"/>
          </a:xfrm>
          <a:prstGeom prst="rect">
            <a:avLst/>
          </a:prstGeo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803275" y="3228975"/>
            <a:ext cx="8636000" cy="1666875"/>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3034478638"/>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08000" y="304800"/>
            <a:ext cx="9144000" cy="1270000"/>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508000" y="1778000"/>
            <a:ext cx="4495800" cy="5029200"/>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156200" y="1778000"/>
            <a:ext cx="4495800" cy="5029200"/>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7595631"/>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08000" y="304800"/>
            <a:ext cx="9144000" cy="1270000"/>
          </a:xfrm>
          <a:prstGeom prst="rect">
            <a:avLst/>
          </a:prstGeo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508000" y="1704975"/>
            <a:ext cx="4489450" cy="711200"/>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08000" y="2416175"/>
            <a:ext cx="4489450" cy="439102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160963" y="1704975"/>
            <a:ext cx="4491037" cy="711200"/>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160963" y="2416175"/>
            <a:ext cx="4491037" cy="439102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09996493"/>
      </p:ext>
    </p:extLst>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508000" y="304800"/>
            <a:ext cx="9144000" cy="1270000"/>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1329329586"/>
      </p:ext>
    </p:extLst>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039584853"/>
      </p:ext>
    </p:extLst>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8000" y="303213"/>
            <a:ext cx="3343275" cy="1290637"/>
          </a:xfrm>
          <a:prstGeom prst="rect">
            <a:avLst/>
          </a:prstGeo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971925" y="303213"/>
            <a:ext cx="5680075" cy="6503987"/>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508000" y="1593850"/>
            <a:ext cx="3343275" cy="5213350"/>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835035456"/>
      </p:ext>
    </p:extLst>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90725" y="5334000"/>
            <a:ext cx="6096000" cy="630238"/>
          </a:xfrm>
          <a:prstGeom prst="rect">
            <a:avLst/>
          </a:prstGeo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990725" y="681038"/>
            <a:ext cx="6096000" cy="45720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sym typeface="Gill Sans" pitchFamily="80" charset="0"/>
            </a:endParaRPr>
          </a:p>
        </p:txBody>
      </p:sp>
      <p:sp>
        <p:nvSpPr>
          <p:cNvPr id="4" name="Text Placeholder 3"/>
          <p:cNvSpPr>
            <a:spLocks noGrp="1"/>
          </p:cNvSpPr>
          <p:nvPr>
            <p:ph type="body" sz="half" idx="2"/>
          </p:nvPr>
        </p:nvSpPr>
        <p:spPr>
          <a:xfrm>
            <a:off x="1990725" y="5964238"/>
            <a:ext cx="6096000" cy="8937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95317339"/>
      </p:ext>
    </p:extLst>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508000" y="304800"/>
            <a:ext cx="9144000" cy="1270000"/>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508000" y="1778000"/>
            <a:ext cx="9144000" cy="5029200"/>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30265730"/>
      </p:ext>
    </p:extLst>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366000" y="304800"/>
            <a:ext cx="2286000" cy="6502400"/>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508000" y="304800"/>
            <a:ext cx="6705600" cy="6502400"/>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64878597"/>
      </p:ext>
    </p:extLst>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366963"/>
            <a:ext cx="8636000" cy="1633537"/>
          </a:xfrm>
        </p:spPr>
        <p:txBody>
          <a:bodyPr/>
          <a:lstStyle/>
          <a:p>
            <a:r>
              <a:rPr lang="en-US"/>
              <a:t>Click to edit Master title style</a:t>
            </a:r>
          </a:p>
        </p:txBody>
      </p:sp>
      <p:sp>
        <p:nvSpPr>
          <p:cNvPr id="3" name="Subtitle 2"/>
          <p:cNvSpPr>
            <a:spLocks noGrp="1"/>
          </p:cNvSpPr>
          <p:nvPr>
            <p:ph type="subTitle" idx="1"/>
          </p:nvPr>
        </p:nvSpPr>
        <p:spPr>
          <a:xfrm>
            <a:off x="1524000" y="4318000"/>
            <a:ext cx="7112000" cy="1947863"/>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Tree>
    <p:extLst>
      <p:ext uri="{BB962C8B-B14F-4D97-AF65-F5344CB8AC3E}">
        <p14:creationId xmlns:p14="http://schemas.microsoft.com/office/powerpoint/2010/main" val="844661181"/>
      </p:ext>
    </p:extLst>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800"/>
            </a:lvl1pPr>
          </a:lstStyle>
          <a:p>
            <a:r>
              <a:rPr lang="en-US" dirty="0"/>
              <a:t>Click to edit Master title style</a:t>
            </a:r>
          </a:p>
        </p:txBody>
      </p:sp>
      <p:sp>
        <p:nvSpPr>
          <p:cNvPr id="3" name="Content Placeholder 2"/>
          <p:cNvSpPr>
            <a:spLocks noGrp="1"/>
          </p:cNvSpPr>
          <p:nvPr>
            <p:ph idx="1"/>
          </p:nvPr>
        </p:nvSpPr>
        <p:spPr>
          <a:xfrm>
            <a:off x="508000" y="1778000"/>
            <a:ext cx="9144000" cy="5029200"/>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574096151"/>
      </p:ext>
    </p:extLst>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03275" y="4895850"/>
            <a:ext cx="8636000" cy="15144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803275" y="3228975"/>
            <a:ext cx="8636000" cy="1666875"/>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743589066"/>
      </p:ext>
    </p:extLst>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508000" y="1778000"/>
            <a:ext cx="4495800" cy="5029200"/>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156200" y="1778000"/>
            <a:ext cx="4495800" cy="5029200"/>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40973669"/>
      </p:ext>
    </p:extLst>
  </p:cSld>
  <p:clrMapOvr>
    <a:masterClrMapping/>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08000" y="304800"/>
            <a:ext cx="9144000" cy="1270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508000" y="1704975"/>
            <a:ext cx="4489450" cy="711200"/>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08000" y="2416175"/>
            <a:ext cx="4489450" cy="439102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160963" y="1704975"/>
            <a:ext cx="4491037" cy="711200"/>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160963" y="2416175"/>
            <a:ext cx="4491037" cy="439102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17233644"/>
      </p:ext>
    </p:extLst>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800"/>
            </a:lvl1pPr>
          </a:lstStyle>
          <a:p>
            <a:r>
              <a:rPr lang="en-US" dirty="0"/>
              <a:t>Click to edit Master title style</a:t>
            </a:r>
          </a:p>
        </p:txBody>
      </p:sp>
    </p:spTree>
    <p:extLst>
      <p:ext uri="{BB962C8B-B14F-4D97-AF65-F5344CB8AC3E}">
        <p14:creationId xmlns:p14="http://schemas.microsoft.com/office/powerpoint/2010/main" val="2376218314"/>
      </p:ext>
    </p:extLst>
  </p:cSld>
  <p:clrMapOvr>
    <a:masterClrMapping/>
  </p:clrMapOv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194406152"/>
      </p:ext>
    </p:extLst>
  </p:cSld>
  <p:clrMapOvr>
    <a:masterClrMapping/>
  </p:clrMapOv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8000" y="303213"/>
            <a:ext cx="3343275" cy="1290637"/>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971925" y="303213"/>
            <a:ext cx="5680075" cy="6503987"/>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508000" y="1593850"/>
            <a:ext cx="3343275" cy="5213350"/>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798803851"/>
      </p:ext>
    </p:extLst>
  </p:cSld>
  <p:clrMapOvr>
    <a:masterClrMapping/>
  </p:clrMapOv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90725" y="5334000"/>
            <a:ext cx="6096000" cy="6302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990725" y="681038"/>
            <a:ext cx="6096000" cy="45720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sym typeface="Gill Sans" pitchFamily="80" charset="0"/>
            </a:endParaRPr>
          </a:p>
        </p:txBody>
      </p:sp>
      <p:sp>
        <p:nvSpPr>
          <p:cNvPr id="4" name="Text Placeholder 3"/>
          <p:cNvSpPr>
            <a:spLocks noGrp="1"/>
          </p:cNvSpPr>
          <p:nvPr>
            <p:ph type="body" sz="half" idx="2"/>
          </p:nvPr>
        </p:nvSpPr>
        <p:spPr>
          <a:xfrm>
            <a:off x="1990725" y="5964238"/>
            <a:ext cx="6096000" cy="8937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406923455"/>
      </p:ext>
    </p:extLst>
  </p:cSld>
  <p:clrMapOvr>
    <a:masterClrMapping/>
  </p:clrMapOvr>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a:xfrm>
            <a:off x="508000" y="1778000"/>
            <a:ext cx="9144000" cy="5029200"/>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20584976"/>
      </p:ext>
    </p:extLst>
  </p:cSld>
  <p:clrMapOvr>
    <a:masterClrMapping/>
  </p:clrMapOvr>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439025" y="114300"/>
            <a:ext cx="2365375" cy="66929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42900" y="114300"/>
            <a:ext cx="6943725" cy="6692900"/>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52546047"/>
      </p:ext>
    </p:extLst>
  </p:cSld>
  <p:clrMapOvr>
    <a:masterClrMapping/>
  </p:clrMapOvr>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366963"/>
            <a:ext cx="8636000" cy="1633537"/>
          </a:xfrm>
        </p:spPr>
        <p:txBody>
          <a:bodyPr/>
          <a:lstStyle/>
          <a:p>
            <a:r>
              <a:rPr lang="en-US"/>
              <a:t>Click to edit Master title style</a:t>
            </a:r>
          </a:p>
        </p:txBody>
      </p:sp>
      <p:sp>
        <p:nvSpPr>
          <p:cNvPr id="3" name="Subtitle 2"/>
          <p:cNvSpPr>
            <a:spLocks noGrp="1"/>
          </p:cNvSpPr>
          <p:nvPr>
            <p:ph type="subTitle" idx="1"/>
          </p:nvPr>
        </p:nvSpPr>
        <p:spPr>
          <a:xfrm>
            <a:off x="1524000" y="4318000"/>
            <a:ext cx="7112000" cy="1947863"/>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Tree>
    <p:extLst>
      <p:ext uri="{BB962C8B-B14F-4D97-AF65-F5344CB8AC3E}">
        <p14:creationId xmlns:p14="http://schemas.microsoft.com/office/powerpoint/2010/main" val="380507373"/>
      </p:ext>
    </p:extLst>
  </p:cSld>
  <p:clrMapOvr>
    <a:masterClrMapping/>
  </p:clrMapOvr>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a:spcBef>
                <a:spcPts val="900"/>
              </a:spcBef>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262222422"/>
      </p:ext>
    </p:extLst>
  </p:cSld>
  <p:clrMapOvr>
    <a:masterClrMapping/>
  </p:clrMapOvr>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03275" y="4895850"/>
            <a:ext cx="8636000" cy="15144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803275" y="3228975"/>
            <a:ext cx="8636000" cy="1666875"/>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1266974105"/>
      </p:ext>
    </p:extLst>
  </p:cSld>
  <p:clrMapOvr>
    <a:masterClrMapping/>
  </p:clrMapOvr>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42900" y="1600200"/>
            <a:ext cx="4654550" cy="5080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149850" y="1600200"/>
            <a:ext cx="4654550" cy="5080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74968865"/>
      </p:ext>
    </p:extLst>
  </p:cSld>
  <p:clrMapOvr>
    <a:masterClrMapping/>
  </p:clrMapOvr>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08000" y="304800"/>
            <a:ext cx="9144000" cy="1270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508000" y="1704975"/>
            <a:ext cx="4489450" cy="71120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08000" y="2416175"/>
            <a:ext cx="4489450" cy="439102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160963" y="1704975"/>
            <a:ext cx="4491037" cy="71120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160963" y="2416175"/>
            <a:ext cx="4491037" cy="439102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90717255"/>
      </p:ext>
    </p:extLst>
  </p:cSld>
  <p:clrMapOvr>
    <a:masterClrMapping/>
  </p:clrMapOvr>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68033727"/>
      </p:ext>
    </p:extLst>
  </p:cSld>
  <p:clrMapOvr>
    <a:masterClrMapping/>
  </p:clrMapOvr>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544748009"/>
      </p:ext>
    </p:extLst>
  </p:cSld>
  <p:clrMapOvr>
    <a:masterClrMapping/>
  </p:clrMapOvr>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8000" y="303213"/>
            <a:ext cx="3343275" cy="1290637"/>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971925" y="303213"/>
            <a:ext cx="5680075" cy="650398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508000" y="1593850"/>
            <a:ext cx="3343275" cy="521335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502844733"/>
      </p:ext>
    </p:extLst>
  </p:cSld>
  <p:clrMapOvr>
    <a:masterClrMapping/>
  </p:clrMapOvr>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90725" y="5334000"/>
            <a:ext cx="6096000" cy="6302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990725" y="681038"/>
            <a:ext cx="6096000" cy="45720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sym typeface="Gill Sans" pitchFamily="80" charset="0"/>
            </a:endParaRPr>
          </a:p>
        </p:txBody>
      </p:sp>
      <p:sp>
        <p:nvSpPr>
          <p:cNvPr id="4" name="Text Placeholder 3"/>
          <p:cNvSpPr>
            <a:spLocks noGrp="1"/>
          </p:cNvSpPr>
          <p:nvPr>
            <p:ph type="body" sz="half" idx="2"/>
          </p:nvPr>
        </p:nvSpPr>
        <p:spPr>
          <a:xfrm>
            <a:off x="1990725" y="5964238"/>
            <a:ext cx="6096000" cy="8937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660140706"/>
      </p:ext>
    </p:extLst>
  </p:cSld>
  <p:clrMapOvr>
    <a:masterClrMapping/>
  </p:clrMapOvr>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46900749"/>
      </p:ext>
    </p:extLst>
  </p:cSld>
  <p:clrMapOvr>
    <a:masterClrMapping/>
  </p:clrMapOvr>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439025" y="114300"/>
            <a:ext cx="2365375" cy="65659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42900" y="114300"/>
            <a:ext cx="6943725" cy="65659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0673067"/>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em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image" Target="../media/image5.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4.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3.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5.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image" Target="../media/image4.png"/><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3.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image" Target="../media/image5.png"/><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5" Type="http://schemas.openxmlformats.org/officeDocument/2006/relationships/image" Target="../media/image4.png"/><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image" Target="../media/image3.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13" Type="http://schemas.openxmlformats.org/officeDocument/2006/relationships/image" Target="../media/image3.png"/><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5" Type="http://schemas.openxmlformats.org/officeDocument/2006/relationships/image" Target="../media/image5.png"/><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 Id="rId14"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1">
            <a:extLst>
              <a:ext uri="{FF2B5EF4-FFF2-40B4-BE49-F238E27FC236}">
                <a16:creationId xmlns:a16="http://schemas.microsoft.com/office/drawing/2014/main" id="{349C22E9-DCA1-155E-3A16-16D9CBDFF2A2}"/>
              </a:ext>
            </a:extLst>
          </p:cNvPr>
          <p:cNvSpPr>
            <a:spLocks noGrp="1" noChangeArrowheads="1"/>
          </p:cNvSpPr>
          <p:nvPr>
            <p:ph type="title"/>
          </p:nvPr>
        </p:nvSpPr>
        <p:spPr bwMode="auto">
          <a:xfrm>
            <a:off x="990600" y="1282700"/>
            <a:ext cx="8178800" cy="2578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38100" tIns="38100" rIns="38100" bIns="38100" numCol="1" anchor="ctr" anchorCtr="0" compatLnSpc="1">
            <a:prstTxWarp prst="textNoShape">
              <a:avLst/>
            </a:prstTxWarp>
          </a:bodyPr>
          <a:lstStyle/>
          <a:p>
            <a:pPr lvl="0"/>
            <a:r>
              <a:rPr lang="en-US" altLang="en-US">
                <a:sym typeface="Gill Sans" panose="020B0502020104020203" pitchFamily="34" charset="-79"/>
              </a:rPr>
              <a:t>Click to edit Master title style</a:t>
            </a:r>
          </a:p>
        </p:txBody>
      </p:sp>
      <p:pic>
        <p:nvPicPr>
          <p:cNvPr id="1027" name="Picture 2">
            <a:extLst>
              <a:ext uri="{FF2B5EF4-FFF2-40B4-BE49-F238E27FC236}">
                <a16:creationId xmlns:a16="http://schemas.microsoft.com/office/drawing/2014/main" id="{ECCA7C32-1A11-C676-9A78-FE200DD90E83}"/>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2700" y="4546600"/>
            <a:ext cx="8807450" cy="168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28" name="Rectangle 3">
            <a:extLst>
              <a:ext uri="{FF2B5EF4-FFF2-40B4-BE49-F238E27FC236}">
                <a16:creationId xmlns:a16="http://schemas.microsoft.com/office/drawing/2014/main" id="{055DF178-B04F-D84F-CFE6-5314F2EA7C0F}"/>
              </a:ext>
            </a:extLst>
          </p:cNvPr>
          <p:cNvSpPr>
            <a:spLocks noGrp="1" noChangeArrowheads="1"/>
          </p:cNvSpPr>
          <p:nvPr>
            <p:ph type="body" idx="1"/>
          </p:nvPr>
        </p:nvSpPr>
        <p:spPr bwMode="auto">
          <a:xfrm>
            <a:off x="1054100" y="4699000"/>
            <a:ext cx="7670800" cy="148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38100" tIns="38100" rIns="38100" bIns="38100" numCol="1" anchor="ctr" anchorCtr="0" compatLnSpc="1">
            <a:prstTxWarp prst="textNoShape">
              <a:avLst/>
            </a:prstTxWarp>
          </a:bodyPr>
          <a:lstStyle/>
          <a:p>
            <a:pPr lvl="0"/>
            <a:r>
              <a:rPr lang="en-US" altLang="en-US">
                <a:sym typeface="Gill Sans" panose="020B0502020104020203" pitchFamily="34" charset="-79"/>
              </a:rPr>
              <a:t>Click to edit Master text styles</a:t>
            </a:r>
          </a:p>
          <a:p>
            <a:pPr lvl="1"/>
            <a:r>
              <a:rPr lang="en-US" altLang="en-US">
                <a:sym typeface="Gill Sans" panose="020B0502020104020203" pitchFamily="34" charset="-79"/>
              </a:rPr>
              <a:t>Second level</a:t>
            </a:r>
          </a:p>
          <a:p>
            <a:pPr lvl="2"/>
            <a:r>
              <a:rPr lang="en-US" altLang="en-US">
                <a:sym typeface="Gill Sans" panose="020B0502020104020203" pitchFamily="34" charset="-79"/>
              </a:rPr>
              <a:t>Third level</a:t>
            </a:r>
          </a:p>
          <a:p>
            <a:pPr lvl="3"/>
            <a:r>
              <a:rPr lang="en-US" altLang="en-US">
                <a:sym typeface="Gill Sans" panose="020B0502020104020203" pitchFamily="34" charset="-79"/>
              </a:rPr>
              <a:t>Fourth level</a:t>
            </a:r>
          </a:p>
          <a:p>
            <a:pPr lvl="4"/>
            <a:r>
              <a:rPr lang="en-US" altLang="en-US">
                <a:sym typeface="Gill Sans" panose="020B0502020104020203" pitchFamily="34" charset="-79"/>
              </a:rPr>
              <a:t>Fifth level</a:t>
            </a:r>
          </a:p>
        </p:txBody>
      </p:sp>
      <p:pic>
        <p:nvPicPr>
          <p:cNvPr id="1029" name="Picture 4">
            <a:extLst>
              <a:ext uri="{FF2B5EF4-FFF2-40B4-BE49-F238E27FC236}">
                <a16:creationId xmlns:a16="http://schemas.microsoft.com/office/drawing/2014/main" id="{2CCE3C4A-3F6B-A676-B5D7-3A6DF3A2EFAD}"/>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14300" y="6832600"/>
            <a:ext cx="558800" cy="72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30" name="Rectangle 5">
            <a:extLst>
              <a:ext uri="{FF2B5EF4-FFF2-40B4-BE49-F238E27FC236}">
                <a16:creationId xmlns:a16="http://schemas.microsoft.com/office/drawing/2014/main" id="{855B4050-FF45-B5F5-A99E-FE19452164BB}"/>
              </a:ext>
            </a:extLst>
          </p:cNvPr>
          <p:cNvSpPr>
            <a:spLocks/>
          </p:cNvSpPr>
          <p:nvPr/>
        </p:nvSpPr>
        <p:spPr bwMode="auto">
          <a:xfrm>
            <a:off x="638175" y="7181850"/>
            <a:ext cx="2578100" cy="317500"/>
          </a:xfrm>
          <a:prstGeom prst="rect">
            <a:avLst/>
          </a:prstGeom>
          <a:noFill/>
          <a:ln>
            <a:noFill/>
          </a:ln>
        </p:spPr>
        <p:txBody>
          <a:bodyPr lIns="0" tIns="0" rIns="0" bIns="0" anchor="ctr"/>
          <a:lstStyle>
            <a:lvl1pPr eaLnBrk="0" hangingPunct="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eaLnBrk="0" hangingPunct="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eaLnBrk="0" hangingPunct="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eaLnBrk="0" hangingPunct="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eaLnBrk="0" hangingPunct="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algn="ctr"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algn="ctr"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algn="ctr"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algn="ctr"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eaLnBrk="1" hangingPunct="1">
              <a:defRPr/>
            </a:pPr>
            <a:r>
              <a:rPr lang="en-US" altLang="en-US" sz="1600">
                <a:solidFill>
                  <a:srgbClr val="577AB1"/>
                </a:solidFill>
              </a:rPr>
              <a:t>Mountain Goat Software, LLC</a:t>
            </a:r>
          </a:p>
        </p:txBody>
      </p:sp>
      <p:pic>
        <p:nvPicPr>
          <p:cNvPr id="1031" name="Picture 6">
            <a:extLst>
              <a:ext uri="{FF2B5EF4-FFF2-40B4-BE49-F238E27FC236}">
                <a16:creationId xmlns:a16="http://schemas.microsoft.com/office/drawing/2014/main" id="{B3762841-EA82-3A7F-D218-30CD3A2B4977}"/>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8458200" y="6967538"/>
            <a:ext cx="13081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32" name="Picture 7">
            <a:extLst>
              <a:ext uri="{FF2B5EF4-FFF2-40B4-BE49-F238E27FC236}">
                <a16:creationId xmlns:a16="http://schemas.microsoft.com/office/drawing/2014/main" id="{50112899-B150-848C-92D6-0358B8597D5B}"/>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092700" y="952500"/>
            <a:ext cx="4432300" cy="572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Lst>
  <p:transition/>
  <p:txStyles>
    <p:titleStyle>
      <a:lvl1pPr algn="ctr" rtl="0" eaLnBrk="0" fontAlgn="base" hangingPunct="0">
        <a:spcBef>
          <a:spcPct val="0"/>
        </a:spcBef>
        <a:spcAft>
          <a:spcPct val="0"/>
        </a:spcAft>
        <a:defRPr sz="6400">
          <a:solidFill>
            <a:schemeClr val="tx1"/>
          </a:solidFill>
          <a:latin typeface="+mj-lt"/>
          <a:ea typeface="+mj-ea"/>
          <a:cs typeface="ヒラギノ角ゴ Pro W3" charset="0"/>
          <a:sym typeface="Gill Sans" panose="020B0502020104020203" pitchFamily="34" charset="-79"/>
        </a:defRPr>
      </a:lvl1pPr>
      <a:lvl2pPr algn="ctr" rtl="0" eaLnBrk="0" fontAlgn="base" hangingPunct="0">
        <a:spcBef>
          <a:spcPct val="0"/>
        </a:spcBef>
        <a:spcAft>
          <a:spcPct val="0"/>
        </a:spcAft>
        <a:defRPr sz="6400">
          <a:solidFill>
            <a:schemeClr val="tx1"/>
          </a:solidFill>
          <a:latin typeface="Gill Sans" pitchFamily="80" charset="0"/>
          <a:ea typeface="ヒラギノ角ゴ Pro W3" pitchFamily="80" charset="-128"/>
          <a:cs typeface="ヒラギノ角ゴ Pro W3" charset="0"/>
          <a:sym typeface="Gill Sans" panose="020B0502020104020203" pitchFamily="34" charset="-79"/>
        </a:defRPr>
      </a:lvl2pPr>
      <a:lvl3pPr algn="ctr" rtl="0" eaLnBrk="0" fontAlgn="base" hangingPunct="0">
        <a:spcBef>
          <a:spcPct val="0"/>
        </a:spcBef>
        <a:spcAft>
          <a:spcPct val="0"/>
        </a:spcAft>
        <a:defRPr sz="6400">
          <a:solidFill>
            <a:schemeClr val="tx1"/>
          </a:solidFill>
          <a:latin typeface="Gill Sans" pitchFamily="80" charset="0"/>
          <a:ea typeface="ヒラギノ角ゴ Pro W3" pitchFamily="80" charset="-128"/>
          <a:cs typeface="ヒラギノ角ゴ Pro W3" charset="0"/>
          <a:sym typeface="Gill Sans" panose="020B0502020104020203" pitchFamily="34" charset="-79"/>
        </a:defRPr>
      </a:lvl3pPr>
      <a:lvl4pPr algn="ctr" rtl="0" eaLnBrk="0" fontAlgn="base" hangingPunct="0">
        <a:spcBef>
          <a:spcPct val="0"/>
        </a:spcBef>
        <a:spcAft>
          <a:spcPct val="0"/>
        </a:spcAft>
        <a:defRPr sz="6400">
          <a:solidFill>
            <a:schemeClr val="tx1"/>
          </a:solidFill>
          <a:latin typeface="Gill Sans" pitchFamily="80" charset="0"/>
          <a:ea typeface="ヒラギノ角ゴ Pro W3" pitchFamily="80" charset="-128"/>
          <a:cs typeface="ヒラギノ角ゴ Pro W3" charset="0"/>
          <a:sym typeface="Gill Sans" panose="020B0502020104020203" pitchFamily="34" charset="-79"/>
        </a:defRPr>
      </a:lvl4pPr>
      <a:lvl5pPr algn="ctr" rtl="0" eaLnBrk="0" fontAlgn="base" hangingPunct="0">
        <a:spcBef>
          <a:spcPct val="0"/>
        </a:spcBef>
        <a:spcAft>
          <a:spcPct val="0"/>
        </a:spcAft>
        <a:defRPr sz="6400">
          <a:solidFill>
            <a:schemeClr val="tx1"/>
          </a:solidFill>
          <a:latin typeface="Gill Sans" pitchFamily="80" charset="0"/>
          <a:ea typeface="ヒラギノ角ゴ Pro W3" pitchFamily="80" charset="-128"/>
          <a:cs typeface="ヒラギノ角ゴ Pro W3" charset="0"/>
          <a:sym typeface="Gill Sans" panose="020B0502020104020203" pitchFamily="34" charset="-79"/>
        </a:defRPr>
      </a:lvl5pPr>
      <a:lvl6pPr marL="457200" algn="ctr" rtl="0" fontAlgn="base">
        <a:spcBef>
          <a:spcPct val="0"/>
        </a:spcBef>
        <a:spcAft>
          <a:spcPct val="0"/>
        </a:spcAft>
        <a:defRPr sz="6400">
          <a:solidFill>
            <a:schemeClr val="tx1"/>
          </a:solidFill>
          <a:latin typeface="Gill Sans" pitchFamily="80" charset="0"/>
          <a:ea typeface="ヒラギノ角ゴ Pro W3" pitchFamily="80" charset="-128"/>
          <a:sym typeface="Gill Sans" pitchFamily="80" charset="0"/>
        </a:defRPr>
      </a:lvl6pPr>
      <a:lvl7pPr marL="914400" algn="ctr" rtl="0" fontAlgn="base">
        <a:spcBef>
          <a:spcPct val="0"/>
        </a:spcBef>
        <a:spcAft>
          <a:spcPct val="0"/>
        </a:spcAft>
        <a:defRPr sz="6400">
          <a:solidFill>
            <a:schemeClr val="tx1"/>
          </a:solidFill>
          <a:latin typeface="Gill Sans" pitchFamily="80" charset="0"/>
          <a:ea typeface="ヒラギノ角ゴ Pro W3" pitchFamily="80" charset="-128"/>
          <a:sym typeface="Gill Sans" pitchFamily="80" charset="0"/>
        </a:defRPr>
      </a:lvl7pPr>
      <a:lvl8pPr marL="1371600" algn="ctr" rtl="0" fontAlgn="base">
        <a:spcBef>
          <a:spcPct val="0"/>
        </a:spcBef>
        <a:spcAft>
          <a:spcPct val="0"/>
        </a:spcAft>
        <a:defRPr sz="6400">
          <a:solidFill>
            <a:schemeClr val="tx1"/>
          </a:solidFill>
          <a:latin typeface="Gill Sans" pitchFamily="80" charset="0"/>
          <a:ea typeface="ヒラギノ角ゴ Pro W3" pitchFamily="80" charset="-128"/>
          <a:sym typeface="Gill Sans" pitchFamily="80" charset="0"/>
        </a:defRPr>
      </a:lvl8pPr>
      <a:lvl9pPr marL="1828800" algn="ctr" rtl="0" fontAlgn="base">
        <a:spcBef>
          <a:spcPct val="0"/>
        </a:spcBef>
        <a:spcAft>
          <a:spcPct val="0"/>
        </a:spcAft>
        <a:defRPr sz="6400">
          <a:solidFill>
            <a:schemeClr val="tx1"/>
          </a:solidFill>
          <a:latin typeface="Gill Sans" pitchFamily="80" charset="0"/>
          <a:ea typeface="ヒラギノ角ゴ Pro W3" pitchFamily="80" charset="-128"/>
          <a:sym typeface="Gill Sans" pitchFamily="80" charset="0"/>
        </a:defRPr>
      </a:lvl9pPr>
    </p:titleStyle>
    <p:bodyStyle>
      <a:lvl1pPr marL="342900" indent="-342900" algn="ctr" rtl="0" eaLnBrk="0" fontAlgn="base" hangingPunct="0">
        <a:spcBef>
          <a:spcPct val="0"/>
        </a:spcBef>
        <a:spcAft>
          <a:spcPct val="0"/>
        </a:spcAft>
        <a:defRPr sz="2800">
          <a:solidFill>
            <a:schemeClr val="tx1"/>
          </a:solidFill>
          <a:latin typeface="+mn-lt"/>
          <a:ea typeface="+mn-ea"/>
          <a:cs typeface="ヒラギノ角ゴ Pro W3" charset="0"/>
          <a:sym typeface="Gill Sans" panose="020B0502020104020203" pitchFamily="34" charset="-79"/>
        </a:defRPr>
      </a:lvl1pPr>
      <a:lvl2pPr marL="742950" indent="-285750" algn="ctr" rtl="0" eaLnBrk="0" fontAlgn="base" hangingPunct="0">
        <a:spcBef>
          <a:spcPct val="0"/>
        </a:spcBef>
        <a:spcAft>
          <a:spcPct val="0"/>
        </a:spcAft>
        <a:defRPr sz="2800">
          <a:solidFill>
            <a:schemeClr val="tx1"/>
          </a:solidFill>
          <a:latin typeface="+mn-lt"/>
          <a:ea typeface="+mn-ea"/>
          <a:cs typeface="ヒラギノ角ゴ Pro W3" charset="0"/>
          <a:sym typeface="Gill Sans" panose="020B0502020104020203" pitchFamily="34" charset="-79"/>
        </a:defRPr>
      </a:lvl2pPr>
      <a:lvl3pPr marL="1143000" indent="-228600" algn="ctr" rtl="0" eaLnBrk="0" fontAlgn="base" hangingPunct="0">
        <a:spcBef>
          <a:spcPct val="0"/>
        </a:spcBef>
        <a:spcAft>
          <a:spcPct val="0"/>
        </a:spcAft>
        <a:defRPr sz="2800">
          <a:solidFill>
            <a:schemeClr val="tx1"/>
          </a:solidFill>
          <a:latin typeface="+mn-lt"/>
          <a:ea typeface="+mn-ea"/>
          <a:cs typeface="ヒラギノ角ゴ Pro W3" charset="0"/>
          <a:sym typeface="Gill Sans" panose="020B0502020104020203" pitchFamily="34" charset="-79"/>
        </a:defRPr>
      </a:lvl3pPr>
      <a:lvl4pPr marL="1600200" indent="-228600" algn="ctr" rtl="0" eaLnBrk="0" fontAlgn="base" hangingPunct="0">
        <a:spcBef>
          <a:spcPct val="0"/>
        </a:spcBef>
        <a:spcAft>
          <a:spcPct val="0"/>
        </a:spcAft>
        <a:defRPr sz="2800">
          <a:solidFill>
            <a:schemeClr val="tx1"/>
          </a:solidFill>
          <a:latin typeface="+mn-lt"/>
          <a:ea typeface="+mn-ea"/>
          <a:cs typeface="ヒラギノ角ゴ Pro W3" charset="0"/>
          <a:sym typeface="Gill Sans" panose="020B0502020104020203" pitchFamily="34" charset="-79"/>
        </a:defRPr>
      </a:lvl4pPr>
      <a:lvl5pPr marL="2057400" indent="-228600" algn="ctr" rtl="0" eaLnBrk="0" fontAlgn="base" hangingPunct="0">
        <a:spcBef>
          <a:spcPct val="0"/>
        </a:spcBef>
        <a:spcAft>
          <a:spcPct val="0"/>
        </a:spcAft>
        <a:defRPr sz="2800">
          <a:solidFill>
            <a:schemeClr val="tx1"/>
          </a:solidFill>
          <a:latin typeface="+mn-lt"/>
          <a:ea typeface="+mn-ea"/>
          <a:cs typeface="ヒラギノ角ゴ Pro W3" charset="0"/>
          <a:sym typeface="Gill Sans" panose="020B0502020104020203" pitchFamily="34" charset="-79"/>
        </a:defRPr>
      </a:lvl5pPr>
      <a:lvl6pPr marL="457200" algn="ctr" rtl="0" fontAlgn="base">
        <a:spcBef>
          <a:spcPct val="0"/>
        </a:spcBef>
        <a:spcAft>
          <a:spcPct val="0"/>
        </a:spcAft>
        <a:defRPr sz="2800">
          <a:solidFill>
            <a:schemeClr val="tx1"/>
          </a:solidFill>
          <a:latin typeface="+mn-lt"/>
          <a:ea typeface="+mn-ea"/>
          <a:sym typeface="Gill Sans" pitchFamily="80" charset="0"/>
        </a:defRPr>
      </a:lvl6pPr>
      <a:lvl7pPr marL="914400" algn="ctr" rtl="0" fontAlgn="base">
        <a:spcBef>
          <a:spcPct val="0"/>
        </a:spcBef>
        <a:spcAft>
          <a:spcPct val="0"/>
        </a:spcAft>
        <a:defRPr sz="2800">
          <a:solidFill>
            <a:schemeClr val="tx1"/>
          </a:solidFill>
          <a:latin typeface="+mn-lt"/>
          <a:ea typeface="+mn-ea"/>
          <a:sym typeface="Gill Sans" pitchFamily="80" charset="0"/>
        </a:defRPr>
      </a:lvl7pPr>
      <a:lvl8pPr marL="1371600" algn="ctr" rtl="0" fontAlgn="base">
        <a:spcBef>
          <a:spcPct val="0"/>
        </a:spcBef>
        <a:spcAft>
          <a:spcPct val="0"/>
        </a:spcAft>
        <a:defRPr sz="2800">
          <a:solidFill>
            <a:schemeClr val="tx1"/>
          </a:solidFill>
          <a:latin typeface="+mn-lt"/>
          <a:ea typeface="+mn-ea"/>
          <a:sym typeface="Gill Sans" pitchFamily="80" charset="0"/>
        </a:defRPr>
      </a:lvl8pPr>
      <a:lvl9pPr marL="1828800" algn="ctr" rtl="0" fontAlgn="base">
        <a:spcBef>
          <a:spcPct val="0"/>
        </a:spcBef>
        <a:spcAft>
          <a:spcPct val="0"/>
        </a:spcAft>
        <a:defRPr sz="2800">
          <a:solidFill>
            <a:schemeClr val="tx1"/>
          </a:solidFill>
          <a:latin typeface="+mn-lt"/>
          <a:ea typeface="+mn-ea"/>
          <a:sym typeface="Gill Sans" pitchFamily="80"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050" name="Picture 1">
            <a:extLst>
              <a:ext uri="{FF2B5EF4-FFF2-40B4-BE49-F238E27FC236}">
                <a16:creationId xmlns:a16="http://schemas.microsoft.com/office/drawing/2014/main" id="{7247118F-18C9-91FA-975A-079B76EC054D}"/>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092700" y="952500"/>
            <a:ext cx="4432300" cy="5727700"/>
          </a:xfrm>
          <a:prstGeom prst="rect">
            <a:avLst/>
          </a:prstGeom>
          <a:noFill/>
          <a:ln>
            <a:noFill/>
          </a:ln>
          <a:extLst>
            <a:ext uri="{909E8E84-426E-40DD-AFC4-6F175D3DCCD1}">
              <a14:hiddenFill xmlns:a14="http://schemas.microsoft.com/office/drawing/2010/main">
                <a:solidFill>
                  <a:srgbClr val="FFFFFF">
                    <a:alpha val="34901"/>
                  </a:srgbClr>
                </a:solidFill>
              </a14:hiddenFill>
            </a:ext>
            <a:ext uri="{91240B29-F687-4F45-9708-019B960494DF}">
              <a14:hiddenLine xmlns:a14="http://schemas.microsoft.com/office/drawing/2010/main" w="9525">
                <a:solidFill>
                  <a:schemeClr val="tx1">
                    <a:alpha val="34901"/>
                  </a:schemeClr>
                </a:solidFill>
                <a:miter lim="800000"/>
                <a:headEnd/>
                <a:tailEnd/>
              </a14:hiddenLine>
            </a:ext>
          </a:extLst>
        </p:spPr>
      </p:pic>
      <p:pic>
        <p:nvPicPr>
          <p:cNvPr id="2051" name="Picture 2">
            <a:extLst>
              <a:ext uri="{FF2B5EF4-FFF2-40B4-BE49-F238E27FC236}">
                <a16:creationId xmlns:a16="http://schemas.microsoft.com/office/drawing/2014/main" id="{AA9F53E6-A878-C44E-0E1A-9D874F5C13FF}"/>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14300" y="6832600"/>
            <a:ext cx="558800" cy="72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052" name="Rectangle 3">
            <a:extLst>
              <a:ext uri="{FF2B5EF4-FFF2-40B4-BE49-F238E27FC236}">
                <a16:creationId xmlns:a16="http://schemas.microsoft.com/office/drawing/2014/main" id="{6D87A1D9-5BE0-371F-C11D-7A057A8915CA}"/>
              </a:ext>
            </a:extLst>
          </p:cNvPr>
          <p:cNvSpPr>
            <a:spLocks/>
          </p:cNvSpPr>
          <p:nvPr/>
        </p:nvSpPr>
        <p:spPr bwMode="auto">
          <a:xfrm>
            <a:off x="638175" y="7181850"/>
            <a:ext cx="2578100" cy="317500"/>
          </a:xfrm>
          <a:prstGeom prst="rect">
            <a:avLst/>
          </a:prstGeom>
          <a:noFill/>
          <a:ln>
            <a:noFill/>
          </a:ln>
        </p:spPr>
        <p:txBody>
          <a:bodyPr lIns="0" tIns="0" rIns="0" bIns="0" anchor="ctr"/>
          <a:lstStyle>
            <a:lvl1pPr eaLnBrk="0" hangingPunct="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eaLnBrk="0" hangingPunct="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eaLnBrk="0" hangingPunct="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eaLnBrk="0" hangingPunct="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eaLnBrk="0" hangingPunct="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algn="ctr"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algn="ctr"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algn="ctr"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algn="ctr"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eaLnBrk="1" hangingPunct="1">
              <a:defRPr/>
            </a:pPr>
            <a:r>
              <a:rPr lang="en-US" altLang="en-US" sz="1600">
                <a:solidFill>
                  <a:srgbClr val="577AB1"/>
                </a:solidFill>
              </a:rPr>
              <a:t>Mountain Goat Software, LLC</a:t>
            </a:r>
          </a:p>
        </p:txBody>
      </p:sp>
      <p:pic>
        <p:nvPicPr>
          <p:cNvPr id="2053" name="Picture 4">
            <a:extLst>
              <a:ext uri="{FF2B5EF4-FFF2-40B4-BE49-F238E27FC236}">
                <a16:creationId xmlns:a16="http://schemas.microsoft.com/office/drawing/2014/main" id="{37880211-0FA5-2C15-8FA6-0A1634B22BD8}"/>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8458200" y="6967538"/>
            <a:ext cx="13081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Lst>
  <p:transition/>
  <p:txStyles>
    <p:titleStyle>
      <a:lvl1pPr algn="ctr" rtl="0" eaLnBrk="0" fontAlgn="base" hangingPunct="0">
        <a:spcBef>
          <a:spcPct val="0"/>
        </a:spcBef>
        <a:spcAft>
          <a:spcPct val="0"/>
        </a:spcAft>
        <a:defRPr sz="6400">
          <a:solidFill>
            <a:schemeClr val="tx1"/>
          </a:solidFill>
          <a:latin typeface="+mj-lt"/>
          <a:ea typeface="+mj-ea"/>
          <a:cs typeface="ヒラギノ角ゴ Pro W3" charset="0"/>
          <a:sym typeface="Gill Sans" panose="020B0502020104020203" pitchFamily="34" charset="-79"/>
        </a:defRPr>
      </a:lvl1pPr>
      <a:lvl2pPr algn="ctr" rtl="0" eaLnBrk="0" fontAlgn="base" hangingPunct="0">
        <a:spcBef>
          <a:spcPct val="0"/>
        </a:spcBef>
        <a:spcAft>
          <a:spcPct val="0"/>
        </a:spcAft>
        <a:defRPr sz="6400">
          <a:solidFill>
            <a:schemeClr val="tx1"/>
          </a:solidFill>
          <a:latin typeface="Gill Sans" pitchFamily="80" charset="0"/>
          <a:ea typeface="ヒラギノ角ゴ Pro W3" pitchFamily="80" charset="-128"/>
          <a:cs typeface="ヒラギノ角ゴ Pro W3" charset="0"/>
          <a:sym typeface="Gill Sans" panose="020B0502020104020203" pitchFamily="34" charset="-79"/>
        </a:defRPr>
      </a:lvl2pPr>
      <a:lvl3pPr algn="ctr" rtl="0" eaLnBrk="0" fontAlgn="base" hangingPunct="0">
        <a:spcBef>
          <a:spcPct val="0"/>
        </a:spcBef>
        <a:spcAft>
          <a:spcPct val="0"/>
        </a:spcAft>
        <a:defRPr sz="6400">
          <a:solidFill>
            <a:schemeClr val="tx1"/>
          </a:solidFill>
          <a:latin typeface="Gill Sans" pitchFamily="80" charset="0"/>
          <a:ea typeface="ヒラギノ角ゴ Pro W3" pitchFamily="80" charset="-128"/>
          <a:cs typeface="ヒラギノ角ゴ Pro W3" charset="0"/>
          <a:sym typeface="Gill Sans" panose="020B0502020104020203" pitchFamily="34" charset="-79"/>
        </a:defRPr>
      </a:lvl3pPr>
      <a:lvl4pPr algn="ctr" rtl="0" eaLnBrk="0" fontAlgn="base" hangingPunct="0">
        <a:spcBef>
          <a:spcPct val="0"/>
        </a:spcBef>
        <a:spcAft>
          <a:spcPct val="0"/>
        </a:spcAft>
        <a:defRPr sz="6400">
          <a:solidFill>
            <a:schemeClr val="tx1"/>
          </a:solidFill>
          <a:latin typeface="Gill Sans" pitchFamily="80" charset="0"/>
          <a:ea typeface="ヒラギノ角ゴ Pro W3" pitchFamily="80" charset="-128"/>
          <a:cs typeface="ヒラギノ角ゴ Pro W3" charset="0"/>
          <a:sym typeface="Gill Sans" panose="020B0502020104020203" pitchFamily="34" charset="-79"/>
        </a:defRPr>
      </a:lvl4pPr>
      <a:lvl5pPr algn="ctr" rtl="0" eaLnBrk="0" fontAlgn="base" hangingPunct="0">
        <a:spcBef>
          <a:spcPct val="0"/>
        </a:spcBef>
        <a:spcAft>
          <a:spcPct val="0"/>
        </a:spcAft>
        <a:defRPr sz="6400">
          <a:solidFill>
            <a:schemeClr val="tx1"/>
          </a:solidFill>
          <a:latin typeface="Gill Sans" pitchFamily="80" charset="0"/>
          <a:ea typeface="ヒラギノ角ゴ Pro W3" pitchFamily="80" charset="-128"/>
          <a:cs typeface="ヒラギノ角ゴ Pro W3" charset="0"/>
          <a:sym typeface="Gill Sans" panose="020B0502020104020203" pitchFamily="34" charset="-79"/>
        </a:defRPr>
      </a:lvl5pPr>
      <a:lvl6pPr marL="457200" algn="ctr" rtl="0" fontAlgn="base">
        <a:spcBef>
          <a:spcPct val="0"/>
        </a:spcBef>
        <a:spcAft>
          <a:spcPct val="0"/>
        </a:spcAft>
        <a:defRPr sz="6400">
          <a:solidFill>
            <a:schemeClr val="tx1"/>
          </a:solidFill>
          <a:latin typeface="Gill Sans" pitchFamily="80" charset="0"/>
          <a:ea typeface="ヒラギノ角ゴ Pro W3" pitchFamily="80" charset="-128"/>
          <a:sym typeface="Gill Sans" pitchFamily="80" charset="0"/>
        </a:defRPr>
      </a:lvl6pPr>
      <a:lvl7pPr marL="914400" algn="ctr" rtl="0" fontAlgn="base">
        <a:spcBef>
          <a:spcPct val="0"/>
        </a:spcBef>
        <a:spcAft>
          <a:spcPct val="0"/>
        </a:spcAft>
        <a:defRPr sz="6400">
          <a:solidFill>
            <a:schemeClr val="tx1"/>
          </a:solidFill>
          <a:latin typeface="Gill Sans" pitchFamily="80" charset="0"/>
          <a:ea typeface="ヒラギノ角ゴ Pro W3" pitchFamily="80" charset="-128"/>
          <a:sym typeface="Gill Sans" pitchFamily="80" charset="0"/>
        </a:defRPr>
      </a:lvl7pPr>
      <a:lvl8pPr marL="1371600" algn="ctr" rtl="0" fontAlgn="base">
        <a:spcBef>
          <a:spcPct val="0"/>
        </a:spcBef>
        <a:spcAft>
          <a:spcPct val="0"/>
        </a:spcAft>
        <a:defRPr sz="6400">
          <a:solidFill>
            <a:schemeClr val="tx1"/>
          </a:solidFill>
          <a:latin typeface="Gill Sans" pitchFamily="80" charset="0"/>
          <a:ea typeface="ヒラギノ角ゴ Pro W3" pitchFamily="80" charset="-128"/>
          <a:sym typeface="Gill Sans" pitchFamily="80" charset="0"/>
        </a:defRPr>
      </a:lvl8pPr>
      <a:lvl9pPr marL="1828800" algn="ctr" rtl="0" fontAlgn="base">
        <a:spcBef>
          <a:spcPct val="0"/>
        </a:spcBef>
        <a:spcAft>
          <a:spcPct val="0"/>
        </a:spcAft>
        <a:defRPr sz="6400">
          <a:solidFill>
            <a:schemeClr val="tx1"/>
          </a:solidFill>
          <a:latin typeface="Gill Sans" pitchFamily="80" charset="0"/>
          <a:ea typeface="ヒラギノ角ゴ Pro W3" pitchFamily="80" charset="-128"/>
          <a:sym typeface="Gill Sans" pitchFamily="80" charset="0"/>
        </a:defRPr>
      </a:lvl9pPr>
    </p:titleStyle>
    <p:bodyStyle>
      <a:lvl1pPr marL="698500" indent="-444500" algn="l" rtl="0" eaLnBrk="0" fontAlgn="base" hangingPunct="0">
        <a:spcBef>
          <a:spcPts val="1800"/>
        </a:spcBef>
        <a:spcAft>
          <a:spcPct val="0"/>
        </a:spcAft>
        <a:buSzPct val="171000"/>
        <a:buFont typeface="Lucida Grande" panose="020B0600040502020204" pitchFamily="34" charset="0"/>
        <a:buChar char="•"/>
        <a:defRPr sz="3200">
          <a:solidFill>
            <a:schemeClr val="tx1"/>
          </a:solidFill>
          <a:latin typeface="+mn-lt"/>
          <a:ea typeface="+mn-ea"/>
          <a:cs typeface="ヒラギノ角ゴ Pro W3" charset="0"/>
          <a:sym typeface="Gill Sans" panose="020B0502020104020203" pitchFamily="34" charset="-79"/>
        </a:defRPr>
      </a:lvl1pPr>
      <a:lvl2pPr marL="1041400" indent="-444500" algn="l" rtl="0" eaLnBrk="0" fontAlgn="base" hangingPunct="0">
        <a:spcBef>
          <a:spcPts val="1800"/>
        </a:spcBef>
        <a:spcAft>
          <a:spcPct val="0"/>
        </a:spcAft>
        <a:buSzPct val="171000"/>
        <a:buFont typeface="Lucida Grande" panose="020B0600040502020204" pitchFamily="34" charset="0"/>
        <a:buChar char="•"/>
        <a:defRPr sz="3200">
          <a:solidFill>
            <a:schemeClr val="tx1"/>
          </a:solidFill>
          <a:latin typeface="+mn-lt"/>
          <a:ea typeface="+mn-ea"/>
          <a:cs typeface="ヒラギノ角ゴ Pro W3" charset="0"/>
          <a:sym typeface="Gill Sans" panose="020B0502020104020203" pitchFamily="34" charset="-79"/>
        </a:defRPr>
      </a:lvl2pPr>
      <a:lvl3pPr marL="1384300" indent="-444500" algn="l" rtl="0" eaLnBrk="0" fontAlgn="base" hangingPunct="0">
        <a:spcBef>
          <a:spcPts val="1800"/>
        </a:spcBef>
        <a:spcAft>
          <a:spcPct val="0"/>
        </a:spcAft>
        <a:buSzPct val="171000"/>
        <a:buFont typeface="Lucida Grande" panose="020B0600040502020204" pitchFamily="34" charset="0"/>
        <a:buChar char="•"/>
        <a:defRPr sz="3200">
          <a:solidFill>
            <a:schemeClr val="tx1"/>
          </a:solidFill>
          <a:latin typeface="+mn-lt"/>
          <a:ea typeface="+mn-ea"/>
          <a:cs typeface="ヒラギノ角ゴ Pro W3" charset="0"/>
          <a:sym typeface="Gill Sans" panose="020B0502020104020203" pitchFamily="34" charset="-79"/>
        </a:defRPr>
      </a:lvl3pPr>
      <a:lvl4pPr marL="1739900" indent="-444500" algn="l" rtl="0" eaLnBrk="0" fontAlgn="base" hangingPunct="0">
        <a:spcBef>
          <a:spcPts val="1800"/>
        </a:spcBef>
        <a:spcAft>
          <a:spcPct val="0"/>
        </a:spcAft>
        <a:buSzPct val="171000"/>
        <a:buFont typeface="Lucida Grande" panose="020B0600040502020204" pitchFamily="34" charset="0"/>
        <a:buChar char="•"/>
        <a:defRPr sz="3200">
          <a:solidFill>
            <a:schemeClr val="tx1"/>
          </a:solidFill>
          <a:latin typeface="+mn-lt"/>
          <a:ea typeface="+mn-ea"/>
          <a:cs typeface="ヒラギノ角ゴ Pro W3" charset="0"/>
          <a:sym typeface="Gill Sans" panose="020B0502020104020203" pitchFamily="34" charset="-79"/>
        </a:defRPr>
      </a:lvl4pPr>
      <a:lvl5pPr marL="2082800" indent="-444500" algn="l" rtl="0" eaLnBrk="0" fontAlgn="base" hangingPunct="0">
        <a:spcBef>
          <a:spcPts val="1800"/>
        </a:spcBef>
        <a:spcAft>
          <a:spcPct val="0"/>
        </a:spcAft>
        <a:buSzPct val="171000"/>
        <a:buFont typeface="Lucida Grande" panose="020B0600040502020204" pitchFamily="34" charset="0"/>
        <a:buChar char="•"/>
        <a:defRPr sz="3200">
          <a:solidFill>
            <a:schemeClr val="tx1"/>
          </a:solidFill>
          <a:latin typeface="+mn-lt"/>
          <a:ea typeface="+mn-ea"/>
          <a:cs typeface="ヒラギノ角ゴ Pro W3" charset="0"/>
          <a:sym typeface="Gill Sans" panose="020B0502020104020203" pitchFamily="34" charset="-79"/>
        </a:defRPr>
      </a:lvl5pPr>
      <a:lvl6pPr marL="2540000" indent="-444500" algn="l" rtl="0" fontAlgn="base">
        <a:spcBef>
          <a:spcPts val="1800"/>
        </a:spcBef>
        <a:spcAft>
          <a:spcPct val="0"/>
        </a:spcAft>
        <a:buSzPct val="171000"/>
        <a:buFont typeface="Lucida Grande" pitchFamily="80" charset="0"/>
        <a:buChar char="•"/>
        <a:defRPr sz="3200">
          <a:solidFill>
            <a:schemeClr val="tx1"/>
          </a:solidFill>
          <a:latin typeface="+mn-lt"/>
          <a:ea typeface="+mn-ea"/>
          <a:sym typeface="Gill Sans" pitchFamily="80" charset="0"/>
        </a:defRPr>
      </a:lvl6pPr>
      <a:lvl7pPr marL="2997200" indent="-444500" algn="l" rtl="0" fontAlgn="base">
        <a:spcBef>
          <a:spcPts val="1800"/>
        </a:spcBef>
        <a:spcAft>
          <a:spcPct val="0"/>
        </a:spcAft>
        <a:buSzPct val="171000"/>
        <a:buFont typeface="Lucida Grande" pitchFamily="80" charset="0"/>
        <a:buChar char="•"/>
        <a:defRPr sz="3200">
          <a:solidFill>
            <a:schemeClr val="tx1"/>
          </a:solidFill>
          <a:latin typeface="+mn-lt"/>
          <a:ea typeface="+mn-ea"/>
          <a:sym typeface="Gill Sans" pitchFamily="80" charset="0"/>
        </a:defRPr>
      </a:lvl7pPr>
      <a:lvl8pPr marL="3454400" indent="-444500" algn="l" rtl="0" fontAlgn="base">
        <a:spcBef>
          <a:spcPts val="1800"/>
        </a:spcBef>
        <a:spcAft>
          <a:spcPct val="0"/>
        </a:spcAft>
        <a:buSzPct val="171000"/>
        <a:buFont typeface="Lucida Grande" pitchFamily="80" charset="0"/>
        <a:buChar char="•"/>
        <a:defRPr sz="3200">
          <a:solidFill>
            <a:schemeClr val="tx1"/>
          </a:solidFill>
          <a:latin typeface="+mn-lt"/>
          <a:ea typeface="+mn-ea"/>
          <a:sym typeface="Gill Sans" pitchFamily="80" charset="0"/>
        </a:defRPr>
      </a:lvl8pPr>
      <a:lvl9pPr marL="3911600" indent="-444500" algn="l" rtl="0" fontAlgn="base">
        <a:spcBef>
          <a:spcPts val="1800"/>
        </a:spcBef>
        <a:spcAft>
          <a:spcPct val="0"/>
        </a:spcAft>
        <a:buSzPct val="171000"/>
        <a:buFont typeface="Lucida Grande" pitchFamily="80" charset="0"/>
        <a:buChar char="•"/>
        <a:defRPr sz="3200">
          <a:solidFill>
            <a:schemeClr val="tx1"/>
          </a:solidFill>
          <a:latin typeface="+mn-lt"/>
          <a:ea typeface="+mn-ea"/>
          <a:sym typeface="Gill Sans" pitchFamily="80"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1">
            <a:extLst>
              <a:ext uri="{FF2B5EF4-FFF2-40B4-BE49-F238E27FC236}">
                <a16:creationId xmlns:a16="http://schemas.microsoft.com/office/drawing/2014/main" id="{4BC73520-5FDB-31D5-0EB6-97A15F232307}"/>
              </a:ext>
            </a:extLst>
          </p:cNvPr>
          <p:cNvSpPr>
            <a:spLocks noGrp="1" noChangeArrowheads="1"/>
          </p:cNvSpPr>
          <p:nvPr>
            <p:ph type="title"/>
          </p:nvPr>
        </p:nvSpPr>
        <p:spPr bwMode="auto">
          <a:xfrm>
            <a:off x="342900" y="114300"/>
            <a:ext cx="94615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38100" tIns="38100" rIns="38100" bIns="38100" numCol="1" anchor="ctr" anchorCtr="0" compatLnSpc="1">
            <a:prstTxWarp prst="textNoShape">
              <a:avLst/>
            </a:prstTxWarp>
          </a:bodyPr>
          <a:lstStyle/>
          <a:p>
            <a:pPr lvl="0"/>
            <a:r>
              <a:rPr lang="en-US" altLang="en-US">
                <a:sym typeface="Gill Sans" panose="020B0502020104020203" pitchFamily="34" charset="-79"/>
              </a:rPr>
              <a:t>Click to edit Master title style</a:t>
            </a:r>
          </a:p>
        </p:txBody>
      </p:sp>
      <p:pic>
        <p:nvPicPr>
          <p:cNvPr id="3075" name="Picture 2">
            <a:extLst>
              <a:ext uri="{FF2B5EF4-FFF2-40B4-BE49-F238E27FC236}">
                <a16:creationId xmlns:a16="http://schemas.microsoft.com/office/drawing/2014/main" id="{5A460867-2181-492F-E292-BD9EB989BA8C}"/>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092700" y="952500"/>
            <a:ext cx="4432300" cy="5727700"/>
          </a:xfrm>
          <a:prstGeom prst="rect">
            <a:avLst/>
          </a:prstGeom>
          <a:noFill/>
          <a:ln>
            <a:noFill/>
          </a:ln>
          <a:extLst>
            <a:ext uri="{909E8E84-426E-40DD-AFC4-6F175D3DCCD1}">
              <a14:hiddenFill xmlns:a14="http://schemas.microsoft.com/office/drawing/2010/main">
                <a:solidFill>
                  <a:srgbClr val="FFFFFF">
                    <a:alpha val="34509"/>
                  </a:srgbClr>
                </a:solidFill>
              </a14:hiddenFill>
            </a:ext>
            <a:ext uri="{91240B29-F687-4F45-9708-019B960494DF}">
              <a14:hiddenLine xmlns:a14="http://schemas.microsoft.com/office/drawing/2010/main" w="9525">
                <a:solidFill>
                  <a:schemeClr val="tx1">
                    <a:alpha val="34509"/>
                  </a:schemeClr>
                </a:solidFill>
                <a:miter lim="800000"/>
                <a:headEnd/>
                <a:tailEnd/>
              </a14:hiddenLine>
            </a:ext>
          </a:extLst>
        </p:spPr>
      </p:pic>
      <p:pic>
        <p:nvPicPr>
          <p:cNvPr id="3076" name="Picture 3">
            <a:extLst>
              <a:ext uri="{FF2B5EF4-FFF2-40B4-BE49-F238E27FC236}">
                <a16:creationId xmlns:a16="http://schemas.microsoft.com/office/drawing/2014/main" id="{3DC232C0-06D5-D934-7CA3-2F8404B98546}"/>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14300" y="6832600"/>
            <a:ext cx="558800" cy="72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077" name="Rectangle 4">
            <a:extLst>
              <a:ext uri="{FF2B5EF4-FFF2-40B4-BE49-F238E27FC236}">
                <a16:creationId xmlns:a16="http://schemas.microsoft.com/office/drawing/2014/main" id="{EB557885-C491-1392-96C8-C3D6BD5E1224}"/>
              </a:ext>
            </a:extLst>
          </p:cNvPr>
          <p:cNvSpPr>
            <a:spLocks/>
          </p:cNvSpPr>
          <p:nvPr/>
        </p:nvSpPr>
        <p:spPr bwMode="auto">
          <a:xfrm>
            <a:off x="638175" y="7181850"/>
            <a:ext cx="2578100" cy="317500"/>
          </a:xfrm>
          <a:prstGeom prst="rect">
            <a:avLst/>
          </a:prstGeom>
          <a:noFill/>
          <a:ln>
            <a:noFill/>
          </a:ln>
        </p:spPr>
        <p:txBody>
          <a:bodyPr lIns="0" tIns="0" rIns="0" bIns="0" anchor="ctr"/>
          <a:lstStyle>
            <a:lvl1pPr eaLnBrk="0" hangingPunct="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eaLnBrk="0" hangingPunct="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eaLnBrk="0" hangingPunct="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eaLnBrk="0" hangingPunct="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eaLnBrk="0" hangingPunct="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algn="ctr"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algn="ctr"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algn="ctr"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algn="ctr"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eaLnBrk="1" hangingPunct="1">
              <a:defRPr/>
            </a:pPr>
            <a:r>
              <a:rPr lang="en-US" altLang="en-US" sz="1600">
                <a:solidFill>
                  <a:srgbClr val="577AB1"/>
                </a:solidFill>
              </a:rPr>
              <a:t>Mountain Goat Software, LLC</a:t>
            </a:r>
          </a:p>
        </p:txBody>
      </p:sp>
      <p:pic>
        <p:nvPicPr>
          <p:cNvPr id="3078" name="Picture 5">
            <a:extLst>
              <a:ext uri="{FF2B5EF4-FFF2-40B4-BE49-F238E27FC236}">
                <a16:creationId xmlns:a16="http://schemas.microsoft.com/office/drawing/2014/main" id="{C0865AE3-B7BC-BE0C-9F88-F904849E142C}"/>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8458200" y="6967538"/>
            <a:ext cx="13081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p:transition/>
  <p:txStyles>
    <p:titleStyle>
      <a:lvl1pPr algn="l" rtl="0" eaLnBrk="0" fontAlgn="base" hangingPunct="0">
        <a:spcBef>
          <a:spcPct val="0"/>
        </a:spcBef>
        <a:spcAft>
          <a:spcPct val="0"/>
        </a:spcAft>
        <a:defRPr sz="6400">
          <a:solidFill>
            <a:srgbClr val="7189B5"/>
          </a:solidFill>
          <a:latin typeface="+mj-lt"/>
          <a:ea typeface="+mj-ea"/>
          <a:cs typeface="ヒラギノ角ゴ Pro W3" charset="0"/>
          <a:sym typeface="Gill Sans" panose="020B0502020104020203" pitchFamily="34" charset="-79"/>
        </a:defRPr>
      </a:lvl1pPr>
      <a:lvl2pPr algn="l" rtl="0" eaLnBrk="0" fontAlgn="base" hangingPunct="0">
        <a:spcBef>
          <a:spcPct val="0"/>
        </a:spcBef>
        <a:spcAft>
          <a:spcPct val="0"/>
        </a:spcAft>
        <a:defRPr sz="6400">
          <a:solidFill>
            <a:srgbClr val="7189B5"/>
          </a:solidFill>
          <a:latin typeface="Gill Sans" pitchFamily="80" charset="0"/>
          <a:ea typeface="ヒラギノ角ゴ Pro W3" pitchFamily="80" charset="-128"/>
          <a:cs typeface="ヒラギノ角ゴ Pro W3" charset="0"/>
          <a:sym typeface="Gill Sans" panose="020B0502020104020203" pitchFamily="34" charset="-79"/>
        </a:defRPr>
      </a:lvl2pPr>
      <a:lvl3pPr algn="l" rtl="0" eaLnBrk="0" fontAlgn="base" hangingPunct="0">
        <a:spcBef>
          <a:spcPct val="0"/>
        </a:spcBef>
        <a:spcAft>
          <a:spcPct val="0"/>
        </a:spcAft>
        <a:defRPr sz="6400">
          <a:solidFill>
            <a:srgbClr val="7189B5"/>
          </a:solidFill>
          <a:latin typeface="Gill Sans" pitchFamily="80" charset="0"/>
          <a:ea typeface="ヒラギノ角ゴ Pro W3" pitchFamily="80" charset="-128"/>
          <a:cs typeface="ヒラギノ角ゴ Pro W3" charset="0"/>
          <a:sym typeface="Gill Sans" panose="020B0502020104020203" pitchFamily="34" charset="-79"/>
        </a:defRPr>
      </a:lvl3pPr>
      <a:lvl4pPr algn="l" rtl="0" eaLnBrk="0" fontAlgn="base" hangingPunct="0">
        <a:spcBef>
          <a:spcPct val="0"/>
        </a:spcBef>
        <a:spcAft>
          <a:spcPct val="0"/>
        </a:spcAft>
        <a:defRPr sz="6400">
          <a:solidFill>
            <a:srgbClr val="7189B5"/>
          </a:solidFill>
          <a:latin typeface="Gill Sans" pitchFamily="80" charset="0"/>
          <a:ea typeface="ヒラギノ角ゴ Pro W3" pitchFamily="80" charset="-128"/>
          <a:cs typeface="ヒラギノ角ゴ Pro W3" charset="0"/>
          <a:sym typeface="Gill Sans" panose="020B0502020104020203" pitchFamily="34" charset="-79"/>
        </a:defRPr>
      </a:lvl4pPr>
      <a:lvl5pPr algn="l" rtl="0" eaLnBrk="0" fontAlgn="base" hangingPunct="0">
        <a:spcBef>
          <a:spcPct val="0"/>
        </a:spcBef>
        <a:spcAft>
          <a:spcPct val="0"/>
        </a:spcAft>
        <a:defRPr sz="6400">
          <a:solidFill>
            <a:srgbClr val="7189B5"/>
          </a:solidFill>
          <a:latin typeface="Gill Sans" pitchFamily="80" charset="0"/>
          <a:ea typeface="ヒラギノ角ゴ Pro W3" pitchFamily="80" charset="-128"/>
          <a:cs typeface="ヒラギノ角ゴ Pro W3" charset="0"/>
          <a:sym typeface="Gill Sans" panose="020B0502020104020203" pitchFamily="34" charset="-79"/>
        </a:defRPr>
      </a:lvl5pPr>
      <a:lvl6pPr marL="457200" algn="l" rtl="0" fontAlgn="base">
        <a:spcBef>
          <a:spcPct val="0"/>
        </a:spcBef>
        <a:spcAft>
          <a:spcPct val="0"/>
        </a:spcAft>
        <a:defRPr sz="6400">
          <a:solidFill>
            <a:srgbClr val="7189B5"/>
          </a:solidFill>
          <a:latin typeface="Gill Sans" pitchFamily="80" charset="0"/>
          <a:ea typeface="ヒラギノ角ゴ Pro W3" pitchFamily="80" charset="-128"/>
          <a:sym typeface="Gill Sans" pitchFamily="80" charset="0"/>
        </a:defRPr>
      </a:lvl6pPr>
      <a:lvl7pPr marL="914400" algn="l" rtl="0" fontAlgn="base">
        <a:spcBef>
          <a:spcPct val="0"/>
        </a:spcBef>
        <a:spcAft>
          <a:spcPct val="0"/>
        </a:spcAft>
        <a:defRPr sz="6400">
          <a:solidFill>
            <a:srgbClr val="7189B5"/>
          </a:solidFill>
          <a:latin typeface="Gill Sans" pitchFamily="80" charset="0"/>
          <a:ea typeface="ヒラギノ角ゴ Pro W3" pitchFamily="80" charset="-128"/>
          <a:sym typeface="Gill Sans" pitchFamily="80" charset="0"/>
        </a:defRPr>
      </a:lvl7pPr>
      <a:lvl8pPr marL="1371600" algn="l" rtl="0" fontAlgn="base">
        <a:spcBef>
          <a:spcPct val="0"/>
        </a:spcBef>
        <a:spcAft>
          <a:spcPct val="0"/>
        </a:spcAft>
        <a:defRPr sz="6400">
          <a:solidFill>
            <a:srgbClr val="7189B5"/>
          </a:solidFill>
          <a:latin typeface="Gill Sans" pitchFamily="80" charset="0"/>
          <a:ea typeface="ヒラギノ角ゴ Pro W3" pitchFamily="80" charset="-128"/>
          <a:sym typeface="Gill Sans" pitchFamily="80" charset="0"/>
        </a:defRPr>
      </a:lvl8pPr>
      <a:lvl9pPr marL="1828800" algn="l" rtl="0" fontAlgn="base">
        <a:spcBef>
          <a:spcPct val="0"/>
        </a:spcBef>
        <a:spcAft>
          <a:spcPct val="0"/>
        </a:spcAft>
        <a:defRPr sz="6400">
          <a:solidFill>
            <a:srgbClr val="7189B5"/>
          </a:solidFill>
          <a:latin typeface="Gill Sans" pitchFamily="80" charset="0"/>
          <a:ea typeface="ヒラギノ角ゴ Pro W3" pitchFamily="80" charset="-128"/>
          <a:sym typeface="Gill Sans" pitchFamily="80" charset="0"/>
        </a:defRPr>
      </a:lvl9pPr>
    </p:titleStyle>
    <p:bodyStyle>
      <a:lvl1pPr marL="698500" indent="-444500" algn="l" rtl="0" eaLnBrk="0" fontAlgn="base" hangingPunct="0">
        <a:spcBef>
          <a:spcPts val="1800"/>
        </a:spcBef>
        <a:spcAft>
          <a:spcPct val="0"/>
        </a:spcAft>
        <a:buSzPct val="171000"/>
        <a:buFont typeface="Lucida Grande" panose="020B0600040502020204" pitchFamily="34" charset="0"/>
        <a:buChar char="•"/>
        <a:defRPr sz="3600">
          <a:solidFill>
            <a:schemeClr val="tx1"/>
          </a:solidFill>
          <a:latin typeface="+mn-lt"/>
          <a:ea typeface="+mn-ea"/>
          <a:cs typeface="ヒラギノ角ゴ Pro W3" charset="0"/>
          <a:sym typeface="Gill Sans" panose="020B0502020104020203" pitchFamily="34" charset="-79"/>
        </a:defRPr>
      </a:lvl1pPr>
      <a:lvl2pPr marL="1041400" indent="-444500" algn="l" rtl="0" eaLnBrk="0" fontAlgn="base" hangingPunct="0">
        <a:spcBef>
          <a:spcPts val="1800"/>
        </a:spcBef>
        <a:spcAft>
          <a:spcPct val="0"/>
        </a:spcAft>
        <a:buSzPct val="171000"/>
        <a:buFont typeface="Lucida Grande" panose="020B0600040502020204" pitchFamily="34" charset="0"/>
        <a:buChar char="•"/>
        <a:defRPr sz="3200">
          <a:solidFill>
            <a:schemeClr val="tx1"/>
          </a:solidFill>
          <a:latin typeface="+mn-lt"/>
          <a:ea typeface="+mn-ea"/>
          <a:cs typeface="ヒラギノ角ゴ Pro W3" charset="0"/>
          <a:sym typeface="Gill Sans" panose="020B0502020104020203" pitchFamily="34" charset="-79"/>
        </a:defRPr>
      </a:lvl2pPr>
      <a:lvl3pPr marL="1384300" indent="-444500" algn="l" rtl="0" eaLnBrk="0" fontAlgn="base" hangingPunct="0">
        <a:spcBef>
          <a:spcPts val="1800"/>
        </a:spcBef>
        <a:spcAft>
          <a:spcPct val="0"/>
        </a:spcAft>
        <a:buSzPct val="171000"/>
        <a:buFont typeface="Lucida Grande" panose="020B0600040502020204" pitchFamily="34" charset="0"/>
        <a:buChar char="•"/>
        <a:defRPr sz="2800">
          <a:solidFill>
            <a:schemeClr val="tx1"/>
          </a:solidFill>
          <a:latin typeface="+mn-lt"/>
          <a:ea typeface="+mn-ea"/>
          <a:cs typeface="ヒラギノ角ゴ Pro W3" charset="0"/>
          <a:sym typeface="Gill Sans" panose="020B0502020104020203" pitchFamily="34" charset="-79"/>
        </a:defRPr>
      </a:lvl3pPr>
      <a:lvl4pPr marL="1739900" indent="-444500" algn="l" rtl="0" eaLnBrk="0" fontAlgn="base" hangingPunct="0">
        <a:spcBef>
          <a:spcPts val="1800"/>
        </a:spcBef>
        <a:spcAft>
          <a:spcPct val="0"/>
        </a:spcAft>
        <a:buSzPct val="171000"/>
        <a:buFont typeface="Lucida Grande" panose="020B0600040502020204" pitchFamily="34" charset="0"/>
        <a:buChar char="•"/>
        <a:defRPr sz="2400">
          <a:solidFill>
            <a:schemeClr val="tx1"/>
          </a:solidFill>
          <a:latin typeface="+mn-lt"/>
          <a:ea typeface="+mn-ea"/>
          <a:cs typeface="ヒラギノ角ゴ Pro W3" charset="0"/>
          <a:sym typeface="Gill Sans" panose="020B0502020104020203" pitchFamily="34" charset="-79"/>
        </a:defRPr>
      </a:lvl4pPr>
      <a:lvl5pPr marL="2082800" indent="-444500" algn="l" rtl="0" eaLnBrk="0" fontAlgn="base" hangingPunct="0">
        <a:spcBef>
          <a:spcPts val="1800"/>
        </a:spcBef>
        <a:spcAft>
          <a:spcPct val="0"/>
        </a:spcAft>
        <a:buSzPct val="171000"/>
        <a:buFont typeface="Lucida Grande" panose="020B0600040502020204" pitchFamily="34" charset="0"/>
        <a:buChar char="•"/>
        <a:defRPr sz="2400">
          <a:solidFill>
            <a:schemeClr val="tx1"/>
          </a:solidFill>
          <a:latin typeface="+mn-lt"/>
          <a:ea typeface="+mn-ea"/>
          <a:cs typeface="ヒラギノ角ゴ Pro W3" charset="0"/>
          <a:sym typeface="Gill Sans" panose="020B0502020104020203" pitchFamily="34" charset="-79"/>
        </a:defRPr>
      </a:lvl5pPr>
      <a:lvl6pPr marL="2540000" indent="-444500" algn="l" rtl="0" fontAlgn="base">
        <a:spcBef>
          <a:spcPts val="1800"/>
        </a:spcBef>
        <a:spcAft>
          <a:spcPct val="0"/>
        </a:spcAft>
        <a:buSzPct val="171000"/>
        <a:buFont typeface="Lucida Grande" pitchFamily="80" charset="0"/>
        <a:buChar char="•"/>
        <a:defRPr sz="2400">
          <a:solidFill>
            <a:schemeClr val="tx1"/>
          </a:solidFill>
          <a:latin typeface="+mn-lt"/>
          <a:ea typeface="+mn-ea"/>
          <a:sym typeface="Gill Sans" pitchFamily="80" charset="0"/>
        </a:defRPr>
      </a:lvl6pPr>
      <a:lvl7pPr marL="2997200" indent="-444500" algn="l" rtl="0" fontAlgn="base">
        <a:spcBef>
          <a:spcPts val="1800"/>
        </a:spcBef>
        <a:spcAft>
          <a:spcPct val="0"/>
        </a:spcAft>
        <a:buSzPct val="171000"/>
        <a:buFont typeface="Lucida Grande" pitchFamily="80" charset="0"/>
        <a:buChar char="•"/>
        <a:defRPr sz="2400">
          <a:solidFill>
            <a:schemeClr val="tx1"/>
          </a:solidFill>
          <a:latin typeface="+mn-lt"/>
          <a:ea typeface="+mn-ea"/>
          <a:sym typeface="Gill Sans" pitchFamily="80" charset="0"/>
        </a:defRPr>
      </a:lvl7pPr>
      <a:lvl8pPr marL="3454400" indent="-444500" algn="l" rtl="0" fontAlgn="base">
        <a:spcBef>
          <a:spcPts val="1800"/>
        </a:spcBef>
        <a:spcAft>
          <a:spcPct val="0"/>
        </a:spcAft>
        <a:buSzPct val="171000"/>
        <a:buFont typeface="Lucida Grande" pitchFamily="80" charset="0"/>
        <a:buChar char="•"/>
        <a:defRPr sz="2400">
          <a:solidFill>
            <a:schemeClr val="tx1"/>
          </a:solidFill>
          <a:latin typeface="+mn-lt"/>
          <a:ea typeface="+mn-ea"/>
          <a:sym typeface="Gill Sans" pitchFamily="80" charset="0"/>
        </a:defRPr>
      </a:lvl8pPr>
      <a:lvl9pPr marL="3911600" indent="-444500" algn="l" rtl="0" fontAlgn="base">
        <a:spcBef>
          <a:spcPts val="1800"/>
        </a:spcBef>
        <a:spcAft>
          <a:spcPct val="0"/>
        </a:spcAft>
        <a:buSzPct val="171000"/>
        <a:buFont typeface="Lucida Grande" pitchFamily="80" charset="0"/>
        <a:buChar char="•"/>
        <a:defRPr sz="2400">
          <a:solidFill>
            <a:schemeClr val="tx1"/>
          </a:solidFill>
          <a:latin typeface="+mn-lt"/>
          <a:ea typeface="+mn-ea"/>
          <a:sym typeface="Gill Sans" pitchFamily="80"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1">
            <a:extLst>
              <a:ext uri="{FF2B5EF4-FFF2-40B4-BE49-F238E27FC236}">
                <a16:creationId xmlns:a16="http://schemas.microsoft.com/office/drawing/2014/main" id="{8ADC07F4-9DBB-4D3B-4B0F-06E0E9B1545C}"/>
              </a:ext>
            </a:extLst>
          </p:cNvPr>
          <p:cNvSpPr>
            <a:spLocks noGrp="1" noChangeArrowheads="1"/>
          </p:cNvSpPr>
          <p:nvPr>
            <p:ph type="title"/>
          </p:nvPr>
        </p:nvSpPr>
        <p:spPr bwMode="auto">
          <a:xfrm>
            <a:off x="342900" y="114300"/>
            <a:ext cx="94615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38100" tIns="38100" rIns="38100" bIns="38100" numCol="1" anchor="ctr" anchorCtr="0" compatLnSpc="1">
            <a:prstTxWarp prst="textNoShape">
              <a:avLst/>
            </a:prstTxWarp>
          </a:bodyPr>
          <a:lstStyle/>
          <a:p>
            <a:pPr lvl="0"/>
            <a:r>
              <a:rPr lang="en-US" altLang="en-US">
                <a:sym typeface="Gill Sans" panose="020B0502020104020203" pitchFamily="34" charset="-79"/>
              </a:rPr>
              <a:t>Click to edit Master title style</a:t>
            </a:r>
          </a:p>
        </p:txBody>
      </p:sp>
      <p:sp>
        <p:nvSpPr>
          <p:cNvPr id="4099" name="Rectangle 2">
            <a:extLst>
              <a:ext uri="{FF2B5EF4-FFF2-40B4-BE49-F238E27FC236}">
                <a16:creationId xmlns:a16="http://schemas.microsoft.com/office/drawing/2014/main" id="{46D77C04-847A-7097-892F-63D0BE88C95E}"/>
              </a:ext>
            </a:extLst>
          </p:cNvPr>
          <p:cNvSpPr>
            <a:spLocks noGrp="1" noChangeArrowheads="1"/>
          </p:cNvSpPr>
          <p:nvPr>
            <p:ph type="body" idx="1"/>
          </p:nvPr>
        </p:nvSpPr>
        <p:spPr bwMode="auto">
          <a:xfrm>
            <a:off x="342900" y="1600200"/>
            <a:ext cx="9461500" cy="5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38100" tIns="38100" rIns="38100" bIns="38100" numCol="1" anchor="t" anchorCtr="0" compatLnSpc="1">
            <a:prstTxWarp prst="textNoShape">
              <a:avLst/>
            </a:prstTxWarp>
          </a:bodyPr>
          <a:lstStyle/>
          <a:p>
            <a:pPr lvl="0"/>
            <a:r>
              <a:rPr lang="en-US" altLang="en-US">
                <a:sym typeface="Gill Sans" panose="020B0502020104020203" pitchFamily="34" charset="-79"/>
              </a:rPr>
              <a:t>Click to edit Master text styles</a:t>
            </a:r>
          </a:p>
          <a:p>
            <a:pPr lvl="1"/>
            <a:r>
              <a:rPr lang="en-US" altLang="en-US">
                <a:sym typeface="Gill Sans" panose="020B0502020104020203" pitchFamily="34" charset="-79"/>
              </a:rPr>
              <a:t>Second level</a:t>
            </a:r>
          </a:p>
          <a:p>
            <a:pPr lvl="2"/>
            <a:r>
              <a:rPr lang="en-US" altLang="en-US">
                <a:sym typeface="Gill Sans" panose="020B0502020104020203" pitchFamily="34" charset="-79"/>
              </a:rPr>
              <a:t>Third level</a:t>
            </a:r>
          </a:p>
          <a:p>
            <a:pPr lvl="3"/>
            <a:r>
              <a:rPr lang="en-US" altLang="en-US">
                <a:sym typeface="Gill Sans" panose="020B0502020104020203" pitchFamily="34" charset="-79"/>
              </a:rPr>
              <a:t>Fourth level</a:t>
            </a:r>
          </a:p>
          <a:p>
            <a:pPr lvl="4"/>
            <a:r>
              <a:rPr lang="en-US" altLang="en-US">
                <a:sym typeface="Gill Sans" panose="020B0502020104020203" pitchFamily="34" charset="-79"/>
              </a:rPr>
              <a:t>Fifth level</a:t>
            </a:r>
          </a:p>
        </p:txBody>
      </p:sp>
      <p:pic>
        <p:nvPicPr>
          <p:cNvPr id="4100" name="Picture 3">
            <a:extLst>
              <a:ext uri="{FF2B5EF4-FFF2-40B4-BE49-F238E27FC236}">
                <a16:creationId xmlns:a16="http://schemas.microsoft.com/office/drawing/2014/main" id="{13801DB6-420A-A328-0DCC-482C7D3C4DDB}"/>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14300" y="6832600"/>
            <a:ext cx="558800" cy="72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101" name="Rectangle 4">
            <a:extLst>
              <a:ext uri="{FF2B5EF4-FFF2-40B4-BE49-F238E27FC236}">
                <a16:creationId xmlns:a16="http://schemas.microsoft.com/office/drawing/2014/main" id="{0B5ACBA0-AD40-D50F-767D-88B444BA79B0}"/>
              </a:ext>
            </a:extLst>
          </p:cNvPr>
          <p:cNvSpPr>
            <a:spLocks/>
          </p:cNvSpPr>
          <p:nvPr/>
        </p:nvSpPr>
        <p:spPr bwMode="auto">
          <a:xfrm>
            <a:off x="638175" y="7181850"/>
            <a:ext cx="2578100" cy="317500"/>
          </a:xfrm>
          <a:prstGeom prst="rect">
            <a:avLst/>
          </a:prstGeom>
          <a:noFill/>
          <a:ln>
            <a:noFill/>
          </a:ln>
        </p:spPr>
        <p:txBody>
          <a:bodyPr lIns="0" tIns="0" rIns="0" bIns="0" anchor="ctr"/>
          <a:lstStyle>
            <a:lvl1pPr eaLnBrk="0" hangingPunct="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eaLnBrk="0" hangingPunct="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eaLnBrk="0" hangingPunct="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eaLnBrk="0" hangingPunct="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eaLnBrk="0" hangingPunct="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algn="ctr"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algn="ctr"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algn="ctr"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algn="ctr"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eaLnBrk="1" hangingPunct="1">
              <a:defRPr/>
            </a:pPr>
            <a:r>
              <a:rPr lang="en-US" altLang="en-US" sz="1600">
                <a:solidFill>
                  <a:srgbClr val="577AB1"/>
                </a:solidFill>
              </a:rPr>
              <a:t>Mountain Goat Software, LLC</a:t>
            </a:r>
          </a:p>
        </p:txBody>
      </p:sp>
      <p:pic>
        <p:nvPicPr>
          <p:cNvPr id="4102" name="Picture 5">
            <a:extLst>
              <a:ext uri="{FF2B5EF4-FFF2-40B4-BE49-F238E27FC236}">
                <a16:creationId xmlns:a16="http://schemas.microsoft.com/office/drawing/2014/main" id="{BBA0910B-96C5-D1AB-EF60-98E109DACA2A}"/>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8458200" y="6967538"/>
            <a:ext cx="13081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103" name="Picture 6">
            <a:extLst>
              <a:ext uri="{FF2B5EF4-FFF2-40B4-BE49-F238E27FC236}">
                <a16:creationId xmlns:a16="http://schemas.microsoft.com/office/drawing/2014/main" id="{38C477B0-063F-38D3-BE57-3ED6E606554E}"/>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092700" y="952500"/>
            <a:ext cx="4432300" cy="5727700"/>
          </a:xfrm>
          <a:prstGeom prst="rect">
            <a:avLst/>
          </a:prstGeom>
          <a:noFill/>
          <a:ln>
            <a:noFill/>
          </a:ln>
          <a:extLst>
            <a:ext uri="{909E8E84-426E-40DD-AFC4-6F175D3DCCD1}">
              <a14:hiddenFill xmlns:a14="http://schemas.microsoft.com/office/drawing/2010/main">
                <a:solidFill>
                  <a:srgbClr val="FFFFFF">
                    <a:alpha val="34509"/>
                  </a:srgbClr>
                </a:solidFill>
              </a14:hiddenFill>
            </a:ext>
            <a:ext uri="{91240B29-F687-4F45-9708-019B960494DF}">
              <a14:hiddenLine xmlns:a14="http://schemas.microsoft.com/office/drawing/2010/main" w="9525">
                <a:solidFill>
                  <a:schemeClr val="tx1">
                    <a:alpha val="34509"/>
                  </a:schemeClr>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ransition/>
  <p:txStyles>
    <p:titleStyle>
      <a:lvl1pPr algn="l" rtl="0" eaLnBrk="0" fontAlgn="base" hangingPunct="0">
        <a:spcBef>
          <a:spcPct val="0"/>
        </a:spcBef>
        <a:spcAft>
          <a:spcPct val="0"/>
        </a:spcAft>
        <a:defRPr sz="4800">
          <a:solidFill>
            <a:srgbClr val="5F7BAE"/>
          </a:solidFill>
          <a:latin typeface="+mj-lt"/>
          <a:ea typeface="+mj-ea"/>
          <a:cs typeface="ヒラギノ角ゴ Pro W3" charset="0"/>
          <a:sym typeface="Gill Sans" panose="020B0502020104020203" pitchFamily="34" charset="-79"/>
        </a:defRPr>
      </a:lvl1pPr>
      <a:lvl2pPr algn="l" rtl="0" eaLnBrk="0" fontAlgn="base" hangingPunct="0">
        <a:spcBef>
          <a:spcPct val="0"/>
        </a:spcBef>
        <a:spcAft>
          <a:spcPct val="0"/>
        </a:spcAft>
        <a:defRPr sz="4800">
          <a:solidFill>
            <a:srgbClr val="5F7BAE"/>
          </a:solidFill>
          <a:latin typeface="Gill Sans" pitchFamily="80" charset="0"/>
          <a:ea typeface="ヒラギノ角ゴ Pro W3" pitchFamily="80" charset="-128"/>
          <a:cs typeface="ヒラギノ角ゴ Pro W3" charset="0"/>
          <a:sym typeface="Gill Sans" panose="020B0502020104020203" pitchFamily="34" charset="-79"/>
        </a:defRPr>
      </a:lvl2pPr>
      <a:lvl3pPr algn="l" rtl="0" eaLnBrk="0" fontAlgn="base" hangingPunct="0">
        <a:spcBef>
          <a:spcPct val="0"/>
        </a:spcBef>
        <a:spcAft>
          <a:spcPct val="0"/>
        </a:spcAft>
        <a:defRPr sz="4800">
          <a:solidFill>
            <a:srgbClr val="5F7BAE"/>
          </a:solidFill>
          <a:latin typeface="Gill Sans" pitchFamily="80" charset="0"/>
          <a:ea typeface="ヒラギノ角ゴ Pro W3" pitchFamily="80" charset="-128"/>
          <a:cs typeface="ヒラギノ角ゴ Pro W3" charset="0"/>
          <a:sym typeface="Gill Sans" panose="020B0502020104020203" pitchFamily="34" charset="-79"/>
        </a:defRPr>
      </a:lvl3pPr>
      <a:lvl4pPr algn="l" rtl="0" eaLnBrk="0" fontAlgn="base" hangingPunct="0">
        <a:spcBef>
          <a:spcPct val="0"/>
        </a:spcBef>
        <a:spcAft>
          <a:spcPct val="0"/>
        </a:spcAft>
        <a:defRPr sz="4800">
          <a:solidFill>
            <a:srgbClr val="5F7BAE"/>
          </a:solidFill>
          <a:latin typeface="Gill Sans" pitchFamily="80" charset="0"/>
          <a:ea typeface="ヒラギノ角ゴ Pro W3" pitchFamily="80" charset="-128"/>
          <a:cs typeface="ヒラギノ角ゴ Pro W3" charset="0"/>
          <a:sym typeface="Gill Sans" panose="020B0502020104020203" pitchFamily="34" charset="-79"/>
        </a:defRPr>
      </a:lvl4pPr>
      <a:lvl5pPr algn="l" rtl="0" eaLnBrk="0" fontAlgn="base" hangingPunct="0">
        <a:spcBef>
          <a:spcPct val="0"/>
        </a:spcBef>
        <a:spcAft>
          <a:spcPct val="0"/>
        </a:spcAft>
        <a:defRPr sz="4800">
          <a:solidFill>
            <a:srgbClr val="5F7BAE"/>
          </a:solidFill>
          <a:latin typeface="Gill Sans" pitchFamily="80" charset="0"/>
          <a:ea typeface="ヒラギノ角ゴ Pro W3" pitchFamily="80" charset="-128"/>
          <a:cs typeface="ヒラギノ角ゴ Pro W3" charset="0"/>
          <a:sym typeface="Gill Sans" panose="020B0502020104020203" pitchFamily="34" charset="-79"/>
        </a:defRPr>
      </a:lvl5pPr>
      <a:lvl6pPr marL="457200" algn="l" rtl="0" fontAlgn="base">
        <a:spcBef>
          <a:spcPct val="0"/>
        </a:spcBef>
        <a:spcAft>
          <a:spcPct val="0"/>
        </a:spcAft>
        <a:defRPr sz="6400">
          <a:solidFill>
            <a:srgbClr val="5F7BAE"/>
          </a:solidFill>
          <a:latin typeface="Gill Sans" pitchFamily="80" charset="0"/>
          <a:ea typeface="ヒラギノ角ゴ Pro W3" pitchFamily="80" charset="-128"/>
          <a:sym typeface="Gill Sans" pitchFamily="80" charset="0"/>
        </a:defRPr>
      </a:lvl6pPr>
      <a:lvl7pPr marL="914400" algn="l" rtl="0" fontAlgn="base">
        <a:spcBef>
          <a:spcPct val="0"/>
        </a:spcBef>
        <a:spcAft>
          <a:spcPct val="0"/>
        </a:spcAft>
        <a:defRPr sz="6400">
          <a:solidFill>
            <a:srgbClr val="5F7BAE"/>
          </a:solidFill>
          <a:latin typeface="Gill Sans" pitchFamily="80" charset="0"/>
          <a:ea typeface="ヒラギノ角ゴ Pro W3" pitchFamily="80" charset="-128"/>
          <a:sym typeface="Gill Sans" pitchFamily="80" charset="0"/>
        </a:defRPr>
      </a:lvl7pPr>
      <a:lvl8pPr marL="1371600" algn="l" rtl="0" fontAlgn="base">
        <a:spcBef>
          <a:spcPct val="0"/>
        </a:spcBef>
        <a:spcAft>
          <a:spcPct val="0"/>
        </a:spcAft>
        <a:defRPr sz="6400">
          <a:solidFill>
            <a:srgbClr val="5F7BAE"/>
          </a:solidFill>
          <a:latin typeface="Gill Sans" pitchFamily="80" charset="0"/>
          <a:ea typeface="ヒラギノ角ゴ Pro W3" pitchFamily="80" charset="-128"/>
          <a:sym typeface="Gill Sans" pitchFamily="80" charset="0"/>
        </a:defRPr>
      </a:lvl8pPr>
      <a:lvl9pPr marL="1828800" algn="l" rtl="0" fontAlgn="base">
        <a:spcBef>
          <a:spcPct val="0"/>
        </a:spcBef>
        <a:spcAft>
          <a:spcPct val="0"/>
        </a:spcAft>
        <a:defRPr sz="6400">
          <a:solidFill>
            <a:srgbClr val="5F7BAE"/>
          </a:solidFill>
          <a:latin typeface="Gill Sans" pitchFamily="80" charset="0"/>
          <a:ea typeface="ヒラギノ角ゴ Pro W3" pitchFamily="80" charset="-128"/>
          <a:sym typeface="Gill Sans" pitchFamily="80" charset="0"/>
        </a:defRPr>
      </a:lvl9pPr>
    </p:titleStyle>
    <p:bodyStyle>
      <a:lvl1pPr marL="660400" indent="-444500" algn="l" rtl="0" eaLnBrk="0" fontAlgn="base" hangingPunct="0">
        <a:spcBef>
          <a:spcPts val="1800"/>
        </a:spcBef>
        <a:spcAft>
          <a:spcPct val="0"/>
        </a:spcAft>
        <a:buClr>
          <a:srgbClr val="5F7BAE"/>
        </a:buClr>
        <a:buSzPct val="150000"/>
        <a:buFont typeface="Lucida Grande" panose="020B0600040502020204" pitchFamily="34" charset="0"/>
        <a:buChar char="•"/>
        <a:defRPr sz="3600">
          <a:solidFill>
            <a:schemeClr val="tx1"/>
          </a:solidFill>
          <a:latin typeface="+mn-lt"/>
          <a:ea typeface="+mn-ea"/>
          <a:cs typeface="ヒラギノ角ゴ Pro W3" charset="0"/>
          <a:sym typeface="Gill Sans" panose="020B0502020104020203" pitchFamily="34" charset="-79"/>
        </a:defRPr>
      </a:lvl1pPr>
      <a:lvl2pPr marL="1003300" indent="-444500" algn="l" rtl="0" eaLnBrk="0" fontAlgn="base" hangingPunct="0">
        <a:spcBef>
          <a:spcPts val="1800"/>
        </a:spcBef>
        <a:spcAft>
          <a:spcPct val="0"/>
        </a:spcAft>
        <a:buSzPct val="150000"/>
        <a:buFont typeface="Lucida Grande" panose="020B0600040502020204" pitchFamily="34" charset="0"/>
        <a:buChar char="•"/>
        <a:defRPr sz="3200">
          <a:solidFill>
            <a:schemeClr val="tx1"/>
          </a:solidFill>
          <a:latin typeface="+mn-lt"/>
          <a:ea typeface="+mn-ea"/>
          <a:cs typeface="ヒラギノ角ゴ Pro W3" charset="0"/>
          <a:sym typeface="Gill Sans" panose="020B0502020104020203" pitchFamily="34" charset="-79"/>
        </a:defRPr>
      </a:lvl2pPr>
      <a:lvl3pPr marL="1346200" indent="-444500" algn="l" rtl="0" eaLnBrk="0" fontAlgn="base" hangingPunct="0">
        <a:spcBef>
          <a:spcPts val="1800"/>
        </a:spcBef>
        <a:spcAft>
          <a:spcPct val="0"/>
        </a:spcAft>
        <a:buSzPct val="150000"/>
        <a:buFont typeface="Lucida Grande" panose="020B0600040502020204" pitchFamily="34" charset="0"/>
        <a:buChar char="•"/>
        <a:defRPr sz="2800">
          <a:solidFill>
            <a:schemeClr val="tx1"/>
          </a:solidFill>
          <a:latin typeface="+mn-lt"/>
          <a:ea typeface="+mn-ea"/>
          <a:cs typeface="ヒラギノ角ゴ Pro W3" charset="0"/>
          <a:sym typeface="Gill Sans" panose="020B0502020104020203" pitchFamily="34" charset="-79"/>
        </a:defRPr>
      </a:lvl3pPr>
      <a:lvl4pPr marL="1701800" indent="-444500" algn="l" rtl="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mn-lt"/>
          <a:ea typeface="+mn-ea"/>
          <a:cs typeface="ヒラギノ角ゴ Pro W3" charset="0"/>
          <a:sym typeface="Gill Sans" panose="020B0502020104020203" pitchFamily="34" charset="-79"/>
        </a:defRPr>
      </a:lvl4pPr>
      <a:lvl5pPr marL="2044700" indent="-444500" algn="l" rtl="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mn-lt"/>
          <a:ea typeface="+mn-ea"/>
          <a:cs typeface="ヒラギノ角ゴ Pro W3" charset="0"/>
          <a:sym typeface="Gill Sans" panose="020B0502020104020203" pitchFamily="34" charset="-79"/>
        </a:defRPr>
      </a:lvl5pPr>
      <a:lvl6pPr marL="2501900" indent="-444500" algn="l" rtl="0" fontAlgn="base">
        <a:spcBef>
          <a:spcPts val="1800"/>
        </a:spcBef>
        <a:spcAft>
          <a:spcPct val="0"/>
        </a:spcAft>
        <a:buSzPct val="150000"/>
        <a:buFont typeface="Lucida Grande" pitchFamily="80" charset="0"/>
        <a:buChar char="•"/>
        <a:defRPr sz="2400">
          <a:solidFill>
            <a:schemeClr val="tx1"/>
          </a:solidFill>
          <a:latin typeface="+mn-lt"/>
          <a:ea typeface="+mn-ea"/>
          <a:sym typeface="Gill Sans" pitchFamily="80" charset="0"/>
        </a:defRPr>
      </a:lvl6pPr>
      <a:lvl7pPr marL="2959100" indent="-444500" algn="l" rtl="0" fontAlgn="base">
        <a:spcBef>
          <a:spcPts val="1800"/>
        </a:spcBef>
        <a:spcAft>
          <a:spcPct val="0"/>
        </a:spcAft>
        <a:buSzPct val="150000"/>
        <a:buFont typeface="Lucida Grande" pitchFamily="80" charset="0"/>
        <a:buChar char="•"/>
        <a:defRPr sz="2400">
          <a:solidFill>
            <a:schemeClr val="tx1"/>
          </a:solidFill>
          <a:latin typeface="+mn-lt"/>
          <a:ea typeface="+mn-ea"/>
          <a:sym typeface="Gill Sans" pitchFamily="80" charset="0"/>
        </a:defRPr>
      </a:lvl7pPr>
      <a:lvl8pPr marL="3416300" indent="-444500" algn="l" rtl="0" fontAlgn="base">
        <a:spcBef>
          <a:spcPts val="1800"/>
        </a:spcBef>
        <a:spcAft>
          <a:spcPct val="0"/>
        </a:spcAft>
        <a:buSzPct val="150000"/>
        <a:buFont typeface="Lucida Grande" pitchFamily="80" charset="0"/>
        <a:buChar char="•"/>
        <a:defRPr sz="2400">
          <a:solidFill>
            <a:schemeClr val="tx1"/>
          </a:solidFill>
          <a:latin typeface="+mn-lt"/>
          <a:ea typeface="+mn-ea"/>
          <a:sym typeface="Gill Sans" pitchFamily="80" charset="0"/>
        </a:defRPr>
      </a:lvl8pPr>
      <a:lvl9pPr marL="3873500" indent="-444500" algn="l" rtl="0" fontAlgn="base">
        <a:spcBef>
          <a:spcPts val="1800"/>
        </a:spcBef>
        <a:spcAft>
          <a:spcPct val="0"/>
        </a:spcAft>
        <a:buSzPct val="150000"/>
        <a:buFont typeface="Lucida Grande" pitchFamily="80" charset="0"/>
        <a:buChar char="•"/>
        <a:defRPr sz="2400">
          <a:solidFill>
            <a:schemeClr val="tx1"/>
          </a:solidFill>
          <a:latin typeface="+mn-lt"/>
          <a:ea typeface="+mn-ea"/>
          <a:sym typeface="Gill Sans" pitchFamily="80"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hyperlink" Target="http://www.standishgroup.com/sample_research" TargetMode="External"/><Relationship Id="rId2" Type="http://schemas.openxmlformats.org/officeDocument/2006/relationships/notesSlide" Target="../notesSlides/notesSlide2.xml"/><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4.xml"/><Relationship Id="rId4" Type="http://schemas.openxmlformats.org/officeDocument/2006/relationships/hyperlink" Target="https://commons.wikimedia.org/w/index.php?curid=10633070"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hyperlink" Target="http://www.symantec.com/" TargetMode="External"/><Relationship Id="rId2" Type="http://schemas.openxmlformats.org/officeDocument/2006/relationships/hyperlink" Target="http://www.idxbroker.com/" TargetMode="External"/><Relationship Id="rId1" Type="http://schemas.openxmlformats.org/officeDocument/2006/relationships/slideLayout" Target="../slideLayouts/slideLayout13.xml"/><Relationship Id="rId4" Type="http://schemas.openxmlformats.org/officeDocument/2006/relationships/hyperlink" Target="http://www.paloalto.com/" TargetMode="External"/></Relationships>
</file>

<file path=ppt/slides/_rels/slide7.xml.rels><?xml version="1.0" encoding="UTF-8" standalone="yes"?>
<Relationships xmlns="http://schemas.openxmlformats.org/package/2006/relationships"><Relationship Id="rId3" Type="http://schemas.openxmlformats.org/officeDocument/2006/relationships/hyperlink" Target="http://www.idxbroker.com/" TargetMode="External"/><Relationship Id="rId2" Type="http://schemas.openxmlformats.org/officeDocument/2006/relationships/hyperlink" Target="http://www.pacificsource.com/" TargetMode="External"/><Relationship Id="rId1" Type="http://schemas.openxmlformats.org/officeDocument/2006/relationships/slideLayout" Target="../slideLayouts/slideLayout35.xml"/></Relationships>
</file>

<file path=ppt/slides/_rels/slide8.xml.rels><?xml version="1.0" encoding="UTF-8" standalone="yes"?>
<Relationships xmlns="http://schemas.openxmlformats.org/package/2006/relationships"><Relationship Id="rId3" Type="http://schemas.openxmlformats.org/officeDocument/2006/relationships/hyperlink" Target="https://ieqtechnology.com/" TargetMode="External"/><Relationship Id="rId2" Type="http://schemas.openxmlformats.org/officeDocument/2006/relationships/hyperlink" Target="https://lunarlogic.com/" TargetMode="External"/><Relationship Id="rId1" Type="http://schemas.openxmlformats.org/officeDocument/2006/relationships/slideLayout" Target="../slideLayouts/slideLayout35.xml"/><Relationship Id="rId5" Type="http://schemas.openxmlformats.org/officeDocument/2006/relationships/hyperlink" Target="http://www.idxbroker.com/" TargetMode="External"/><Relationship Id="rId4" Type="http://schemas.openxmlformats.org/officeDocument/2006/relationships/hyperlink" Target="https://mindboxstudios.com/" TargetMode="External"/></Relationships>
</file>

<file path=ppt/slides/_rels/slide9.xml.rels><?xml version="1.0" encoding="UTF-8" standalone="yes"?>
<Relationships xmlns="http://schemas.openxmlformats.org/package/2006/relationships"><Relationship Id="rId3" Type="http://schemas.openxmlformats.org/officeDocument/2006/relationships/hyperlink" Target="https://www.agilealliance.org/agile2016/#q=~(filters~(postType~(~%27aa_event_session~%27aa_video)~sources~(~%27Agile2016))~searchTerm~%27~sort~%27name.sort~sortDirection~%27asc~page~1)" TargetMode="External"/><Relationship Id="rId2" Type="http://schemas.openxmlformats.org/officeDocument/2006/relationships/hyperlink" Target="https://www.agilealliance.org/resources/videos/women-in-agile-the-changing-face-of-agile/" TargetMode="External"/><Relationship Id="rId1" Type="http://schemas.openxmlformats.org/officeDocument/2006/relationships/slideLayout" Target="../slideLayouts/slideLayout35.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35.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5.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5.xml"/></Relationships>
</file>

<file path=ppt/slides/_rels/slide15.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9.xml"/><Relationship Id="rId1" Type="http://schemas.openxmlformats.org/officeDocument/2006/relationships/slideLayout" Target="../slideLayouts/slideLayout35.xml"/><Relationship Id="rId5" Type="http://schemas.openxmlformats.org/officeDocument/2006/relationships/image" Target="../media/image7.png"/><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10.xml"/><Relationship Id="rId1" Type="http://schemas.openxmlformats.org/officeDocument/2006/relationships/slideLayout" Target="../slideLayouts/slideLayout35.xml"/><Relationship Id="rId5" Type="http://schemas.openxmlformats.org/officeDocument/2006/relationships/image" Target="../media/image13.png"/><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24.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24.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35.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35.xml"/></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35.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25.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35.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2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24.xml"/></Relationships>
</file>

<file path=ppt/slides/_rels/slide2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13.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7.png"/></Relationships>
</file>

<file path=ppt/slides/_rels/slide2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9.xml"/><Relationship Id="rId1" Type="http://schemas.openxmlformats.org/officeDocument/2006/relationships/slideLayout" Target="../slideLayouts/slideLayout35.xml"/><Relationship Id="rId4" Type="http://schemas.openxmlformats.org/officeDocument/2006/relationships/image" Target="../media/image8.png"/></Relationships>
</file>

<file path=ppt/slides/_rels/slide29.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notesSlide" Target="../notesSlides/notesSlide20.xml"/><Relationship Id="rId1" Type="http://schemas.openxmlformats.org/officeDocument/2006/relationships/slideLayout" Target="../slideLayouts/slideLayout35.xml"/></Relationships>
</file>

<file path=ppt/slides/_rels/slide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35.xml"/><Relationship Id="rId4" Type="http://schemas.openxmlformats.org/officeDocument/2006/relationships/image" Target="../media/image25.png"/></Relationships>
</file>

<file path=ppt/slides/_rels/slide31.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notesSlide" Target="../notesSlides/notesSlide22.xml"/><Relationship Id="rId1" Type="http://schemas.openxmlformats.org/officeDocument/2006/relationships/slideLayout" Target="../slideLayouts/slideLayout35.xml"/><Relationship Id="rId4" Type="http://schemas.openxmlformats.org/officeDocument/2006/relationships/image" Target="../media/image27.emf"/></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5.xml"/></Relationships>
</file>

<file path=ppt/slides/_rels/slide3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4.xml"/><Relationship Id="rId1" Type="http://schemas.openxmlformats.org/officeDocument/2006/relationships/slideLayout" Target="../slideLayouts/slideLayout35.xml"/><Relationship Id="rId4" Type="http://schemas.openxmlformats.org/officeDocument/2006/relationships/image" Target="../media/image28.png"/></Relationships>
</file>

<file path=ppt/slides/_rels/slide3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5.xml"/><Relationship Id="rId1" Type="http://schemas.openxmlformats.org/officeDocument/2006/relationships/slideLayout" Target="../slideLayouts/slideLayout24.xml"/></Relationships>
</file>

<file path=ppt/slides/_rels/slide3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6.xml"/><Relationship Id="rId1" Type="http://schemas.openxmlformats.org/officeDocument/2006/relationships/slideLayout" Target="../slideLayouts/slideLayout35.xml"/><Relationship Id="rId4" Type="http://schemas.openxmlformats.org/officeDocument/2006/relationships/image" Target="../media/image8.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5.xml"/></Relationships>
</file>

<file path=ppt/slides/_rels/slide3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8.xml"/><Relationship Id="rId1" Type="http://schemas.openxmlformats.org/officeDocument/2006/relationships/slideLayout" Target="../slideLayouts/slideLayout35.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5.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5.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5.xml"/></Relationships>
</file>

<file path=ppt/slides/_rels/slide4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2.xml"/><Relationship Id="rId1" Type="http://schemas.openxmlformats.org/officeDocument/2006/relationships/slideLayout" Target="../slideLayouts/slideLayout35.xml"/><Relationship Id="rId5" Type="http://schemas.openxmlformats.org/officeDocument/2006/relationships/image" Target="../media/image31.png"/><Relationship Id="rId4" Type="http://schemas.openxmlformats.org/officeDocument/2006/relationships/oleObject" Target="../embeddings/oleObject1.bin"/></Relationships>
</file>

<file path=ppt/slides/_rels/slide4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3.xml"/><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5.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5.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5.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5.xml"/></Relationships>
</file>

<file path=ppt/slides/_rels/slide4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8.xml"/><Relationship Id="rId1" Type="http://schemas.openxmlformats.org/officeDocument/2006/relationships/slideLayout" Target="../slideLayouts/slideLayout35.xml"/></Relationships>
</file>

<file path=ppt/slides/_rels/slide48.xml.rels><?xml version="1.0" encoding="UTF-8" standalone="yes"?>
<Relationships xmlns="http://schemas.openxmlformats.org/package/2006/relationships"><Relationship Id="rId3" Type="http://schemas.openxmlformats.org/officeDocument/2006/relationships/image" Target="../media/image33.emf"/><Relationship Id="rId2" Type="http://schemas.openxmlformats.org/officeDocument/2006/relationships/notesSlide" Target="../notesSlides/notesSlide39.xml"/><Relationship Id="rId1" Type="http://schemas.openxmlformats.org/officeDocument/2006/relationships/slideLayout" Target="../slideLayouts/slideLayout35.xml"/><Relationship Id="rId5" Type="http://schemas.openxmlformats.org/officeDocument/2006/relationships/image" Target="../media/image34.png"/><Relationship Id="rId4"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1">
            <a:extLst>
              <a:ext uri="{FF2B5EF4-FFF2-40B4-BE49-F238E27FC236}">
                <a16:creationId xmlns:a16="http://schemas.microsoft.com/office/drawing/2014/main" id="{F332D1C7-B755-B2C9-FB3D-F62372F89F3D}"/>
              </a:ext>
            </a:extLst>
          </p:cNvPr>
          <p:cNvSpPr>
            <a:spLocks noGrp="1" noChangeArrowheads="1"/>
          </p:cNvSpPr>
          <p:nvPr>
            <p:ph type="title"/>
          </p:nvPr>
        </p:nvSpPr>
        <p:spPr/>
        <p:txBody>
          <a:bodyPr/>
          <a:lstStyle/>
          <a:p>
            <a:pPr eaLnBrk="1" hangingPunct="1"/>
            <a:r>
              <a:rPr lang="en-US" altLang="en-US" sz="6600"/>
              <a:t>An Introduction</a:t>
            </a:r>
            <a:br>
              <a:rPr lang="en-US" altLang="en-US" sz="6600"/>
            </a:br>
            <a:r>
              <a:rPr lang="en-US" altLang="en-US" sz="6600"/>
              <a:t>to Scrum</a:t>
            </a:r>
          </a:p>
        </p:txBody>
      </p:sp>
      <p:sp>
        <p:nvSpPr>
          <p:cNvPr id="6147" name="Rectangle 2">
            <a:extLst>
              <a:ext uri="{FF2B5EF4-FFF2-40B4-BE49-F238E27FC236}">
                <a16:creationId xmlns:a16="http://schemas.microsoft.com/office/drawing/2014/main" id="{E591BEDC-9B2F-AF60-1D48-CAC289E81049}"/>
              </a:ext>
            </a:extLst>
          </p:cNvPr>
          <p:cNvSpPr>
            <a:spLocks noGrp="1" noChangeArrowheads="1"/>
          </p:cNvSpPr>
          <p:nvPr>
            <p:ph type="body" idx="1"/>
          </p:nvPr>
        </p:nvSpPr>
        <p:spPr/>
        <p:txBody>
          <a:bodyPr/>
          <a:lstStyle/>
          <a:p>
            <a:pPr marL="0" indent="0" eaLnBrk="1" hangingPunct="1"/>
            <a:r>
              <a:rPr lang="en-US" altLang="en-US" sz="3800"/>
              <a:t>Brian Bird</a:t>
            </a:r>
          </a:p>
          <a:p>
            <a:pPr marL="0" indent="0" eaLnBrk="1" hangingPunct="1"/>
            <a:r>
              <a:rPr lang="en-US" altLang="en-US" sz="3800"/>
              <a:t>Lane Community College</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a:extLst>
              <a:ext uri="{FF2B5EF4-FFF2-40B4-BE49-F238E27FC236}">
                <a16:creationId xmlns:a16="http://schemas.microsoft.com/office/drawing/2014/main" id="{B49FE1DE-19AD-3D80-2C64-FCC6810C59F9}"/>
              </a:ext>
            </a:extLst>
          </p:cNvPr>
          <p:cNvSpPr>
            <a:spLocks noGrp="1" noChangeArrowheads="1"/>
          </p:cNvSpPr>
          <p:nvPr>
            <p:ph type="title"/>
          </p:nvPr>
        </p:nvSpPr>
        <p:spPr/>
        <p:txBody>
          <a:bodyPr/>
          <a:lstStyle/>
          <a:p>
            <a:r>
              <a:rPr lang="en-US" altLang="en-US"/>
              <a:t>Origins of Agile</a:t>
            </a:r>
          </a:p>
        </p:txBody>
      </p:sp>
      <p:sp>
        <p:nvSpPr>
          <p:cNvPr id="3" name="Content Placeholder 2">
            <a:extLst>
              <a:ext uri="{FF2B5EF4-FFF2-40B4-BE49-F238E27FC236}">
                <a16:creationId xmlns:a16="http://schemas.microsoft.com/office/drawing/2014/main" id="{8CBC832C-4571-B3ED-0B46-9DBFF071BDF5}"/>
              </a:ext>
            </a:extLst>
          </p:cNvPr>
          <p:cNvSpPr>
            <a:spLocks noGrp="1"/>
          </p:cNvSpPr>
          <p:nvPr>
            <p:ph idx="1"/>
          </p:nvPr>
        </p:nvSpPr>
        <p:spPr/>
        <p:txBody>
          <a:bodyPr>
            <a:normAutofit fontScale="92500" lnSpcReduction="20000"/>
          </a:bodyPr>
          <a:lstStyle/>
          <a:p>
            <a:pPr>
              <a:defRPr/>
            </a:pPr>
            <a:r>
              <a:rPr lang="en-US" sz="2667" dirty="0">
                <a:latin typeface="Calibri" panose="020F0502020204030204" pitchFamily="34" charset="0"/>
                <a:cs typeface="Calibri" panose="020F0502020204030204" pitchFamily="34" charset="0"/>
              </a:rPr>
              <a:t>Agile is software development philosophy and movement</a:t>
            </a:r>
          </a:p>
          <a:p>
            <a:pPr>
              <a:defRPr/>
            </a:pPr>
            <a:r>
              <a:rPr lang="en-US" sz="2667" dirty="0">
                <a:latin typeface="Calibri" panose="020F0502020204030204" pitchFamily="34" charset="0"/>
                <a:cs typeface="Calibri" panose="020F0502020204030204" pitchFamily="34" charset="0"/>
              </a:rPr>
              <a:t>It was conceived as a solution to a problem in the software industry: </a:t>
            </a:r>
            <a:r>
              <a:rPr lang="en-US" sz="2667" dirty="0">
                <a:solidFill>
                  <a:srgbClr val="FF0000"/>
                </a:solidFill>
                <a:latin typeface="Calibri" panose="020F0502020204030204" pitchFamily="34" charset="0"/>
                <a:cs typeface="Calibri" panose="020F0502020204030204" pitchFamily="34" charset="0"/>
              </a:rPr>
              <a:t>too many failed software development projects!</a:t>
            </a:r>
          </a:p>
          <a:p>
            <a:pPr>
              <a:defRPr/>
            </a:pPr>
            <a:r>
              <a:rPr lang="en-US" sz="2667" dirty="0">
                <a:latin typeface="Calibri" panose="020F0502020204030204" pitchFamily="34" charset="0"/>
                <a:cs typeface="Calibri" panose="020F0502020204030204" pitchFamily="34" charset="0"/>
              </a:rPr>
              <a:t>The </a:t>
            </a:r>
            <a:r>
              <a:rPr lang="en-US" sz="2667" dirty="0">
                <a:latin typeface="Calibri" panose="020F0502020204030204" pitchFamily="34" charset="0"/>
                <a:cs typeface="Calibri" panose="020F0502020204030204" pitchFamily="34" charset="0"/>
                <a:hlinkClick r:id="rId3"/>
              </a:rPr>
              <a:t>Standish Group</a:t>
            </a:r>
            <a:r>
              <a:rPr lang="en-US" sz="2667" dirty="0">
                <a:latin typeface="Calibri" panose="020F0502020204030204" pitchFamily="34" charset="0"/>
                <a:cs typeface="Calibri" panose="020F0502020204030204" pitchFamily="34" charset="0"/>
              </a:rPr>
              <a:t> published a study of IT projects in 1994:</a:t>
            </a:r>
          </a:p>
          <a:p>
            <a:pPr lvl="1">
              <a:defRPr/>
            </a:pPr>
            <a:r>
              <a:rPr lang="en-US" dirty="0">
                <a:latin typeface="Calibri" panose="020F0502020204030204" pitchFamily="34" charset="0"/>
                <a:cs typeface="Calibri" panose="020F0502020204030204" pitchFamily="34" charset="0"/>
              </a:rPr>
              <a:t>16.2% were completed on-time and on-budget, with all features and functions as initially specified. </a:t>
            </a:r>
          </a:p>
          <a:p>
            <a:pPr lvl="1">
              <a:defRPr/>
            </a:pPr>
            <a:r>
              <a:rPr lang="en-US" dirty="0">
                <a:latin typeface="Calibri" panose="020F0502020204030204" pitchFamily="34" charset="0"/>
                <a:cs typeface="Calibri" panose="020F0502020204030204" pitchFamily="34" charset="0"/>
              </a:rPr>
              <a:t>52.7% were completed and operational but over-budget, over the time estimate, and offers fewer features and functions than originally specified. </a:t>
            </a:r>
          </a:p>
          <a:p>
            <a:pPr lvl="1">
              <a:defRPr/>
            </a:pPr>
            <a:r>
              <a:rPr lang="en-US" dirty="0">
                <a:latin typeface="Calibri" panose="020F0502020204030204" pitchFamily="34" charset="0"/>
                <a:cs typeface="Calibri" panose="020F0502020204030204" pitchFamily="34" charset="0"/>
              </a:rPr>
              <a:t>31.1% were canceled at some point during the development cycle. </a:t>
            </a: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a:extLst>
              <a:ext uri="{FF2B5EF4-FFF2-40B4-BE49-F238E27FC236}">
                <a16:creationId xmlns:a16="http://schemas.microsoft.com/office/drawing/2014/main" id="{75CFFEB2-6722-3498-E49F-CD18AD5B90EE}"/>
              </a:ext>
            </a:extLst>
          </p:cNvPr>
          <p:cNvSpPr>
            <a:spLocks noGrp="1" noChangeArrowheads="1"/>
          </p:cNvSpPr>
          <p:nvPr>
            <p:ph type="title"/>
          </p:nvPr>
        </p:nvSpPr>
        <p:spPr/>
        <p:txBody>
          <a:bodyPr/>
          <a:lstStyle/>
          <a:p>
            <a:r>
              <a:rPr lang="en-US" altLang="en-US"/>
              <a:t>Causes of project failure </a:t>
            </a:r>
          </a:p>
        </p:txBody>
      </p:sp>
      <p:sp>
        <p:nvSpPr>
          <p:cNvPr id="3" name="Content Placeholder 2">
            <a:extLst>
              <a:ext uri="{FF2B5EF4-FFF2-40B4-BE49-F238E27FC236}">
                <a16:creationId xmlns:a16="http://schemas.microsoft.com/office/drawing/2014/main" id="{A9610D9C-38B8-361D-F224-EDB49C32B96C}"/>
              </a:ext>
            </a:extLst>
          </p:cNvPr>
          <p:cNvSpPr>
            <a:spLocks noGrp="1"/>
          </p:cNvSpPr>
          <p:nvPr>
            <p:ph idx="1"/>
          </p:nvPr>
        </p:nvSpPr>
        <p:spPr/>
        <p:txBody>
          <a:bodyPr/>
          <a:lstStyle/>
          <a:p>
            <a:pPr marL="0" indent="0">
              <a:buFont typeface="Lucida Grande" panose="020B0600040502020204" pitchFamily="34" charset="0"/>
              <a:buNone/>
              <a:defRPr/>
            </a:pPr>
            <a:r>
              <a:rPr lang="en-US" dirty="0">
                <a:latin typeface="Calibri" panose="020F0502020204030204" pitchFamily="34" charset="0"/>
                <a:cs typeface="Calibri" panose="020F0502020204030204" pitchFamily="34" charset="0"/>
              </a:rPr>
              <a:t>Participants in the survey listed these as the top three reasons IT projects failed:</a:t>
            </a:r>
          </a:p>
          <a:p>
            <a:pPr lvl="1">
              <a:defRPr/>
            </a:pPr>
            <a:r>
              <a:rPr lang="en-US" sz="2667" dirty="0">
                <a:latin typeface="Calibri" panose="020F0502020204030204" pitchFamily="34" charset="0"/>
                <a:cs typeface="Calibri" panose="020F0502020204030204" pitchFamily="34" charset="0"/>
              </a:rPr>
              <a:t>Lack of User Input </a:t>
            </a:r>
          </a:p>
          <a:p>
            <a:pPr lvl="1">
              <a:defRPr/>
            </a:pPr>
            <a:r>
              <a:rPr lang="en-US" sz="2667" dirty="0">
                <a:latin typeface="Calibri" panose="020F0502020204030204" pitchFamily="34" charset="0"/>
                <a:cs typeface="Calibri" panose="020F0502020204030204" pitchFamily="34" charset="0"/>
              </a:rPr>
              <a:t>Incomplete Requirements &amp; Specifications </a:t>
            </a:r>
          </a:p>
          <a:p>
            <a:pPr lvl="1">
              <a:defRPr/>
            </a:pPr>
            <a:r>
              <a:rPr lang="en-US" sz="2667" dirty="0">
                <a:latin typeface="Calibri" panose="020F0502020204030204" pitchFamily="34" charset="0"/>
                <a:cs typeface="Calibri" panose="020F0502020204030204" pitchFamily="34" charset="0"/>
              </a:rPr>
              <a:t>Changing Requirements &amp; Specifications </a:t>
            </a: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a:extLst>
              <a:ext uri="{FF2B5EF4-FFF2-40B4-BE49-F238E27FC236}">
                <a16:creationId xmlns:a16="http://schemas.microsoft.com/office/drawing/2014/main" id="{85E024FB-D023-D1B2-CD97-D61A94FBB99F}"/>
              </a:ext>
            </a:extLst>
          </p:cNvPr>
          <p:cNvSpPr>
            <a:spLocks noGrp="1" noChangeArrowheads="1"/>
          </p:cNvSpPr>
          <p:nvPr>
            <p:ph type="title"/>
          </p:nvPr>
        </p:nvSpPr>
        <p:spPr/>
        <p:txBody>
          <a:bodyPr/>
          <a:lstStyle/>
          <a:p>
            <a:r>
              <a:rPr lang="en-US" altLang="en-US">
                <a:latin typeface="Calibri" panose="020F0502020204030204" pitchFamily="34" charset="0"/>
                <a:cs typeface="Calibri" panose="020F0502020204030204" pitchFamily="34" charset="0"/>
              </a:rPr>
              <a:t>Waterfall approach to software development</a:t>
            </a:r>
          </a:p>
        </p:txBody>
      </p:sp>
      <p:pic>
        <p:nvPicPr>
          <p:cNvPr id="11267" name="Content Placeholder 3">
            <a:extLst>
              <a:ext uri="{FF2B5EF4-FFF2-40B4-BE49-F238E27FC236}">
                <a16:creationId xmlns:a16="http://schemas.microsoft.com/office/drawing/2014/main" id="{A9540829-EC6B-198D-8DE6-7086533E70EA}"/>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554288" y="2225675"/>
            <a:ext cx="5394325" cy="404653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68" name="Rectangle 4">
            <a:extLst>
              <a:ext uri="{FF2B5EF4-FFF2-40B4-BE49-F238E27FC236}">
                <a16:creationId xmlns:a16="http://schemas.microsoft.com/office/drawing/2014/main" id="{864A8D7E-FEBD-5946-3DA7-97BD68234A55}"/>
              </a:ext>
            </a:extLst>
          </p:cNvPr>
          <p:cNvSpPr>
            <a:spLocks noChangeArrowheads="1"/>
          </p:cNvSpPr>
          <p:nvPr/>
        </p:nvSpPr>
        <p:spPr bwMode="auto">
          <a:xfrm>
            <a:off x="568325" y="5778500"/>
            <a:ext cx="39719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algn="ctr" eaLnBrk="1" hangingPunct="1"/>
            <a:r>
              <a:rPr lang="en-US" altLang="en-US" sz="1400">
                <a:latin typeface="Calibri" panose="020F0502020204030204" pitchFamily="34" charset="0"/>
                <a:cs typeface="Calibri" panose="020F0502020204030204" pitchFamily="34" charset="0"/>
              </a:rPr>
              <a:t>By Peter Kemp / Paul Smith - Adapted from Paul Smith's work at </a:t>
            </a:r>
            <a:r>
              <a:rPr lang="en-US" altLang="en-US" sz="1400">
                <a:latin typeface="Calibri" panose="020F0502020204030204" pitchFamily="34" charset="0"/>
                <a:cs typeface="Calibri" panose="020F0502020204030204" pitchFamily="34" charset="0"/>
                <a:hlinkClick r:id="rId4"/>
              </a:rPr>
              <a:t>wikipedia</a:t>
            </a:r>
            <a:r>
              <a:rPr lang="en-US" altLang="en-US" sz="1400">
                <a:latin typeface="Calibri" panose="020F0502020204030204" pitchFamily="34" charset="0"/>
                <a:cs typeface="Calibri" panose="020F0502020204030204" pitchFamily="34" charset="0"/>
              </a:rPr>
              <a:t>, CC BY 3.0</a:t>
            </a: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a:extLst>
              <a:ext uri="{FF2B5EF4-FFF2-40B4-BE49-F238E27FC236}">
                <a16:creationId xmlns:a16="http://schemas.microsoft.com/office/drawing/2014/main" id="{60FA3EF2-285D-E850-5CF0-4E3B04CEC109}"/>
              </a:ext>
            </a:extLst>
          </p:cNvPr>
          <p:cNvSpPr>
            <a:spLocks noGrp="1" noChangeArrowheads="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altLang="en-US"/>
              <a:t>My 2016 Sabbatical</a:t>
            </a:r>
          </a:p>
        </p:txBody>
      </p:sp>
      <p:sp>
        <p:nvSpPr>
          <p:cNvPr id="3" name="Content Placeholder 2">
            <a:extLst>
              <a:ext uri="{FF2B5EF4-FFF2-40B4-BE49-F238E27FC236}">
                <a16:creationId xmlns:a16="http://schemas.microsoft.com/office/drawing/2014/main" id="{868F8E76-5E06-9520-4304-E40C19184AA2}"/>
              </a:ext>
            </a:extLst>
          </p:cNvPr>
          <p:cNvSpPr>
            <a:spLocks noGrp="1"/>
          </p:cNvSpPr>
          <p:nvPr>
            <p:ph idx="1"/>
          </p:nvPr>
        </p:nvSpPr>
        <p:spPr/>
        <p:txBody>
          <a:bodyPr>
            <a:normAutofit/>
          </a:bodyPr>
          <a:lstStyle/>
          <a:p>
            <a:pPr marL="254000" indent="0">
              <a:buFont typeface="Lucida Grande" panose="020B0600040502020204" pitchFamily="34" charset="0"/>
              <a:buNone/>
              <a:defRPr/>
            </a:pPr>
            <a:r>
              <a:rPr lang="en-US" sz="3600" dirty="0">
                <a:latin typeface="Calibri" panose="020F0502020204030204" pitchFamily="34" charset="0"/>
                <a:cs typeface="Calibri" panose="020F0502020204030204" pitchFamily="34" charset="0"/>
              </a:rPr>
              <a:t>Goals for the Sabbatical:</a:t>
            </a:r>
          </a:p>
          <a:p>
            <a:pPr>
              <a:defRPr/>
            </a:pPr>
            <a:r>
              <a:rPr lang="en-US" sz="2667" dirty="0">
                <a:latin typeface="Calibri" panose="020F0502020204030204" pitchFamily="34" charset="0"/>
                <a:cs typeface="Calibri" panose="020F0502020204030204" pitchFamily="34" charset="0"/>
              </a:rPr>
              <a:t>Gain a better understanding of Agile practices and principles</a:t>
            </a:r>
          </a:p>
          <a:p>
            <a:pPr>
              <a:defRPr/>
            </a:pPr>
            <a:r>
              <a:rPr lang="en-US" sz="2667" dirty="0">
                <a:latin typeface="Calibri" panose="020F0502020204030204" pitchFamily="34" charset="0"/>
                <a:cs typeface="Calibri" panose="020F0502020204030204" pitchFamily="34" charset="0"/>
              </a:rPr>
              <a:t>Learn how Agile is being applied in local companies that hire our graduates</a:t>
            </a:r>
          </a:p>
          <a:p>
            <a:pPr>
              <a:defRPr/>
            </a:pPr>
            <a:r>
              <a:rPr lang="en-US" sz="2667" dirty="0">
                <a:latin typeface="Calibri" panose="020F0502020204030204" pitchFamily="34" charset="0"/>
                <a:cs typeface="Calibri" panose="020F0502020204030204" pitchFamily="34" charset="0"/>
              </a:rPr>
              <a:t>Determine what aspects of Agile are important to teach to our students</a:t>
            </a: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a:extLst>
              <a:ext uri="{FF2B5EF4-FFF2-40B4-BE49-F238E27FC236}">
                <a16:creationId xmlns:a16="http://schemas.microsoft.com/office/drawing/2014/main" id="{1D4C09AB-C945-BBA9-8E3F-3ABD4D1DBB02}"/>
              </a:ext>
            </a:extLst>
          </p:cNvPr>
          <p:cNvSpPr>
            <a:spLocks noGrp="1" noChangeArrowheads="1"/>
          </p:cNvSpPr>
          <p:nvPr>
            <p:ph type="title"/>
          </p:nvPr>
        </p:nvSpPr>
        <p:spPr bwMode="auto">
          <a:xfrm>
            <a:off x="508000" y="304800"/>
            <a:ext cx="9144000" cy="19208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altLang="en-US"/>
              <a:t>Companies developing and selling software</a:t>
            </a:r>
          </a:p>
        </p:txBody>
      </p:sp>
      <p:sp>
        <p:nvSpPr>
          <p:cNvPr id="3" name="Content Placeholder 2">
            <a:extLst>
              <a:ext uri="{FF2B5EF4-FFF2-40B4-BE49-F238E27FC236}">
                <a16:creationId xmlns:a16="http://schemas.microsoft.com/office/drawing/2014/main" id="{6E547906-C3A2-773C-53B3-20ECF4AFF25D}"/>
              </a:ext>
            </a:extLst>
          </p:cNvPr>
          <p:cNvSpPr>
            <a:spLocks noGrp="1"/>
          </p:cNvSpPr>
          <p:nvPr>
            <p:ph idx="1"/>
          </p:nvPr>
        </p:nvSpPr>
        <p:spPr>
          <a:xfrm>
            <a:off x="508000" y="2370138"/>
            <a:ext cx="9144000" cy="4437062"/>
          </a:xfrm>
        </p:spPr>
        <p:txBody>
          <a:bodyPr/>
          <a:lstStyle/>
          <a:p>
            <a:pPr marL="254000" indent="0">
              <a:spcBef>
                <a:spcPts val="0"/>
              </a:spcBef>
              <a:buFont typeface="Lucida Grande" pitchFamily="1" charset="0"/>
              <a:buNone/>
              <a:defRPr/>
            </a:pPr>
            <a:r>
              <a:rPr lang="en-US" sz="2800" dirty="0">
                <a:latin typeface="Calibri" panose="020F0502020204030204" pitchFamily="34" charset="0"/>
                <a:cs typeface="Calibri" panose="020F0502020204030204" pitchFamily="34" charset="0"/>
                <a:hlinkClick r:id="rId2"/>
              </a:rPr>
              <a:t>IDX</a:t>
            </a:r>
            <a:endParaRPr lang="en-US" sz="2800" dirty="0">
              <a:latin typeface="Calibri" panose="020F0502020204030204" pitchFamily="34" charset="0"/>
              <a:cs typeface="Calibri" panose="020F0502020204030204" pitchFamily="34" charset="0"/>
            </a:endParaRPr>
          </a:p>
          <a:p>
            <a:pPr marL="596900" lvl="1" indent="0">
              <a:spcBef>
                <a:spcPts val="0"/>
              </a:spcBef>
              <a:buFont typeface="Lucida Grande" pitchFamily="1" charset="0"/>
              <a:buNone/>
              <a:defRPr/>
            </a:pPr>
            <a:r>
              <a:rPr lang="en-US" sz="2800" dirty="0">
                <a:latin typeface="Calibri" panose="020F0502020204030204" pitchFamily="34" charset="0"/>
                <a:cs typeface="Calibri" panose="020F0502020204030204" pitchFamily="34" charset="0"/>
              </a:rPr>
              <a:t>Produces software for the real-estate industry</a:t>
            </a:r>
          </a:p>
          <a:p>
            <a:pPr marL="254000" indent="0">
              <a:spcBef>
                <a:spcPts val="0"/>
              </a:spcBef>
              <a:buFont typeface="Lucida Grande" pitchFamily="1" charset="0"/>
              <a:buNone/>
              <a:defRPr/>
            </a:pPr>
            <a:r>
              <a:rPr lang="en-US" sz="2800" dirty="0">
                <a:latin typeface="Calibri" panose="020F0502020204030204" pitchFamily="34" charset="0"/>
                <a:cs typeface="Calibri" panose="020F0502020204030204" pitchFamily="34" charset="0"/>
                <a:hlinkClick r:id="rId3"/>
              </a:rPr>
              <a:t>Symantec Corp</a:t>
            </a:r>
            <a:r>
              <a:rPr lang="en-US" sz="2800" dirty="0">
                <a:latin typeface="Calibri" panose="020F0502020204030204" pitchFamily="34" charset="0"/>
                <a:cs typeface="Calibri" panose="020F0502020204030204" pitchFamily="34" charset="0"/>
              </a:rPr>
              <a:t>, Norton Engineering Group</a:t>
            </a:r>
          </a:p>
          <a:p>
            <a:pPr marL="596900" lvl="1" indent="0">
              <a:spcBef>
                <a:spcPts val="0"/>
              </a:spcBef>
              <a:buFont typeface="Lucida Grande" pitchFamily="1" charset="0"/>
              <a:buNone/>
              <a:defRPr/>
            </a:pPr>
            <a:r>
              <a:rPr lang="en-US" sz="2800" dirty="0">
                <a:latin typeface="Calibri" panose="020F0502020204030204" pitchFamily="34" charset="0"/>
                <a:cs typeface="Calibri" panose="020F0502020204030204" pitchFamily="34" charset="0"/>
              </a:rPr>
              <a:t>Produces software for security and system tune-up.</a:t>
            </a:r>
            <a:endParaRPr lang="en-US" sz="2800" u="sng" dirty="0">
              <a:latin typeface="Calibri" panose="020F0502020204030204" pitchFamily="34" charset="0"/>
              <a:cs typeface="Calibri" panose="020F0502020204030204" pitchFamily="34" charset="0"/>
              <a:hlinkClick r:id="rId2"/>
            </a:endParaRPr>
          </a:p>
          <a:p>
            <a:pPr marL="254000" indent="0">
              <a:spcBef>
                <a:spcPts val="0"/>
              </a:spcBef>
              <a:buFont typeface="Lucida Grande" pitchFamily="1" charset="0"/>
              <a:buNone/>
              <a:defRPr/>
            </a:pPr>
            <a:r>
              <a:rPr lang="en-US" sz="2800" dirty="0">
                <a:latin typeface="Calibri" panose="020F0502020204030204" pitchFamily="34" charset="0"/>
                <a:cs typeface="Calibri" panose="020F0502020204030204" pitchFamily="34" charset="0"/>
              </a:rPr>
              <a:t> </a:t>
            </a:r>
            <a:r>
              <a:rPr lang="en-US" sz="2800" dirty="0">
                <a:latin typeface="Calibri" panose="020F0502020204030204" pitchFamily="34" charset="0"/>
                <a:cs typeface="Calibri" panose="020F0502020204030204" pitchFamily="34" charset="0"/>
                <a:hlinkClick r:id="rId4"/>
              </a:rPr>
              <a:t>Palo Alto Software, Inc.</a:t>
            </a:r>
            <a:endParaRPr lang="en-US" sz="2800" dirty="0">
              <a:latin typeface="Calibri" panose="020F0502020204030204" pitchFamily="34" charset="0"/>
              <a:cs typeface="Calibri" panose="020F0502020204030204" pitchFamily="34" charset="0"/>
            </a:endParaRPr>
          </a:p>
          <a:p>
            <a:pPr marL="596900" lvl="1" indent="0">
              <a:spcBef>
                <a:spcPts val="0"/>
              </a:spcBef>
              <a:buFont typeface="Lucida Grande" pitchFamily="1" charset="0"/>
              <a:buNone/>
              <a:defRPr/>
            </a:pPr>
            <a:r>
              <a:rPr lang="en-US" sz="2800" dirty="0">
                <a:latin typeface="Calibri" panose="020F0502020204030204" pitchFamily="34" charset="0"/>
                <a:cs typeface="Calibri" panose="020F0502020204030204" pitchFamily="34" charset="0"/>
              </a:rPr>
              <a:t>Develops and sells business software</a:t>
            </a:r>
          </a:p>
          <a:p>
            <a:pPr>
              <a:spcBef>
                <a:spcPts val="0"/>
              </a:spcBef>
              <a:defRPr/>
            </a:pPr>
            <a:endParaRPr lang="en-US" sz="2800" dirty="0">
              <a:latin typeface="Calibri" panose="020F0502020204030204" pitchFamily="34" charset="0"/>
              <a:cs typeface="Calibri" panose="020F0502020204030204" pitchFamily="34" charset="0"/>
            </a:endParaRPr>
          </a:p>
          <a:p>
            <a:pPr marL="0" indent="0">
              <a:spcBef>
                <a:spcPts val="0"/>
              </a:spcBef>
              <a:buFont typeface="Lucida Grande" panose="020B0600040502020204" pitchFamily="34" charset="0"/>
              <a:buNone/>
              <a:defRPr/>
            </a:pPr>
            <a:r>
              <a:rPr lang="en-US" sz="2800" dirty="0">
                <a:latin typeface="Calibri" panose="020F0502020204030204" pitchFamily="34" charset="0"/>
                <a:cs typeface="Calibri" panose="020F0502020204030204" pitchFamily="34" charset="0"/>
              </a:rPr>
              <a:t>All of these companies are highly committed to Agile Scrum and implement it in a rigorous and structured way</a:t>
            </a:r>
          </a:p>
          <a:p>
            <a:pPr>
              <a:spcBef>
                <a:spcPts val="0"/>
              </a:spcBef>
              <a:defRPr/>
            </a:pPr>
            <a:endParaRPr lang="en-US" sz="2800" u="sng" dirty="0">
              <a:latin typeface="Calibri" panose="020F0502020204030204" pitchFamily="34" charset="0"/>
              <a:cs typeface="Calibri" panose="020F0502020204030204" pitchFamily="34" charset="0"/>
              <a:hlinkClick r:id="rId2"/>
            </a:endParaRPr>
          </a:p>
          <a:p>
            <a:pPr>
              <a:spcBef>
                <a:spcPts val="0"/>
              </a:spcBef>
              <a:defRPr/>
            </a:pPr>
            <a:endParaRPr lang="en-US" sz="2800" u="sng" dirty="0">
              <a:latin typeface="Calibri" panose="020F0502020204030204" pitchFamily="34" charset="0"/>
              <a:cs typeface="Calibri" panose="020F0502020204030204" pitchFamily="34" charset="0"/>
              <a:hlinkClick r:id="rId2"/>
            </a:endParaRP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a:extLst>
              <a:ext uri="{FF2B5EF4-FFF2-40B4-BE49-F238E27FC236}">
                <a16:creationId xmlns:a16="http://schemas.microsoft.com/office/drawing/2014/main" id="{2720E289-E9C6-133C-EFCB-C72997722B1C}"/>
              </a:ext>
            </a:extLst>
          </p:cNvPr>
          <p:cNvSpPr>
            <a:spLocks noGrp="1" noChangeArrowheads="1"/>
          </p:cNvSpPr>
          <p:nvPr>
            <p:ph type="title"/>
          </p:nvPr>
        </p:nvSpPr>
        <p:spPr>
          <a:xfrm>
            <a:off x="342900" y="114300"/>
            <a:ext cx="9461500" cy="1485900"/>
          </a:xfrm>
        </p:spPr>
        <p:txBody>
          <a:bodyPr/>
          <a:lstStyle/>
          <a:p>
            <a:r>
              <a:rPr lang="en-US" altLang="en-US"/>
              <a:t>Company developing software for internal use</a:t>
            </a:r>
          </a:p>
        </p:txBody>
      </p:sp>
      <p:sp>
        <p:nvSpPr>
          <p:cNvPr id="3" name="Content Placeholder 2">
            <a:extLst>
              <a:ext uri="{FF2B5EF4-FFF2-40B4-BE49-F238E27FC236}">
                <a16:creationId xmlns:a16="http://schemas.microsoft.com/office/drawing/2014/main" id="{9C06FDCD-FE3A-BB69-FB3D-8D9B5F9DB3D6}"/>
              </a:ext>
            </a:extLst>
          </p:cNvPr>
          <p:cNvSpPr>
            <a:spLocks noGrp="1"/>
          </p:cNvSpPr>
          <p:nvPr>
            <p:ph idx="1"/>
          </p:nvPr>
        </p:nvSpPr>
        <p:spPr>
          <a:xfrm>
            <a:off x="342900" y="1938338"/>
            <a:ext cx="9461500" cy="4741862"/>
          </a:xfrm>
        </p:spPr>
        <p:txBody>
          <a:bodyPr/>
          <a:lstStyle/>
          <a:p>
            <a:pPr marL="215900" indent="0">
              <a:spcBef>
                <a:spcPts val="0"/>
              </a:spcBef>
              <a:buFont typeface="Lucida Grande" pitchFamily="1" charset="0"/>
              <a:buNone/>
              <a:defRPr/>
            </a:pPr>
            <a:r>
              <a:rPr lang="en-US" sz="2800" dirty="0" err="1">
                <a:latin typeface="Calibri" panose="020F0502020204030204" pitchFamily="34" charset="0"/>
                <a:cs typeface="Calibri" panose="020F0502020204030204" pitchFamily="34" charset="0"/>
                <a:hlinkClick r:id="rId2"/>
              </a:rPr>
              <a:t>PacificSource</a:t>
            </a:r>
            <a:endParaRPr lang="en-US" sz="2800" dirty="0">
              <a:latin typeface="Calibri" panose="020F0502020204030204" pitchFamily="34" charset="0"/>
              <a:cs typeface="Calibri" panose="020F0502020204030204" pitchFamily="34" charset="0"/>
            </a:endParaRPr>
          </a:p>
          <a:p>
            <a:pPr marL="558800" lvl="1" indent="0">
              <a:spcBef>
                <a:spcPts val="0"/>
              </a:spcBef>
              <a:buFont typeface="Lucida Grande" pitchFamily="1" charset="0"/>
              <a:buNone/>
              <a:defRPr/>
            </a:pPr>
            <a:r>
              <a:rPr lang="en-US" sz="2800" dirty="0">
                <a:latin typeface="Calibri" panose="020F0502020204030204" pitchFamily="34" charset="0"/>
                <a:cs typeface="Calibri" panose="020F0502020204030204" pitchFamily="34" charset="0"/>
              </a:rPr>
              <a:t>Produces software to support the health insurance products they sell.</a:t>
            </a:r>
          </a:p>
          <a:p>
            <a:pPr marL="558800" lvl="1" indent="0">
              <a:spcBef>
                <a:spcPts val="0"/>
              </a:spcBef>
              <a:buFont typeface="Lucida Grande" pitchFamily="1" charset="0"/>
              <a:buNone/>
              <a:defRPr/>
            </a:pPr>
            <a:endParaRPr lang="en-US" sz="2800" dirty="0">
              <a:latin typeface="Calibri" panose="020F0502020204030204" pitchFamily="34" charset="0"/>
              <a:cs typeface="Calibri" panose="020F0502020204030204" pitchFamily="34" charset="0"/>
            </a:endParaRPr>
          </a:p>
          <a:p>
            <a:pPr marL="558800" lvl="1" indent="0">
              <a:spcBef>
                <a:spcPts val="0"/>
              </a:spcBef>
              <a:buFont typeface="Lucida Grande" pitchFamily="1" charset="0"/>
              <a:buNone/>
              <a:defRPr/>
            </a:pPr>
            <a:r>
              <a:rPr lang="en-US" sz="2800" dirty="0">
                <a:latin typeface="Calibri" panose="020F0502020204030204" pitchFamily="34" charset="0"/>
                <a:cs typeface="Calibri" panose="020F0502020204030204" pitchFamily="34" charset="0"/>
              </a:rPr>
              <a:t>This was the largest group of software developers that I observed: 5 teams with a total of 45 developers.</a:t>
            </a:r>
          </a:p>
          <a:p>
            <a:pPr>
              <a:spcBef>
                <a:spcPts val="0"/>
              </a:spcBef>
              <a:defRPr/>
            </a:pPr>
            <a:endParaRPr lang="en-US" sz="2800" dirty="0">
              <a:latin typeface="Calibri" panose="020F0502020204030204" pitchFamily="34" charset="0"/>
              <a:cs typeface="Calibri" panose="020F0502020204030204" pitchFamily="34" charset="0"/>
            </a:endParaRPr>
          </a:p>
          <a:p>
            <a:pPr marL="0" indent="0">
              <a:spcBef>
                <a:spcPts val="0"/>
              </a:spcBef>
              <a:buFont typeface="Lucida Grande" panose="020B0600040502020204" pitchFamily="34" charset="0"/>
              <a:buNone/>
              <a:defRPr/>
            </a:pPr>
            <a:r>
              <a:rPr lang="en-US" sz="2800" dirty="0">
                <a:latin typeface="Calibri" panose="020F0502020204030204" pitchFamily="34" charset="0"/>
                <a:cs typeface="Calibri" panose="020F0502020204030204" pitchFamily="34" charset="0"/>
              </a:rPr>
              <a:t>This company is also highly committed to Agile Scrum and implements it in a rigorous and structured way.</a:t>
            </a:r>
          </a:p>
          <a:p>
            <a:pPr>
              <a:spcBef>
                <a:spcPts val="0"/>
              </a:spcBef>
              <a:defRPr/>
            </a:pPr>
            <a:endParaRPr lang="en-US" u="sng" dirty="0">
              <a:latin typeface="Calibri" panose="020F0502020204030204" pitchFamily="34" charset="0"/>
              <a:cs typeface="Calibri" panose="020F0502020204030204" pitchFamily="34" charset="0"/>
              <a:hlinkClick r:id="rId3"/>
            </a:endParaRPr>
          </a:p>
          <a:p>
            <a:pPr>
              <a:spcBef>
                <a:spcPts val="0"/>
              </a:spcBef>
              <a:defRPr/>
            </a:pPr>
            <a:endParaRPr lang="en-US" u="sng" dirty="0">
              <a:latin typeface="Calibri" panose="020F0502020204030204" pitchFamily="34" charset="0"/>
              <a:cs typeface="Calibri" panose="020F0502020204030204" pitchFamily="34" charset="0"/>
              <a:hlinkClick r:id="rId3"/>
            </a:endParaRP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a:extLst>
              <a:ext uri="{FF2B5EF4-FFF2-40B4-BE49-F238E27FC236}">
                <a16:creationId xmlns:a16="http://schemas.microsoft.com/office/drawing/2014/main" id="{001835E0-D649-C113-9212-37E6FA8D2F35}"/>
              </a:ext>
            </a:extLst>
          </p:cNvPr>
          <p:cNvSpPr>
            <a:spLocks noGrp="1" noChangeArrowheads="1"/>
          </p:cNvSpPr>
          <p:nvPr>
            <p:ph type="title"/>
          </p:nvPr>
        </p:nvSpPr>
        <p:spPr>
          <a:xfrm>
            <a:off x="342900" y="114300"/>
            <a:ext cx="9461500" cy="1485900"/>
          </a:xfrm>
        </p:spPr>
        <p:txBody>
          <a:bodyPr/>
          <a:lstStyle/>
          <a:p>
            <a:r>
              <a:rPr lang="en-US" altLang="en-US"/>
              <a:t>Companies developing software for other companies</a:t>
            </a:r>
          </a:p>
        </p:txBody>
      </p:sp>
      <p:sp>
        <p:nvSpPr>
          <p:cNvPr id="3" name="Content Placeholder 2">
            <a:extLst>
              <a:ext uri="{FF2B5EF4-FFF2-40B4-BE49-F238E27FC236}">
                <a16:creationId xmlns:a16="http://schemas.microsoft.com/office/drawing/2014/main" id="{2E0EBF65-CDEF-3933-9412-660F3A4ECA59}"/>
              </a:ext>
            </a:extLst>
          </p:cNvPr>
          <p:cNvSpPr>
            <a:spLocks noGrp="1"/>
          </p:cNvSpPr>
          <p:nvPr>
            <p:ph idx="1"/>
          </p:nvPr>
        </p:nvSpPr>
        <p:spPr>
          <a:xfrm>
            <a:off x="342900" y="1793875"/>
            <a:ext cx="9461500" cy="4886325"/>
          </a:xfrm>
        </p:spPr>
        <p:txBody>
          <a:bodyPr>
            <a:normAutofit fontScale="77500" lnSpcReduction="20000"/>
          </a:bodyPr>
          <a:lstStyle/>
          <a:p>
            <a:pPr marL="215900" indent="0">
              <a:spcBef>
                <a:spcPts val="0"/>
              </a:spcBef>
              <a:buFont typeface="Lucida Grande" pitchFamily="1" charset="0"/>
              <a:buNone/>
              <a:defRPr/>
            </a:pPr>
            <a:r>
              <a:rPr lang="en-US" dirty="0">
                <a:latin typeface="Calibri" panose="020F0502020204030204" pitchFamily="34" charset="0"/>
                <a:cs typeface="Calibri" panose="020F0502020204030204" pitchFamily="34" charset="0"/>
                <a:hlinkClick r:id="rId2"/>
              </a:rPr>
              <a:t>Lunar Logic</a:t>
            </a:r>
            <a:endParaRPr lang="en-US" dirty="0">
              <a:latin typeface="Calibri" panose="020F0502020204030204" pitchFamily="34" charset="0"/>
              <a:cs typeface="Calibri" panose="020F0502020204030204" pitchFamily="34" charset="0"/>
            </a:endParaRPr>
          </a:p>
          <a:p>
            <a:pPr marL="558800" lvl="1" indent="0">
              <a:spcBef>
                <a:spcPts val="0"/>
              </a:spcBef>
              <a:buFont typeface="Lucida Grande" pitchFamily="1" charset="0"/>
              <a:buNone/>
              <a:defRPr/>
            </a:pPr>
            <a:r>
              <a:rPr lang="en-US" dirty="0">
                <a:latin typeface="Calibri" panose="020F0502020204030204" pitchFamily="34" charset="0"/>
                <a:cs typeface="Calibri" panose="020F0502020204030204" pitchFamily="34" charset="0"/>
              </a:rPr>
              <a:t>Develops software applications and web sites, with an emphasis on web marketing, for a very large number of external clients. </a:t>
            </a:r>
          </a:p>
          <a:p>
            <a:pPr marL="215900" indent="0">
              <a:spcBef>
                <a:spcPts val="0"/>
              </a:spcBef>
              <a:buFont typeface="Lucida Grande" pitchFamily="1" charset="0"/>
              <a:buNone/>
              <a:defRPr/>
            </a:pPr>
            <a:r>
              <a:rPr lang="en-US" dirty="0">
                <a:latin typeface="Calibri" panose="020F0502020204030204" pitchFamily="34" charset="0"/>
                <a:cs typeface="Calibri" panose="020F0502020204030204" pitchFamily="34" charset="0"/>
                <a:hlinkClick r:id="rId3"/>
              </a:rPr>
              <a:t>IEQ Technology</a:t>
            </a:r>
            <a:endParaRPr lang="en-US" dirty="0">
              <a:latin typeface="Calibri" panose="020F0502020204030204" pitchFamily="34" charset="0"/>
              <a:cs typeface="Calibri" panose="020F0502020204030204" pitchFamily="34" charset="0"/>
            </a:endParaRPr>
          </a:p>
          <a:p>
            <a:pPr marL="558800" lvl="1" indent="0">
              <a:spcBef>
                <a:spcPts val="0"/>
              </a:spcBef>
              <a:buFont typeface="Lucida Grande" pitchFamily="1" charset="0"/>
              <a:buNone/>
              <a:defRPr/>
            </a:pPr>
            <a:r>
              <a:rPr lang="en-US" dirty="0">
                <a:latin typeface="Calibri" panose="020F0502020204030204" pitchFamily="34" charset="0"/>
                <a:cs typeface="Calibri" panose="020F0502020204030204" pitchFamily="34" charset="0"/>
              </a:rPr>
              <a:t>Develops software applications and does software maintenance for external clients.</a:t>
            </a:r>
          </a:p>
          <a:p>
            <a:pPr marL="215900" indent="0">
              <a:spcBef>
                <a:spcPts val="0"/>
              </a:spcBef>
              <a:buFont typeface="Lucida Grande" pitchFamily="1" charset="0"/>
              <a:buNone/>
              <a:defRPr/>
            </a:pPr>
            <a:r>
              <a:rPr lang="en-US" dirty="0">
                <a:latin typeface="Calibri" panose="020F0502020204030204" pitchFamily="34" charset="0"/>
                <a:cs typeface="Calibri" panose="020F0502020204030204" pitchFamily="34" charset="0"/>
                <a:hlinkClick r:id="rId4"/>
              </a:rPr>
              <a:t>Mindbox Studios</a:t>
            </a:r>
            <a:endParaRPr lang="en-US" dirty="0">
              <a:latin typeface="Calibri" panose="020F0502020204030204" pitchFamily="34" charset="0"/>
              <a:cs typeface="Calibri" panose="020F0502020204030204" pitchFamily="34" charset="0"/>
            </a:endParaRPr>
          </a:p>
          <a:p>
            <a:pPr marL="558800" lvl="1" indent="0">
              <a:spcBef>
                <a:spcPts val="0"/>
              </a:spcBef>
              <a:buFont typeface="Lucida Grande" pitchFamily="1" charset="0"/>
              <a:buNone/>
              <a:defRPr/>
            </a:pPr>
            <a:r>
              <a:rPr lang="en-US" dirty="0">
                <a:latin typeface="Calibri" panose="020F0502020204030204" pitchFamily="34" charset="0"/>
                <a:cs typeface="Calibri" panose="020F0502020204030204" pitchFamily="34" charset="0"/>
              </a:rPr>
              <a:t>Develops software applications and does software maintenance for external clients.</a:t>
            </a:r>
          </a:p>
          <a:p>
            <a:pPr lvl="1">
              <a:spcBef>
                <a:spcPts val="0"/>
              </a:spcBef>
              <a:defRPr/>
            </a:pPr>
            <a:endParaRPr lang="en-US" dirty="0">
              <a:latin typeface="Calibri" panose="020F0502020204030204" pitchFamily="34" charset="0"/>
              <a:cs typeface="Calibri" panose="020F0502020204030204" pitchFamily="34" charset="0"/>
            </a:endParaRPr>
          </a:p>
          <a:p>
            <a:pPr marL="0" indent="0">
              <a:spcBef>
                <a:spcPts val="0"/>
              </a:spcBef>
              <a:buFont typeface="Lucida Grande" panose="020B0600040502020204" pitchFamily="34" charset="0"/>
              <a:buNone/>
              <a:defRPr/>
            </a:pPr>
            <a:r>
              <a:rPr lang="en-US" dirty="0">
                <a:latin typeface="Calibri" panose="020F0502020204030204" pitchFamily="34" charset="0"/>
                <a:cs typeface="Calibri" panose="020F0502020204030204" pitchFamily="34" charset="0"/>
              </a:rPr>
              <a:t>These companies are committed to Agile principles, but apply Scrum methodologies in more loose and adapted ways.</a:t>
            </a:r>
          </a:p>
          <a:p>
            <a:pPr>
              <a:spcBef>
                <a:spcPts val="0"/>
              </a:spcBef>
              <a:defRPr/>
            </a:pPr>
            <a:endParaRPr lang="en-US" u="sng" dirty="0">
              <a:latin typeface="Calibri" panose="020F0502020204030204" pitchFamily="34" charset="0"/>
              <a:cs typeface="Calibri" panose="020F0502020204030204" pitchFamily="34" charset="0"/>
              <a:hlinkClick r:id="rId5"/>
            </a:endParaRPr>
          </a:p>
          <a:p>
            <a:pPr>
              <a:spcBef>
                <a:spcPts val="0"/>
              </a:spcBef>
              <a:defRPr/>
            </a:pPr>
            <a:endParaRPr lang="en-US" u="sng" dirty="0">
              <a:latin typeface="Calibri" panose="020F0502020204030204" pitchFamily="34" charset="0"/>
              <a:cs typeface="Calibri" panose="020F0502020204030204" pitchFamily="34" charset="0"/>
              <a:hlinkClick r:id="rId5"/>
            </a:endParaRP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id="{1752461C-BA61-7A92-6297-6992CA4904AF}"/>
              </a:ext>
            </a:extLst>
          </p:cNvPr>
          <p:cNvSpPr>
            <a:spLocks noGrp="1" noChangeArrowheads="1"/>
          </p:cNvSpPr>
          <p:nvPr>
            <p:ph type="title"/>
          </p:nvPr>
        </p:nvSpPr>
        <p:spPr/>
        <p:txBody>
          <a:bodyPr/>
          <a:lstStyle/>
          <a:p>
            <a:r>
              <a:rPr lang="en-US" altLang="en-US"/>
              <a:t>Conclusions from My Sabbatical</a:t>
            </a:r>
          </a:p>
        </p:txBody>
      </p:sp>
      <p:sp>
        <p:nvSpPr>
          <p:cNvPr id="3" name="Content Placeholder 2">
            <a:extLst>
              <a:ext uri="{FF2B5EF4-FFF2-40B4-BE49-F238E27FC236}">
                <a16:creationId xmlns:a16="http://schemas.microsoft.com/office/drawing/2014/main" id="{3838E771-64CE-8C96-B63F-48EB0C3F6077}"/>
              </a:ext>
            </a:extLst>
          </p:cNvPr>
          <p:cNvSpPr>
            <a:spLocks noGrp="1"/>
          </p:cNvSpPr>
          <p:nvPr>
            <p:ph idx="1"/>
          </p:nvPr>
        </p:nvSpPr>
        <p:spPr/>
        <p:txBody>
          <a:bodyPr/>
          <a:lstStyle/>
          <a:p>
            <a:pPr marL="190492" lvl="1">
              <a:spcBef>
                <a:spcPts val="833"/>
              </a:spcBef>
              <a:defRPr/>
            </a:pPr>
            <a:r>
              <a:rPr lang="en-US" sz="2800" dirty="0">
                <a:latin typeface="Calibri" panose="020F0502020204030204" pitchFamily="34" charset="0"/>
                <a:cs typeface="Calibri" panose="020F0502020204030204" pitchFamily="34" charset="0"/>
              </a:rPr>
              <a:t>Agile is now </a:t>
            </a:r>
            <a:r>
              <a:rPr lang="en-US" sz="2800" u="sng" dirty="0">
                <a:latin typeface="Calibri" panose="020F0502020204030204" pitchFamily="34" charset="0"/>
                <a:cs typeface="Calibri" panose="020F0502020204030204" pitchFamily="34" charset="0"/>
              </a:rPr>
              <a:t>the</a:t>
            </a:r>
            <a:r>
              <a:rPr lang="en-US" sz="2800" dirty="0">
                <a:latin typeface="Calibri" panose="020F0502020204030204" pitchFamily="34" charset="0"/>
                <a:cs typeface="Calibri" panose="020F0502020204030204" pitchFamily="34" charset="0"/>
              </a:rPr>
              <a:t> way to do software development</a:t>
            </a:r>
          </a:p>
          <a:p>
            <a:pPr marL="190492" lvl="1">
              <a:spcBef>
                <a:spcPts val="833"/>
              </a:spcBef>
              <a:defRPr/>
            </a:pPr>
            <a:r>
              <a:rPr lang="en-US" sz="2800" dirty="0">
                <a:latin typeface="Calibri" panose="020F0502020204030204" pitchFamily="34" charset="0"/>
                <a:cs typeface="Calibri" panose="020F0502020204030204" pitchFamily="34" charset="0"/>
              </a:rPr>
              <a:t>Scrum is the Agile methodology used by most companies. </a:t>
            </a:r>
          </a:p>
          <a:p>
            <a:pPr marL="190492" lvl="1">
              <a:spcBef>
                <a:spcPts val="833"/>
              </a:spcBef>
              <a:defRPr/>
            </a:pPr>
            <a:r>
              <a:rPr lang="en-US" sz="2800" dirty="0">
                <a:latin typeface="Calibri" panose="020F0502020204030204" pitchFamily="34" charset="0"/>
                <a:cs typeface="Calibri" panose="020F0502020204030204" pitchFamily="34" charset="0"/>
              </a:rPr>
              <a:t>Using a modified version of Agile Scrum is common. </a:t>
            </a:r>
          </a:p>
          <a:p>
            <a:pPr marL="190492" lvl="1">
              <a:spcBef>
                <a:spcPts val="833"/>
              </a:spcBef>
              <a:defRPr/>
            </a:pPr>
            <a:r>
              <a:rPr lang="en-US" sz="2800" dirty="0">
                <a:latin typeface="Calibri" panose="020F0502020204030204" pitchFamily="34" charset="0"/>
                <a:cs typeface="Calibri" panose="020F0502020204030204" pitchFamily="34" charset="0"/>
              </a:rPr>
              <a:t>Women may find Agile project management as a new entry point to high-tech industry.</a:t>
            </a:r>
          </a:p>
          <a:p>
            <a:pPr>
              <a:defRPr/>
            </a:pPr>
            <a:r>
              <a:rPr lang="en-US" sz="2400" dirty="0">
                <a:latin typeface="Calibri" panose="020F0502020204030204" pitchFamily="34" charset="0"/>
                <a:cs typeface="Calibri" panose="020F0502020204030204" pitchFamily="34" charset="0"/>
              </a:rPr>
              <a:t>Based on </a:t>
            </a:r>
            <a:r>
              <a:rPr lang="en-US" sz="2400" u="sng" dirty="0">
                <a:latin typeface="Calibri" panose="020F0502020204030204" pitchFamily="34" charset="0"/>
                <a:cs typeface="Calibri" panose="020F0502020204030204" pitchFamily="34" charset="0"/>
                <a:hlinkClick r:id="rId2"/>
              </a:rPr>
              <a:t>Women in Agile, the Changing Face of Agile</a:t>
            </a:r>
            <a:r>
              <a:rPr lang="en-US" sz="2400" dirty="0">
                <a:latin typeface="Calibri" panose="020F0502020204030204" pitchFamily="34" charset="0"/>
                <a:cs typeface="Calibri" panose="020F0502020204030204" pitchFamily="34" charset="0"/>
              </a:rPr>
              <a:t>, a conference session, at </a:t>
            </a:r>
            <a:r>
              <a:rPr lang="en-US" sz="2400" u="sng" dirty="0">
                <a:latin typeface="Calibri" panose="020F0502020204030204" pitchFamily="34" charset="0"/>
                <a:cs typeface="Calibri" panose="020F0502020204030204" pitchFamily="34" charset="0"/>
                <a:hlinkClick r:id="rId3"/>
              </a:rPr>
              <a:t>Agile 2016</a:t>
            </a:r>
            <a:r>
              <a:rPr lang="en-US" sz="2400" dirty="0">
                <a:latin typeface="Calibri" panose="020F0502020204030204" pitchFamily="34" charset="0"/>
                <a:cs typeface="Calibri" panose="020F0502020204030204" pitchFamily="34" charset="0"/>
              </a:rPr>
              <a:t>.</a:t>
            </a:r>
          </a:p>
          <a:p>
            <a:pPr marL="190492" lvl="1">
              <a:spcBef>
                <a:spcPts val="833"/>
              </a:spcBef>
              <a:defRPr/>
            </a:pPr>
            <a:r>
              <a:rPr lang="en-US" sz="2800" dirty="0">
                <a:latin typeface="Calibri" panose="020F0502020204030204" pitchFamily="34" charset="0"/>
                <a:cs typeface="Calibri" panose="020F0502020204030204" pitchFamily="34" charset="0"/>
              </a:rPr>
              <a:t>Agile works well for both collocated teams and remote teams.</a:t>
            </a:r>
          </a:p>
          <a:p>
            <a:pPr marL="0" lvl="1" indent="0">
              <a:spcBef>
                <a:spcPts val="833"/>
              </a:spcBef>
              <a:buFont typeface="Lucida Grande" panose="020B0600040502020204" pitchFamily="34" charset="0"/>
              <a:buNone/>
              <a:defRPr/>
            </a:pPr>
            <a:endParaRPr lang="en-US" dirty="0">
              <a:latin typeface="Calibri" panose="020F0502020204030204" pitchFamily="34" charset="0"/>
              <a:cs typeface="Calibri" panose="020F0502020204030204" pitchFamily="34" charset="0"/>
            </a:endParaRPr>
          </a:p>
          <a:p>
            <a:pPr marL="190492" lvl="1">
              <a:spcBef>
                <a:spcPts val="833"/>
              </a:spcBef>
              <a:defRPr/>
            </a:pPr>
            <a:endParaRPr lang="en-US" dirty="0">
              <a:latin typeface="Calibri" panose="020F0502020204030204" pitchFamily="34" charset="0"/>
              <a:cs typeface="Calibri" panose="020F0502020204030204" pitchFamily="34" charset="0"/>
            </a:endParaRPr>
          </a:p>
          <a:p>
            <a:pPr marL="190492" lvl="1">
              <a:spcBef>
                <a:spcPts val="833"/>
              </a:spcBef>
              <a:defRPr/>
            </a:pPr>
            <a:endParaRPr lang="en-US" dirty="0">
              <a:latin typeface="Calibri" panose="020F0502020204030204" pitchFamily="34" charset="0"/>
              <a:cs typeface="Calibri" panose="020F0502020204030204" pitchFamily="34" charset="0"/>
            </a:endParaRPr>
          </a:p>
          <a:p>
            <a:pPr>
              <a:defRPr/>
            </a:pPr>
            <a:endParaRPr lang="en-US" dirty="0">
              <a:latin typeface="Calibri" panose="020F0502020204030204" pitchFamily="34" charset="0"/>
              <a:cs typeface="Calibri" panose="020F0502020204030204" pitchFamily="34" charset="0"/>
            </a:endParaRP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
            <a:extLst>
              <a:ext uri="{FF2B5EF4-FFF2-40B4-BE49-F238E27FC236}">
                <a16:creationId xmlns:a16="http://schemas.microsoft.com/office/drawing/2014/main" id="{D99F4D41-F688-75A8-391B-F8076FD2946A}"/>
              </a:ext>
            </a:extLst>
          </p:cNvPr>
          <p:cNvSpPr>
            <a:spLocks noGrp="1" noChangeArrowheads="1"/>
          </p:cNvSpPr>
          <p:nvPr>
            <p:ph type="title"/>
          </p:nvPr>
        </p:nvSpPr>
        <p:spPr>
          <a:xfrm>
            <a:off x="342900" y="114300"/>
            <a:ext cx="9461500" cy="1277938"/>
          </a:xfrm>
        </p:spPr>
        <p:txBody>
          <a:bodyPr anchor="t"/>
          <a:lstStyle/>
          <a:p>
            <a:pPr eaLnBrk="1" hangingPunct="1">
              <a:lnSpc>
                <a:spcPct val="70000"/>
              </a:lnSpc>
            </a:pPr>
            <a:r>
              <a:rPr lang="en-US" altLang="en-US"/>
              <a:t>The Agile Manifesto (2001)</a:t>
            </a:r>
            <a:br>
              <a:rPr lang="en-US" altLang="en-US"/>
            </a:br>
            <a:r>
              <a:rPr lang="en-US" altLang="en-US"/>
              <a:t>    A statement of values</a:t>
            </a:r>
          </a:p>
        </p:txBody>
      </p:sp>
      <p:grpSp>
        <p:nvGrpSpPr>
          <p:cNvPr id="18435" name="Group 2">
            <a:extLst>
              <a:ext uri="{FF2B5EF4-FFF2-40B4-BE49-F238E27FC236}">
                <a16:creationId xmlns:a16="http://schemas.microsoft.com/office/drawing/2014/main" id="{AD4C3251-F18F-E374-B6A3-B1952EC1F2BB}"/>
              </a:ext>
            </a:extLst>
          </p:cNvPr>
          <p:cNvGrpSpPr>
            <a:grpSpLocks/>
          </p:cNvGrpSpPr>
          <p:nvPr/>
        </p:nvGrpSpPr>
        <p:grpSpPr bwMode="auto">
          <a:xfrm>
            <a:off x="542925" y="1560513"/>
            <a:ext cx="8940800" cy="939800"/>
            <a:chOff x="0" y="0"/>
            <a:chExt cx="5632" cy="592"/>
          </a:xfrm>
        </p:grpSpPr>
        <p:sp>
          <p:nvSpPr>
            <p:cNvPr id="14339" name="Rectangle 3">
              <a:extLst>
                <a:ext uri="{FF2B5EF4-FFF2-40B4-BE49-F238E27FC236}">
                  <a16:creationId xmlns:a16="http://schemas.microsoft.com/office/drawing/2014/main" id="{2D03F019-D725-1F9B-6718-C84CB1AD1A42}"/>
                </a:ext>
              </a:extLst>
            </p:cNvPr>
            <p:cNvSpPr>
              <a:spLocks/>
            </p:cNvSpPr>
            <p:nvPr/>
          </p:nvSpPr>
          <p:spPr bwMode="auto">
            <a:xfrm>
              <a:off x="3312" y="0"/>
              <a:ext cx="2320" cy="592"/>
            </a:xfrm>
            <a:prstGeom prst="rect">
              <a:avLst/>
            </a:prstGeom>
            <a:blipFill dpi="0" rotWithShape="0">
              <a:blip r:embed="rId3"/>
              <a:srcRect/>
              <a:tile tx="0" ty="0" sx="100000" sy="100000" flip="none" algn="tl"/>
            </a:blipFill>
            <a:ln w="25400">
              <a:solidFill>
                <a:srgbClr val="00531C"/>
              </a:solidFill>
              <a:miter lim="800000"/>
              <a:headEnd/>
              <a:tailEnd/>
            </a:ln>
            <a:effectLst>
              <a:outerShdw blurRad="114300" dist="63500" dir="2700000" algn="ctr" rotWithShape="0">
                <a:schemeClr val="bg2">
                  <a:alpha val="29999"/>
                </a:schemeClr>
              </a:outerShdw>
            </a:effectLst>
          </p:spPr>
          <p:txBody>
            <a:bodyPr lIns="0" tIns="0" rIns="0" bIns="0" anchor="ctr"/>
            <a:lstStyle/>
            <a:p>
              <a:pPr algn="ctr" eaLnBrk="1" hangingPunct="1">
                <a:tabLst>
                  <a:tab pos="1066800" algn="l"/>
                </a:tabLst>
                <a:defRPr/>
              </a:pPr>
              <a:r>
                <a:rPr lang="en-US" sz="3000">
                  <a:solidFill>
                    <a:srgbClr val="FFFFFF"/>
                  </a:solidFill>
                  <a:latin typeface="Gill Sans" pitchFamily="80" charset="0"/>
                  <a:ea typeface="Gill Sans" pitchFamily="80" charset="0"/>
                  <a:cs typeface="Gill Sans" pitchFamily="80" charset="0"/>
                  <a:sym typeface="Gill Sans" pitchFamily="80" charset="0"/>
                </a:rPr>
                <a:t>Process and tools</a:t>
              </a:r>
            </a:p>
          </p:txBody>
        </p:sp>
        <p:sp>
          <p:nvSpPr>
            <p:cNvPr id="14340" name="Rectangle 4">
              <a:extLst>
                <a:ext uri="{FF2B5EF4-FFF2-40B4-BE49-F238E27FC236}">
                  <a16:creationId xmlns:a16="http://schemas.microsoft.com/office/drawing/2014/main" id="{BEBC86E7-AD69-09F6-2A1F-E52E75BC2537}"/>
                </a:ext>
              </a:extLst>
            </p:cNvPr>
            <p:cNvSpPr>
              <a:spLocks/>
            </p:cNvSpPr>
            <p:nvPr/>
          </p:nvSpPr>
          <p:spPr bwMode="auto">
            <a:xfrm>
              <a:off x="0" y="0"/>
              <a:ext cx="2320" cy="592"/>
            </a:xfrm>
            <a:prstGeom prst="rect">
              <a:avLst/>
            </a:prstGeom>
            <a:blipFill dpi="0" rotWithShape="0">
              <a:blip r:embed="rId4"/>
              <a:srcRect/>
              <a:tile tx="0" ty="0" sx="100000" sy="100000" flip="none" algn="tl"/>
            </a:blipFill>
            <a:ln w="25400">
              <a:solidFill>
                <a:srgbClr val="003C83"/>
              </a:solidFill>
              <a:miter lim="800000"/>
              <a:headEnd/>
              <a:tailEnd/>
            </a:ln>
            <a:effectLst>
              <a:outerShdw blurRad="114300" dist="63500" dir="2700000" algn="ctr" rotWithShape="0">
                <a:schemeClr val="bg2">
                  <a:alpha val="29999"/>
                </a:schemeClr>
              </a:outerShdw>
            </a:effectLst>
          </p:spPr>
          <p:txBody>
            <a:bodyPr lIns="0" tIns="0" rIns="0" bIns="0" anchor="ctr"/>
            <a:lstStyle/>
            <a:p>
              <a:pPr algn="ctr" eaLnBrk="1" hangingPunct="1">
                <a:tabLst>
                  <a:tab pos="1066800" algn="l"/>
                </a:tabLst>
                <a:defRPr/>
              </a:pPr>
              <a:r>
                <a:rPr lang="en-US" sz="3000" dirty="0">
                  <a:solidFill>
                    <a:srgbClr val="FFFFFF"/>
                  </a:solidFill>
                  <a:latin typeface="Gill Sans" pitchFamily="80" charset="0"/>
                  <a:ea typeface="Gill Sans" pitchFamily="80" charset="0"/>
                  <a:cs typeface="Gill Sans" pitchFamily="80" charset="0"/>
                  <a:sym typeface="Gill Sans" pitchFamily="80" charset="0"/>
                </a:rPr>
                <a:t>Individuals and interactions</a:t>
              </a:r>
            </a:p>
          </p:txBody>
        </p:sp>
        <p:sp>
          <p:nvSpPr>
            <p:cNvPr id="18451" name="Rectangle 5">
              <a:extLst>
                <a:ext uri="{FF2B5EF4-FFF2-40B4-BE49-F238E27FC236}">
                  <a16:creationId xmlns:a16="http://schemas.microsoft.com/office/drawing/2014/main" id="{5FD638BC-CEB5-8E7D-0D1A-B331B2FD45E3}"/>
                </a:ext>
              </a:extLst>
            </p:cNvPr>
            <p:cNvSpPr>
              <a:spLocks/>
            </p:cNvSpPr>
            <p:nvPr/>
          </p:nvSpPr>
          <p:spPr bwMode="auto">
            <a:xfrm>
              <a:off x="2548" y="184"/>
              <a:ext cx="528" cy="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nchor="ctr"/>
            <a:lstStyle>
              <a:lvl1pPr>
                <a:spcBef>
                  <a:spcPts val="1800"/>
                </a:spcBef>
                <a:buClr>
                  <a:srgbClr val="5F7BAE"/>
                </a:buClr>
                <a:buSzPct val="150000"/>
                <a:buFont typeface="Lucida Grande" panose="020B0600040502020204" pitchFamily="34" charset="0"/>
                <a:buChar char="•"/>
                <a:defRPr sz="36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spcBef>
                  <a:spcPts val="1800"/>
                </a:spcBef>
                <a:buSzPct val="150000"/>
                <a:buFont typeface="Lucida Grande" panose="020B0600040502020204" pitchFamily="34" charset="0"/>
                <a:buChar char="•"/>
                <a:defRPr sz="32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spcBef>
                  <a:spcPts val="1800"/>
                </a:spcBef>
                <a:buSzPct val="150000"/>
                <a:buFont typeface="Lucida Grande" panose="020B0600040502020204" pitchFamily="34" charset="0"/>
                <a:buChar char="•"/>
                <a:defRPr sz="28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spcBef>
                  <a:spcPts val="1800"/>
                </a:spcBef>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spcBef>
                  <a:spcPts val="1800"/>
                </a:spcBef>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algn="ctr" eaLnBrk="1" hangingPunct="1">
                <a:spcBef>
                  <a:spcPct val="0"/>
                </a:spcBef>
                <a:buClrTx/>
                <a:buSzTx/>
                <a:buFontTx/>
                <a:buNone/>
              </a:pPr>
              <a:r>
                <a:rPr lang="en-US" altLang="en-US" sz="2400"/>
                <a:t>over</a:t>
              </a:r>
            </a:p>
          </p:txBody>
        </p:sp>
      </p:grpSp>
      <p:grpSp>
        <p:nvGrpSpPr>
          <p:cNvPr id="14342" name="Group 6">
            <a:extLst>
              <a:ext uri="{FF2B5EF4-FFF2-40B4-BE49-F238E27FC236}">
                <a16:creationId xmlns:a16="http://schemas.microsoft.com/office/drawing/2014/main" id="{719AE40A-1EEF-2774-C762-466BB2081FF7}"/>
              </a:ext>
            </a:extLst>
          </p:cNvPr>
          <p:cNvGrpSpPr>
            <a:grpSpLocks/>
          </p:cNvGrpSpPr>
          <p:nvPr/>
        </p:nvGrpSpPr>
        <p:grpSpPr bwMode="auto">
          <a:xfrm>
            <a:off x="568325" y="5180013"/>
            <a:ext cx="8915400" cy="939800"/>
            <a:chOff x="0" y="0"/>
            <a:chExt cx="5616" cy="592"/>
          </a:xfrm>
        </p:grpSpPr>
        <p:sp>
          <p:nvSpPr>
            <p:cNvPr id="14343" name="Rectangle 7">
              <a:extLst>
                <a:ext uri="{FF2B5EF4-FFF2-40B4-BE49-F238E27FC236}">
                  <a16:creationId xmlns:a16="http://schemas.microsoft.com/office/drawing/2014/main" id="{05CF98CF-4EC0-1DF1-7009-D0254662EDB9}"/>
                </a:ext>
              </a:extLst>
            </p:cNvPr>
            <p:cNvSpPr>
              <a:spLocks/>
            </p:cNvSpPr>
            <p:nvPr/>
          </p:nvSpPr>
          <p:spPr bwMode="auto">
            <a:xfrm>
              <a:off x="3296" y="0"/>
              <a:ext cx="2320" cy="592"/>
            </a:xfrm>
            <a:prstGeom prst="rect">
              <a:avLst/>
            </a:prstGeom>
            <a:blipFill dpi="0" rotWithShape="0">
              <a:blip r:embed="rId3"/>
              <a:srcRect/>
              <a:tile tx="0" ty="0" sx="100000" sy="100000" flip="none" algn="tl"/>
            </a:blipFill>
            <a:ln w="25400">
              <a:solidFill>
                <a:srgbClr val="00531C"/>
              </a:solidFill>
              <a:miter lim="800000"/>
              <a:headEnd/>
              <a:tailEnd/>
            </a:ln>
            <a:effectLst>
              <a:outerShdw blurRad="114300" dist="63500" dir="2700000" algn="ctr" rotWithShape="0">
                <a:schemeClr val="bg2">
                  <a:alpha val="29999"/>
                </a:schemeClr>
              </a:outerShdw>
            </a:effectLst>
          </p:spPr>
          <p:txBody>
            <a:bodyPr lIns="0" tIns="0" rIns="0" bIns="0" anchor="ctr"/>
            <a:lstStyle/>
            <a:p>
              <a:pPr algn="ctr" eaLnBrk="1" hangingPunct="1">
                <a:tabLst>
                  <a:tab pos="1066800" algn="l"/>
                </a:tabLst>
                <a:defRPr/>
              </a:pPr>
              <a:r>
                <a:rPr lang="en-US" sz="3000">
                  <a:solidFill>
                    <a:srgbClr val="FFFFFF"/>
                  </a:solidFill>
                  <a:latin typeface="Gill Sans" pitchFamily="80" charset="0"/>
                  <a:ea typeface="Gill Sans" pitchFamily="80" charset="0"/>
                  <a:cs typeface="Gill Sans" pitchFamily="80" charset="0"/>
                  <a:sym typeface="Gill Sans" pitchFamily="80" charset="0"/>
                </a:rPr>
                <a:t>Following a plan</a:t>
              </a:r>
            </a:p>
          </p:txBody>
        </p:sp>
        <p:sp>
          <p:nvSpPr>
            <p:cNvPr id="14344" name="Rectangle 8">
              <a:extLst>
                <a:ext uri="{FF2B5EF4-FFF2-40B4-BE49-F238E27FC236}">
                  <a16:creationId xmlns:a16="http://schemas.microsoft.com/office/drawing/2014/main" id="{904473C9-51C2-5786-F9D3-FEDAEC6B14E5}"/>
                </a:ext>
              </a:extLst>
            </p:cNvPr>
            <p:cNvSpPr>
              <a:spLocks/>
            </p:cNvSpPr>
            <p:nvPr/>
          </p:nvSpPr>
          <p:spPr bwMode="auto">
            <a:xfrm>
              <a:off x="0" y="0"/>
              <a:ext cx="2320" cy="592"/>
            </a:xfrm>
            <a:prstGeom prst="rect">
              <a:avLst/>
            </a:prstGeom>
            <a:blipFill dpi="0" rotWithShape="0">
              <a:blip r:embed="rId4"/>
              <a:srcRect/>
              <a:tile tx="0" ty="0" sx="100000" sy="100000" flip="none" algn="tl"/>
            </a:blipFill>
            <a:ln w="25400">
              <a:solidFill>
                <a:srgbClr val="003C83"/>
              </a:solidFill>
              <a:miter lim="800000"/>
              <a:headEnd/>
              <a:tailEnd/>
            </a:ln>
            <a:effectLst>
              <a:outerShdw blurRad="114300" dist="63500" dir="2700000" algn="ctr" rotWithShape="0">
                <a:schemeClr val="bg2">
                  <a:alpha val="29999"/>
                </a:schemeClr>
              </a:outerShdw>
            </a:effectLst>
          </p:spPr>
          <p:txBody>
            <a:bodyPr lIns="0" tIns="0" rIns="0" bIns="0" anchor="ctr"/>
            <a:lstStyle/>
            <a:p>
              <a:pPr algn="ctr" eaLnBrk="1" hangingPunct="1">
                <a:tabLst>
                  <a:tab pos="1066800" algn="l"/>
                </a:tabLst>
                <a:defRPr/>
              </a:pPr>
              <a:r>
                <a:rPr lang="en-US" sz="3000">
                  <a:solidFill>
                    <a:srgbClr val="FFFFFF"/>
                  </a:solidFill>
                  <a:latin typeface="Gill Sans" pitchFamily="80" charset="0"/>
                  <a:ea typeface="Gill Sans" pitchFamily="80" charset="0"/>
                  <a:cs typeface="Gill Sans" pitchFamily="80" charset="0"/>
                  <a:sym typeface="Gill Sans" pitchFamily="80" charset="0"/>
                </a:rPr>
                <a:t>Responding to change</a:t>
              </a:r>
            </a:p>
          </p:txBody>
        </p:sp>
        <p:sp>
          <p:nvSpPr>
            <p:cNvPr id="18448" name="Rectangle 9">
              <a:extLst>
                <a:ext uri="{FF2B5EF4-FFF2-40B4-BE49-F238E27FC236}">
                  <a16:creationId xmlns:a16="http://schemas.microsoft.com/office/drawing/2014/main" id="{DC94DB98-2722-365B-F887-57C16CE9EBFC}"/>
                </a:ext>
              </a:extLst>
            </p:cNvPr>
            <p:cNvSpPr>
              <a:spLocks/>
            </p:cNvSpPr>
            <p:nvPr/>
          </p:nvSpPr>
          <p:spPr bwMode="auto">
            <a:xfrm>
              <a:off x="2614" y="181"/>
              <a:ext cx="35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rIns="0" bIns="0" anchor="ctr">
              <a:spAutoFit/>
            </a:bodyPr>
            <a:lstStyle>
              <a:lvl1pPr>
                <a:spcBef>
                  <a:spcPts val="1800"/>
                </a:spcBef>
                <a:buClr>
                  <a:srgbClr val="5F7BAE"/>
                </a:buClr>
                <a:buSzPct val="150000"/>
                <a:buFont typeface="Lucida Grande" panose="020B0600040502020204" pitchFamily="34" charset="0"/>
                <a:buChar char="•"/>
                <a:defRPr sz="36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spcBef>
                  <a:spcPts val="1800"/>
                </a:spcBef>
                <a:buSzPct val="150000"/>
                <a:buFont typeface="Lucida Grande" panose="020B0600040502020204" pitchFamily="34" charset="0"/>
                <a:buChar char="•"/>
                <a:defRPr sz="32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spcBef>
                  <a:spcPts val="1800"/>
                </a:spcBef>
                <a:buSzPct val="150000"/>
                <a:buFont typeface="Lucida Grande" panose="020B0600040502020204" pitchFamily="34" charset="0"/>
                <a:buChar char="•"/>
                <a:defRPr sz="28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spcBef>
                  <a:spcPts val="1800"/>
                </a:spcBef>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spcBef>
                  <a:spcPts val="1800"/>
                </a:spcBef>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algn="ctr" eaLnBrk="1" hangingPunct="1">
                <a:spcBef>
                  <a:spcPct val="0"/>
                </a:spcBef>
                <a:buClrTx/>
                <a:buSzTx/>
                <a:buFontTx/>
                <a:buNone/>
              </a:pPr>
              <a:r>
                <a:rPr lang="en-US" altLang="en-US" sz="2400"/>
                <a:t>over</a:t>
              </a:r>
            </a:p>
          </p:txBody>
        </p:sp>
      </p:grpSp>
      <p:sp>
        <p:nvSpPr>
          <p:cNvPr id="18437" name="Rectangle 10">
            <a:extLst>
              <a:ext uri="{FF2B5EF4-FFF2-40B4-BE49-F238E27FC236}">
                <a16:creationId xmlns:a16="http://schemas.microsoft.com/office/drawing/2014/main" id="{6A6ED586-4327-59E1-7627-938E8D07DEAF}"/>
              </a:ext>
            </a:extLst>
          </p:cNvPr>
          <p:cNvSpPr>
            <a:spLocks/>
          </p:cNvSpPr>
          <p:nvPr/>
        </p:nvSpPr>
        <p:spPr bwMode="auto">
          <a:xfrm>
            <a:off x="581025" y="6386513"/>
            <a:ext cx="8389938"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nchor="ctr"/>
          <a:lstStyle>
            <a:lvl1pPr>
              <a:spcBef>
                <a:spcPts val="1800"/>
              </a:spcBef>
              <a:buClr>
                <a:srgbClr val="5F7BAE"/>
              </a:buClr>
              <a:buSzPct val="150000"/>
              <a:buFont typeface="Lucida Grande" panose="020B0600040502020204" pitchFamily="34" charset="0"/>
              <a:buChar char="•"/>
              <a:defRPr sz="36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spcBef>
                <a:spcPts val="1800"/>
              </a:spcBef>
              <a:buSzPct val="150000"/>
              <a:buFont typeface="Lucida Grande" panose="020B0600040502020204" pitchFamily="34" charset="0"/>
              <a:buChar char="•"/>
              <a:defRPr sz="32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spcBef>
                <a:spcPts val="1800"/>
              </a:spcBef>
              <a:buSzPct val="150000"/>
              <a:buFont typeface="Lucida Grande" panose="020B0600040502020204" pitchFamily="34" charset="0"/>
              <a:buChar char="•"/>
              <a:defRPr sz="28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spcBef>
                <a:spcPts val="1800"/>
              </a:spcBef>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spcBef>
                <a:spcPts val="1800"/>
              </a:spcBef>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algn="ctr" eaLnBrk="1" hangingPunct="1">
              <a:spcBef>
                <a:spcPct val="0"/>
              </a:spcBef>
              <a:buClrTx/>
              <a:buSzTx/>
              <a:buFontTx/>
              <a:buNone/>
            </a:pPr>
            <a:r>
              <a:rPr lang="en-US" altLang="en-US" sz="2300"/>
              <a:t>Source: https://www.agilealliance.org/agile101/the-agile-manifesto/</a:t>
            </a:r>
          </a:p>
        </p:txBody>
      </p:sp>
      <p:grpSp>
        <p:nvGrpSpPr>
          <p:cNvPr id="14347" name="Group 11">
            <a:extLst>
              <a:ext uri="{FF2B5EF4-FFF2-40B4-BE49-F238E27FC236}">
                <a16:creationId xmlns:a16="http://schemas.microsoft.com/office/drawing/2014/main" id="{0DA819B1-758A-9519-9DB7-ABF24221B915}"/>
              </a:ext>
            </a:extLst>
          </p:cNvPr>
          <p:cNvGrpSpPr>
            <a:grpSpLocks/>
          </p:cNvGrpSpPr>
          <p:nvPr/>
        </p:nvGrpSpPr>
        <p:grpSpPr bwMode="auto">
          <a:xfrm>
            <a:off x="555625" y="2767013"/>
            <a:ext cx="8928100" cy="939800"/>
            <a:chOff x="0" y="0"/>
            <a:chExt cx="5624" cy="592"/>
          </a:xfrm>
        </p:grpSpPr>
        <p:sp>
          <p:nvSpPr>
            <p:cNvPr id="14348" name="Rectangle 12">
              <a:extLst>
                <a:ext uri="{FF2B5EF4-FFF2-40B4-BE49-F238E27FC236}">
                  <a16:creationId xmlns:a16="http://schemas.microsoft.com/office/drawing/2014/main" id="{097F1285-7FCD-0FCE-0749-765D0599741B}"/>
                </a:ext>
              </a:extLst>
            </p:cNvPr>
            <p:cNvSpPr>
              <a:spLocks/>
            </p:cNvSpPr>
            <p:nvPr/>
          </p:nvSpPr>
          <p:spPr bwMode="auto">
            <a:xfrm>
              <a:off x="3304" y="0"/>
              <a:ext cx="2320" cy="592"/>
            </a:xfrm>
            <a:prstGeom prst="rect">
              <a:avLst/>
            </a:prstGeom>
            <a:blipFill dpi="0" rotWithShape="0">
              <a:blip r:embed="rId3"/>
              <a:srcRect/>
              <a:tile tx="0" ty="0" sx="100000" sy="100000" flip="none" algn="tl"/>
            </a:blipFill>
            <a:ln w="25400">
              <a:solidFill>
                <a:srgbClr val="00531C"/>
              </a:solidFill>
              <a:miter lim="800000"/>
              <a:headEnd/>
              <a:tailEnd/>
            </a:ln>
            <a:effectLst>
              <a:outerShdw blurRad="114300" dist="63500" dir="2700000" algn="ctr" rotWithShape="0">
                <a:schemeClr val="bg2">
                  <a:alpha val="29999"/>
                </a:schemeClr>
              </a:outerShdw>
            </a:effectLst>
          </p:spPr>
          <p:txBody>
            <a:bodyPr lIns="0" tIns="0" rIns="0" bIns="0" anchor="ctr"/>
            <a:lstStyle/>
            <a:p>
              <a:pPr algn="ctr" eaLnBrk="1" hangingPunct="1">
                <a:tabLst>
                  <a:tab pos="1066800" algn="l"/>
                </a:tabLst>
                <a:defRPr/>
              </a:pPr>
              <a:r>
                <a:rPr lang="en-US" sz="3000">
                  <a:solidFill>
                    <a:srgbClr val="FFFFFF"/>
                  </a:solidFill>
                  <a:latin typeface="Gill Sans" pitchFamily="80" charset="0"/>
                  <a:ea typeface="Gill Sans" pitchFamily="80" charset="0"/>
                  <a:cs typeface="Gill Sans" pitchFamily="80" charset="0"/>
                  <a:sym typeface="Gill Sans" pitchFamily="80" charset="0"/>
                </a:rPr>
                <a:t>Comprehensive documentation</a:t>
              </a:r>
            </a:p>
          </p:txBody>
        </p:sp>
        <p:sp>
          <p:nvSpPr>
            <p:cNvPr id="14349" name="Rectangle 13">
              <a:extLst>
                <a:ext uri="{FF2B5EF4-FFF2-40B4-BE49-F238E27FC236}">
                  <a16:creationId xmlns:a16="http://schemas.microsoft.com/office/drawing/2014/main" id="{2D9B8240-7FF7-AF6E-AA5A-17748CE32A59}"/>
                </a:ext>
              </a:extLst>
            </p:cNvPr>
            <p:cNvSpPr>
              <a:spLocks/>
            </p:cNvSpPr>
            <p:nvPr/>
          </p:nvSpPr>
          <p:spPr bwMode="auto">
            <a:xfrm>
              <a:off x="0" y="0"/>
              <a:ext cx="2320" cy="592"/>
            </a:xfrm>
            <a:prstGeom prst="rect">
              <a:avLst/>
            </a:prstGeom>
            <a:blipFill dpi="0" rotWithShape="0">
              <a:blip r:embed="rId4"/>
              <a:srcRect/>
              <a:tile tx="0" ty="0" sx="100000" sy="100000" flip="none" algn="tl"/>
            </a:blipFill>
            <a:ln w="25400">
              <a:solidFill>
                <a:srgbClr val="003C83"/>
              </a:solidFill>
              <a:miter lim="800000"/>
              <a:headEnd/>
              <a:tailEnd/>
            </a:ln>
            <a:effectLst>
              <a:outerShdw blurRad="114300" dist="63500" dir="2700000" algn="ctr" rotWithShape="0">
                <a:schemeClr val="bg2">
                  <a:alpha val="29999"/>
                </a:schemeClr>
              </a:outerShdw>
            </a:effectLst>
          </p:spPr>
          <p:txBody>
            <a:bodyPr lIns="0" tIns="0" rIns="0" bIns="0" anchor="ctr"/>
            <a:lstStyle/>
            <a:p>
              <a:pPr algn="ctr" eaLnBrk="1" hangingPunct="1">
                <a:tabLst>
                  <a:tab pos="1066800" algn="l"/>
                </a:tabLst>
                <a:defRPr/>
              </a:pPr>
              <a:r>
                <a:rPr lang="en-US" sz="3000">
                  <a:solidFill>
                    <a:srgbClr val="FFFFFF"/>
                  </a:solidFill>
                  <a:latin typeface="Gill Sans" pitchFamily="80" charset="0"/>
                  <a:ea typeface="Gill Sans" pitchFamily="80" charset="0"/>
                  <a:cs typeface="Gill Sans" pitchFamily="80" charset="0"/>
                  <a:sym typeface="Gill Sans" pitchFamily="80" charset="0"/>
                </a:rPr>
                <a:t>Working software</a:t>
              </a:r>
            </a:p>
          </p:txBody>
        </p:sp>
        <p:sp>
          <p:nvSpPr>
            <p:cNvPr id="18445" name="Rectangle 14">
              <a:extLst>
                <a:ext uri="{FF2B5EF4-FFF2-40B4-BE49-F238E27FC236}">
                  <a16:creationId xmlns:a16="http://schemas.microsoft.com/office/drawing/2014/main" id="{1C94DC46-0712-FADC-7B0E-86D95685F76F}"/>
                </a:ext>
              </a:extLst>
            </p:cNvPr>
            <p:cNvSpPr>
              <a:spLocks/>
            </p:cNvSpPr>
            <p:nvPr/>
          </p:nvSpPr>
          <p:spPr bwMode="auto">
            <a:xfrm>
              <a:off x="2540" y="184"/>
              <a:ext cx="528" cy="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nchor="ctr"/>
            <a:lstStyle>
              <a:lvl1pPr>
                <a:spcBef>
                  <a:spcPts val="1800"/>
                </a:spcBef>
                <a:buClr>
                  <a:srgbClr val="5F7BAE"/>
                </a:buClr>
                <a:buSzPct val="150000"/>
                <a:buFont typeface="Lucida Grande" panose="020B0600040502020204" pitchFamily="34" charset="0"/>
                <a:buChar char="•"/>
                <a:defRPr sz="36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spcBef>
                  <a:spcPts val="1800"/>
                </a:spcBef>
                <a:buSzPct val="150000"/>
                <a:buFont typeface="Lucida Grande" panose="020B0600040502020204" pitchFamily="34" charset="0"/>
                <a:buChar char="•"/>
                <a:defRPr sz="32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spcBef>
                  <a:spcPts val="1800"/>
                </a:spcBef>
                <a:buSzPct val="150000"/>
                <a:buFont typeface="Lucida Grande" panose="020B0600040502020204" pitchFamily="34" charset="0"/>
                <a:buChar char="•"/>
                <a:defRPr sz="28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spcBef>
                  <a:spcPts val="1800"/>
                </a:spcBef>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spcBef>
                  <a:spcPts val="1800"/>
                </a:spcBef>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algn="ctr" eaLnBrk="1" hangingPunct="1">
                <a:spcBef>
                  <a:spcPct val="0"/>
                </a:spcBef>
                <a:buClrTx/>
                <a:buSzTx/>
                <a:buFontTx/>
                <a:buNone/>
              </a:pPr>
              <a:r>
                <a:rPr lang="en-US" altLang="en-US" sz="2400"/>
                <a:t>over</a:t>
              </a:r>
            </a:p>
          </p:txBody>
        </p:sp>
      </p:grpSp>
      <p:grpSp>
        <p:nvGrpSpPr>
          <p:cNvPr id="14351" name="Group 15">
            <a:extLst>
              <a:ext uri="{FF2B5EF4-FFF2-40B4-BE49-F238E27FC236}">
                <a16:creationId xmlns:a16="http://schemas.microsoft.com/office/drawing/2014/main" id="{5CB9B723-AE7D-9284-A1FA-4170435F0311}"/>
              </a:ext>
            </a:extLst>
          </p:cNvPr>
          <p:cNvGrpSpPr>
            <a:grpSpLocks/>
          </p:cNvGrpSpPr>
          <p:nvPr/>
        </p:nvGrpSpPr>
        <p:grpSpPr bwMode="auto">
          <a:xfrm>
            <a:off x="555625" y="3973513"/>
            <a:ext cx="8928100" cy="939800"/>
            <a:chOff x="0" y="0"/>
            <a:chExt cx="5624" cy="592"/>
          </a:xfrm>
        </p:grpSpPr>
        <p:sp>
          <p:nvSpPr>
            <p:cNvPr id="14352" name="Rectangle 16">
              <a:extLst>
                <a:ext uri="{FF2B5EF4-FFF2-40B4-BE49-F238E27FC236}">
                  <a16:creationId xmlns:a16="http://schemas.microsoft.com/office/drawing/2014/main" id="{3ACF6D4F-9507-726D-6EEE-F43C46A94104}"/>
                </a:ext>
              </a:extLst>
            </p:cNvPr>
            <p:cNvSpPr>
              <a:spLocks/>
            </p:cNvSpPr>
            <p:nvPr/>
          </p:nvSpPr>
          <p:spPr bwMode="auto">
            <a:xfrm>
              <a:off x="3304" y="0"/>
              <a:ext cx="2320" cy="592"/>
            </a:xfrm>
            <a:prstGeom prst="rect">
              <a:avLst/>
            </a:prstGeom>
            <a:blipFill dpi="0" rotWithShape="0">
              <a:blip r:embed="rId3"/>
              <a:srcRect/>
              <a:tile tx="0" ty="0" sx="100000" sy="100000" flip="none" algn="tl"/>
            </a:blipFill>
            <a:ln w="25400">
              <a:solidFill>
                <a:srgbClr val="00531C"/>
              </a:solidFill>
              <a:miter lim="800000"/>
              <a:headEnd/>
              <a:tailEnd/>
            </a:ln>
            <a:effectLst>
              <a:outerShdw blurRad="114300" dist="63500" dir="2700000" algn="ctr" rotWithShape="0">
                <a:schemeClr val="bg2">
                  <a:alpha val="29999"/>
                </a:schemeClr>
              </a:outerShdw>
            </a:effectLst>
          </p:spPr>
          <p:txBody>
            <a:bodyPr lIns="0" tIns="0" rIns="0" bIns="0" anchor="ctr"/>
            <a:lstStyle/>
            <a:p>
              <a:pPr algn="ctr" eaLnBrk="1" hangingPunct="1">
                <a:tabLst>
                  <a:tab pos="1066800" algn="l"/>
                </a:tabLst>
                <a:defRPr/>
              </a:pPr>
              <a:r>
                <a:rPr lang="en-US" sz="3000">
                  <a:solidFill>
                    <a:srgbClr val="FFFFFF"/>
                  </a:solidFill>
                  <a:latin typeface="Gill Sans" pitchFamily="80" charset="0"/>
                  <a:ea typeface="Gill Sans" pitchFamily="80" charset="0"/>
                  <a:cs typeface="Gill Sans" pitchFamily="80" charset="0"/>
                  <a:sym typeface="Gill Sans" pitchFamily="80" charset="0"/>
                </a:rPr>
                <a:t>Contract negotiation</a:t>
              </a:r>
            </a:p>
          </p:txBody>
        </p:sp>
        <p:sp>
          <p:nvSpPr>
            <p:cNvPr id="14353" name="Rectangle 17">
              <a:extLst>
                <a:ext uri="{FF2B5EF4-FFF2-40B4-BE49-F238E27FC236}">
                  <a16:creationId xmlns:a16="http://schemas.microsoft.com/office/drawing/2014/main" id="{4291C4D6-AA0F-BC72-DAF4-21969DBBF212}"/>
                </a:ext>
              </a:extLst>
            </p:cNvPr>
            <p:cNvSpPr>
              <a:spLocks/>
            </p:cNvSpPr>
            <p:nvPr/>
          </p:nvSpPr>
          <p:spPr bwMode="auto">
            <a:xfrm>
              <a:off x="0" y="0"/>
              <a:ext cx="2320" cy="592"/>
            </a:xfrm>
            <a:prstGeom prst="rect">
              <a:avLst/>
            </a:prstGeom>
            <a:blipFill dpi="0" rotWithShape="0">
              <a:blip r:embed="rId4"/>
              <a:srcRect/>
              <a:tile tx="0" ty="0" sx="100000" sy="100000" flip="none" algn="tl"/>
            </a:blipFill>
            <a:ln w="25400">
              <a:solidFill>
                <a:srgbClr val="003C83"/>
              </a:solidFill>
              <a:miter lim="800000"/>
              <a:headEnd/>
              <a:tailEnd/>
            </a:ln>
            <a:effectLst>
              <a:outerShdw blurRad="114300" dist="63500" dir="2700000" algn="ctr" rotWithShape="0">
                <a:schemeClr val="bg2">
                  <a:alpha val="29999"/>
                </a:schemeClr>
              </a:outerShdw>
            </a:effectLst>
          </p:spPr>
          <p:txBody>
            <a:bodyPr lIns="0" tIns="0" rIns="0" bIns="0" anchor="ctr"/>
            <a:lstStyle/>
            <a:p>
              <a:pPr algn="ctr" eaLnBrk="1" hangingPunct="1">
                <a:tabLst>
                  <a:tab pos="1066800" algn="l"/>
                </a:tabLst>
                <a:defRPr/>
              </a:pPr>
              <a:r>
                <a:rPr lang="en-US" sz="3000">
                  <a:solidFill>
                    <a:srgbClr val="FFFFFF"/>
                  </a:solidFill>
                  <a:latin typeface="Gill Sans" pitchFamily="80" charset="0"/>
                  <a:ea typeface="Gill Sans" pitchFamily="80" charset="0"/>
                  <a:cs typeface="Gill Sans" pitchFamily="80" charset="0"/>
                  <a:sym typeface="Gill Sans" pitchFamily="80" charset="0"/>
                </a:rPr>
                <a:t>Customer collaboration</a:t>
              </a:r>
            </a:p>
          </p:txBody>
        </p:sp>
        <p:sp>
          <p:nvSpPr>
            <p:cNvPr id="18442" name="Rectangle 18">
              <a:extLst>
                <a:ext uri="{FF2B5EF4-FFF2-40B4-BE49-F238E27FC236}">
                  <a16:creationId xmlns:a16="http://schemas.microsoft.com/office/drawing/2014/main" id="{C2EA3909-C969-BD80-1C9E-53AB81E96FE3}"/>
                </a:ext>
              </a:extLst>
            </p:cNvPr>
            <p:cNvSpPr>
              <a:spLocks/>
            </p:cNvSpPr>
            <p:nvPr/>
          </p:nvSpPr>
          <p:spPr bwMode="auto">
            <a:xfrm>
              <a:off x="2540" y="184"/>
              <a:ext cx="528" cy="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nchor="ctr"/>
            <a:lstStyle>
              <a:lvl1pPr>
                <a:spcBef>
                  <a:spcPts val="1800"/>
                </a:spcBef>
                <a:buClr>
                  <a:srgbClr val="5F7BAE"/>
                </a:buClr>
                <a:buSzPct val="150000"/>
                <a:buFont typeface="Lucida Grande" panose="020B0600040502020204" pitchFamily="34" charset="0"/>
                <a:buChar char="•"/>
                <a:defRPr sz="36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spcBef>
                  <a:spcPts val="1800"/>
                </a:spcBef>
                <a:buSzPct val="150000"/>
                <a:buFont typeface="Lucida Grande" panose="020B0600040502020204" pitchFamily="34" charset="0"/>
                <a:buChar char="•"/>
                <a:defRPr sz="32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spcBef>
                  <a:spcPts val="1800"/>
                </a:spcBef>
                <a:buSzPct val="150000"/>
                <a:buFont typeface="Lucida Grande" panose="020B0600040502020204" pitchFamily="34" charset="0"/>
                <a:buChar char="•"/>
                <a:defRPr sz="28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spcBef>
                  <a:spcPts val="1800"/>
                </a:spcBef>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spcBef>
                  <a:spcPts val="1800"/>
                </a:spcBef>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algn="ctr" eaLnBrk="1" hangingPunct="1">
                <a:spcBef>
                  <a:spcPct val="0"/>
                </a:spcBef>
                <a:buClrTx/>
                <a:buSzTx/>
                <a:buFontTx/>
                <a:buNone/>
              </a:pPr>
              <a:r>
                <a:rPr lang="en-US" altLang="en-US" sz="2400"/>
                <a:t>over</a:t>
              </a:r>
            </a:p>
          </p:txBody>
        </p:sp>
      </p:grpSp>
    </p:spTree>
  </p:cSld>
  <p:clrMapOvr>
    <a:masterClrMapping/>
  </p:clrMapOvr>
  <p:transition spd="slow">
    <p:dissolv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14347"/>
                                        </p:tgtEl>
                                        <p:attrNameLst>
                                          <p:attrName>style.visibility</p:attrName>
                                        </p:attrNameLst>
                                      </p:cBhvr>
                                      <p:to>
                                        <p:strVal val="visible"/>
                                      </p:to>
                                    </p:set>
                                    <p:animEffect transition="in" filter="fade">
                                      <p:cBhvr>
                                        <p:cTn id="7" dur="500"/>
                                        <p:tgtEl>
                                          <p:spTgt spid="1434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1" fill="hold" nodeType="clickEffect">
                                  <p:stCondLst>
                                    <p:cond delay="0"/>
                                  </p:stCondLst>
                                  <p:childTnLst>
                                    <p:set>
                                      <p:cBhvr>
                                        <p:cTn id="11" dur="1" fill="hold">
                                          <p:stCondLst>
                                            <p:cond delay="0"/>
                                          </p:stCondLst>
                                        </p:cTn>
                                        <p:tgtEl>
                                          <p:spTgt spid="14351"/>
                                        </p:tgtEl>
                                        <p:attrNameLst>
                                          <p:attrName>style.visibility</p:attrName>
                                        </p:attrNameLst>
                                      </p:cBhvr>
                                      <p:to>
                                        <p:strVal val="visible"/>
                                      </p:to>
                                    </p:set>
                                    <p:anim calcmode="lin" valueType="num">
                                      <p:cBhvr additive="base">
                                        <p:cTn id="12" dur="500" fill="hold"/>
                                        <p:tgtEl>
                                          <p:spTgt spid="14351"/>
                                        </p:tgtEl>
                                        <p:attrNameLst>
                                          <p:attrName>ppt_x</p:attrName>
                                        </p:attrNameLst>
                                      </p:cBhvr>
                                      <p:tavLst>
                                        <p:tav tm="0">
                                          <p:val>
                                            <p:strVal val="#ppt_x"/>
                                          </p:val>
                                        </p:tav>
                                        <p:tav tm="100000">
                                          <p:val>
                                            <p:strVal val="#ppt_x"/>
                                          </p:val>
                                        </p:tav>
                                      </p:tavLst>
                                    </p:anim>
                                    <p:anim calcmode="lin" valueType="num">
                                      <p:cBhvr additive="base">
                                        <p:cTn id="13" dur="500" fill="hold"/>
                                        <p:tgtEl>
                                          <p:spTgt spid="14351"/>
                                        </p:tgtEl>
                                        <p:attrNameLst>
                                          <p:attrName>ppt_y</p:attrName>
                                        </p:attrNameLst>
                                      </p:cBhvr>
                                      <p:tavLst>
                                        <p:tav tm="0">
                                          <p:val>
                                            <p:strVal val="0-#ppt_h/2"/>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2" fill="hold" nodeType="clickEffect">
                                  <p:stCondLst>
                                    <p:cond delay="0"/>
                                  </p:stCondLst>
                                  <p:childTnLst>
                                    <p:set>
                                      <p:cBhvr>
                                        <p:cTn id="17" dur="1" fill="hold">
                                          <p:stCondLst>
                                            <p:cond delay="0"/>
                                          </p:stCondLst>
                                        </p:cTn>
                                        <p:tgtEl>
                                          <p:spTgt spid="14342"/>
                                        </p:tgtEl>
                                        <p:attrNameLst>
                                          <p:attrName>style.visibility</p:attrName>
                                        </p:attrNameLst>
                                      </p:cBhvr>
                                      <p:to>
                                        <p:strVal val="visible"/>
                                      </p:to>
                                    </p:set>
                                    <p:anim calcmode="lin" valueType="num">
                                      <p:cBhvr additive="base">
                                        <p:cTn id="18" dur="500" fill="hold"/>
                                        <p:tgtEl>
                                          <p:spTgt spid="14342"/>
                                        </p:tgtEl>
                                        <p:attrNameLst>
                                          <p:attrName>ppt_x</p:attrName>
                                        </p:attrNameLst>
                                      </p:cBhvr>
                                      <p:tavLst>
                                        <p:tav tm="0">
                                          <p:val>
                                            <p:strVal val="1+#ppt_w/2"/>
                                          </p:val>
                                        </p:tav>
                                        <p:tav tm="100000">
                                          <p:val>
                                            <p:strVal val="#ppt_x"/>
                                          </p:val>
                                        </p:tav>
                                      </p:tavLst>
                                    </p:anim>
                                    <p:anim calcmode="lin" valueType="num">
                                      <p:cBhvr additive="base">
                                        <p:cTn id="19" dur="500" fill="hold"/>
                                        <p:tgtEl>
                                          <p:spTgt spid="1434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AutoShape 2">
            <a:extLst>
              <a:ext uri="{FF2B5EF4-FFF2-40B4-BE49-F238E27FC236}">
                <a16:creationId xmlns:a16="http://schemas.microsoft.com/office/drawing/2014/main" id="{6BC3C075-0FE5-07B5-E786-0D615E629DBC}"/>
              </a:ext>
            </a:extLst>
          </p:cNvPr>
          <p:cNvSpPr>
            <a:spLocks/>
          </p:cNvSpPr>
          <p:nvPr/>
        </p:nvSpPr>
        <p:spPr bwMode="auto">
          <a:xfrm>
            <a:off x="342900" y="685800"/>
            <a:ext cx="9398000" cy="6045200"/>
          </a:xfrm>
          <a:prstGeom prst="roundRect">
            <a:avLst>
              <a:gd name="adj" fmla="val 5042"/>
            </a:avLst>
          </a:prstGeom>
          <a:solidFill>
            <a:schemeClr val="accent1"/>
          </a:solidFill>
          <a:ln w="50800">
            <a:solidFill>
              <a:srgbClr val="910000"/>
            </a:solidFill>
            <a:round/>
            <a:headEnd/>
            <a:tailEnd/>
          </a:ln>
          <a:effectLst>
            <a:outerShdw blurRad="114300" dist="63500" dir="2700000" algn="ctr" rotWithShape="0">
              <a:schemeClr val="bg2">
                <a:alpha val="29999"/>
              </a:schemeClr>
            </a:outerShdw>
          </a:effectLst>
        </p:spPr>
        <p:txBody>
          <a:bodyPr/>
          <a:lstStyle/>
          <a:p>
            <a:pPr algn="ctr" eaLnBrk="1" hangingPunct="1">
              <a:defRPr/>
            </a:pPr>
            <a:endParaRPr lang="en-US">
              <a:latin typeface="Gill Sans" pitchFamily="80" charset="0"/>
              <a:ea typeface="ヒラギノ角ゴ Pro W3" pitchFamily="80" charset="-128"/>
              <a:sym typeface="Gill Sans" pitchFamily="80" charset="0"/>
            </a:endParaRPr>
          </a:p>
        </p:txBody>
      </p:sp>
      <p:sp>
        <p:nvSpPr>
          <p:cNvPr id="20483" name="Rectangle 3">
            <a:extLst>
              <a:ext uri="{FF2B5EF4-FFF2-40B4-BE49-F238E27FC236}">
                <a16:creationId xmlns:a16="http://schemas.microsoft.com/office/drawing/2014/main" id="{7FDC6EA4-91F1-D700-ADED-62CBCC0F1AD1}"/>
              </a:ext>
            </a:extLst>
          </p:cNvPr>
          <p:cNvSpPr>
            <a:spLocks/>
          </p:cNvSpPr>
          <p:nvPr/>
        </p:nvSpPr>
        <p:spPr bwMode="auto">
          <a:xfrm>
            <a:off x="584200" y="1460500"/>
            <a:ext cx="8915400"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nchor="ctr"/>
          <a:lstStyle>
            <a:lvl1pPr marL="225425" indent="-225425">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eaLnBrk="1" hangingPunct="1">
              <a:buSzPct val="125000"/>
              <a:buFont typeface="Gill Sans" panose="020B0502020104020203" pitchFamily="34" charset="-79"/>
              <a:buChar char="•"/>
            </a:pPr>
            <a:r>
              <a:rPr lang="en-US" altLang="en-US" sz="2800">
                <a:solidFill>
                  <a:schemeClr val="tx1"/>
                </a:solidFill>
              </a:rPr>
              <a:t>Scrum is an agile process that allows us to focus on delivering the highest business value in the shortest time. </a:t>
            </a:r>
          </a:p>
          <a:p>
            <a:pPr eaLnBrk="1" hangingPunct="1">
              <a:buSzPct val="125000"/>
              <a:buFont typeface="Gill Sans" panose="020B0502020104020203" pitchFamily="34" charset="-79"/>
              <a:buChar char="•"/>
            </a:pPr>
            <a:r>
              <a:rPr lang="en-US" altLang="en-US" sz="2800">
                <a:solidFill>
                  <a:schemeClr val="tx1"/>
                </a:solidFill>
              </a:rPr>
              <a:t>It allows us to rapidly and repeatedly inspect actual working software (every two weeks to one month).</a:t>
            </a:r>
          </a:p>
          <a:p>
            <a:pPr eaLnBrk="1" hangingPunct="1">
              <a:buSzPct val="125000"/>
              <a:buFont typeface="Gill Sans" panose="020B0502020104020203" pitchFamily="34" charset="-79"/>
              <a:buChar char="•"/>
            </a:pPr>
            <a:r>
              <a:rPr lang="en-US" altLang="en-US" sz="2800">
                <a:solidFill>
                  <a:schemeClr val="tx1"/>
                </a:solidFill>
              </a:rPr>
              <a:t>The business sets the priorities. Teams self-organize to determine the best way to deliver the highest priority features. </a:t>
            </a:r>
          </a:p>
          <a:p>
            <a:pPr eaLnBrk="1" hangingPunct="1">
              <a:buSzPct val="125000"/>
              <a:buFont typeface="Gill Sans" panose="020B0502020104020203" pitchFamily="34" charset="-79"/>
              <a:buChar char="•"/>
            </a:pPr>
            <a:r>
              <a:rPr lang="en-US" altLang="en-US" sz="2800">
                <a:solidFill>
                  <a:schemeClr val="tx1"/>
                </a:solidFill>
              </a:rPr>
              <a:t>Every two weeks to a month anyone can see real working software and decide to release it as is or continue to enhance it for another sprint.</a:t>
            </a:r>
          </a:p>
        </p:txBody>
      </p:sp>
      <p:sp>
        <p:nvSpPr>
          <p:cNvPr id="20484" name="Rectangle 4">
            <a:extLst>
              <a:ext uri="{FF2B5EF4-FFF2-40B4-BE49-F238E27FC236}">
                <a16:creationId xmlns:a16="http://schemas.microsoft.com/office/drawing/2014/main" id="{3ACF2760-0347-B0CC-14B6-B527F034975B}"/>
              </a:ext>
            </a:extLst>
          </p:cNvPr>
          <p:cNvSpPr>
            <a:spLocks/>
          </p:cNvSpPr>
          <p:nvPr/>
        </p:nvSpPr>
        <p:spPr bwMode="auto">
          <a:xfrm>
            <a:off x="812800" y="698500"/>
            <a:ext cx="4140200" cy="736600"/>
          </a:xfrm>
          <a:prstGeom prst="rect">
            <a:avLst/>
          </a:prstGeom>
          <a:solidFill>
            <a:srgbClr val="910000"/>
          </a:solidFill>
          <a:ln>
            <a:noFill/>
          </a:ln>
          <a:extLst>
            <a:ext uri="{91240B29-F687-4F45-9708-019B960494DF}">
              <a14:hiddenLine xmlns:a14="http://schemas.microsoft.com/office/drawing/2010/main" w="25400">
                <a:solidFill>
                  <a:schemeClr val="tx1"/>
                </a:solidFill>
                <a:miter lim="800000"/>
                <a:headEnd/>
                <a:tailEnd/>
              </a14:hiddenLine>
            </a:ext>
          </a:extLst>
        </p:spPr>
        <p:txBody>
          <a:bodyPr/>
          <a:lstStyle>
            <a:lvl1pPr>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algn="ctr" eaLnBrk="1" hangingPunct="1"/>
            <a:endParaRPr lang="en-US" altLang="en-US"/>
          </a:p>
        </p:txBody>
      </p:sp>
      <p:sp>
        <p:nvSpPr>
          <p:cNvPr id="20485" name="AutoShape 5">
            <a:extLst>
              <a:ext uri="{FF2B5EF4-FFF2-40B4-BE49-F238E27FC236}">
                <a16:creationId xmlns:a16="http://schemas.microsoft.com/office/drawing/2014/main" id="{06075FD0-2FAF-6D58-27E4-EEE8493C5161}"/>
              </a:ext>
            </a:extLst>
          </p:cNvPr>
          <p:cNvSpPr>
            <a:spLocks/>
          </p:cNvSpPr>
          <p:nvPr/>
        </p:nvSpPr>
        <p:spPr bwMode="auto">
          <a:xfrm rot="10800000">
            <a:off x="4914900" y="977900"/>
            <a:ext cx="495300" cy="457200"/>
          </a:xfrm>
          <a:custGeom>
            <a:avLst/>
            <a:gdLst>
              <a:gd name="T0" fmla="*/ 2147483646 w 21600"/>
              <a:gd name="T1" fmla="*/ 2147483646 h 21600"/>
              <a:gd name="T2" fmla="*/ 2147483646 w 21600"/>
              <a:gd name="T3" fmla="*/ 2147483646 h 21600"/>
              <a:gd name="T4" fmla="*/ 0 w 21600"/>
              <a:gd name="T5" fmla="*/ 2147483646 h 21600"/>
              <a:gd name="T6" fmla="*/ 2147483646 w 21600"/>
              <a:gd name="T7" fmla="*/ 2147483646 h 21600"/>
              <a:gd name="T8" fmla="*/ 2147483646 w 21600"/>
              <a:gd name="T9" fmla="*/ 0 h 21600"/>
              <a:gd name="T10" fmla="*/ 2147483646 w 21600"/>
              <a:gd name="T11" fmla="*/ 2147483646 h 21600"/>
              <a:gd name="T12" fmla="*/ 2147483646 w 21600"/>
              <a:gd name="T13" fmla="*/ 2147483646 h 21600"/>
              <a:gd name="T14" fmla="*/ 2147483646 w 21600"/>
              <a:gd name="T15" fmla="*/ 2147483646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13734" y="65"/>
                </a:moveTo>
                <a:cubicBezTo>
                  <a:pt x="4547" y="550"/>
                  <a:pt x="111" y="6203"/>
                  <a:pt x="14" y="14130"/>
                </a:cubicBezTo>
                <a:cubicBezTo>
                  <a:pt x="9" y="16620"/>
                  <a:pt x="5" y="19110"/>
                  <a:pt x="0" y="21600"/>
                </a:cubicBezTo>
                <a:cubicBezTo>
                  <a:pt x="7200" y="21600"/>
                  <a:pt x="14400" y="21600"/>
                  <a:pt x="21600" y="21600"/>
                </a:cubicBezTo>
                <a:cubicBezTo>
                  <a:pt x="21600" y="14400"/>
                  <a:pt x="21600" y="7200"/>
                  <a:pt x="21600" y="0"/>
                </a:cubicBezTo>
                <a:cubicBezTo>
                  <a:pt x="18978" y="22"/>
                  <a:pt x="16356" y="43"/>
                  <a:pt x="13734" y="65"/>
                </a:cubicBezTo>
                <a:cubicBezTo>
                  <a:pt x="13734" y="65"/>
                  <a:pt x="13734" y="65"/>
                  <a:pt x="13734" y="65"/>
                </a:cubicBezTo>
                <a:cubicBezTo>
                  <a:pt x="13734" y="65"/>
                  <a:pt x="13734" y="65"/>
                  <a:pt x="13734" y="65"/>
                </a:cubicBezTo>
              </a:path>
            </a:pathLst>
          </a:custGeom>
          <a:solidFill>
            <a:srgbClr val="910000"/>
          </a:solidFill>
          <a:ln>
            <a:noFill/>
          </a:ln>
          <a:extLst>
            <a:ext uri="{91240B29-F687-4F45-9708-019B960494DF}">
              <a14:hiddenLine xmlns:a14="http://schemas.microsoft.com/office/drawing/2010/main" w="25400">
                <a:solidFill>
                  <a:schemeClr val="tx1"/>
                </a:solidFill>
                <a:miter lim="800000"/>
                <a:headEnd/>
                <a:tailEnd/>
              </a14:hiddenLine>
            </a:ext>
          </a:extLst>
        </p:spPr>
        <p:txBody>
          <a:bodyPr/>
          <a:lstStyle/>
          <a:p>
            <a:endParaRPr lang="en-US"/>
          </a:p>
        </p:txBody>
      </p:sp>
      <p:sp>
        <p:nvSpPr>
          <p:cNvPr id="20486" name="AutoShape 6">
            <a:extLst>
              <a:ext uri="{FF2B5EF4-FFF2-40B4-BE49-F238E27FC236}">
                <a16:creationId xmlns:a16="http://schemas.microsoft.com/office/drawing/2014/main" id="{5C7F96F2-F648-958F-8E67-172E250688DF}"/>
              </a:ext>
            </a:extLst>
          </p:cNvPr>
          <p:cNvSpPr>
            <a:spLocks/>
          </p:cNvSpPr>
          <p:nvPr/>
        </p:nvSpPr>
        <p:spPr bwMode="auto">
          <a:xfrm>
            <a:off x="330200" y="673100"/>
            <a:ext cx="495300" cy="457200"/>
          </a:xfrm>
          <a:custGeom>
            <a:avLst/>
            <a:gdLst>
              <a:gd name="T0" fmla="*/ 2147483646 w 21600"/>
              <a:gd name="T1" fmla="*/ 2147483646 h 21600"/>
              <a:gd name="T2" fmla="*/ 2147483646 w 21600"/>
              <a:gd name="T3" fmla="*/ 2147483646 h 21600"/>
              <a:gd name="T4" fmla="*/ 0 w 21600"/>
              <a:gd name="T5" fmla="*/ 2147483646 h 21600"/>
              <a:gd name="T6" fmla="*/ 2147483646 w 21600"/>
              <a:gd name="T7" fmla="*/ 2147483646 h 21600"/>
              <a:gd name="T8" fmla="*/ 2147483646 w 21600"/>
              <a:gd name="T9" fmla="*/ 0 h 21600"/>
              <a:gd name="T10" fmla="*/ 2147483646 w 21600"/>
              <a:gd name="T11" fmla="*/ 2147483646 h 21600"/>
              <a:gd name="T12" fmla="*/ 2147483646 w 21600"/>
              <a:gd name="T13" fmla="*/ 2147483646 h 21600"/>
              <a:gd name="T14" fmla="*/ 2147483646 w 21600"/>
              <a:gd name="T15" fmla="*/ 2147483646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13734" y="65"/>
                </a:moveTo>
                <a:cubicBezTo>
                  <a:pt x="4547" y="550"/>
                  <a:pt x="111" y="6203"/>
                  <a:pt x="14" y="14130"/>
                </a:cubicBezTo>
                <a:cubicBezTo>
                  <a:pt x="9" y="16620"/>
                  <a:pt x="5" y="19110"/>
                  <a:pt x="0" y="21600"/>
                </a:cubicBezTo>
                <a:cubicBezTo>
                  <a:pt x="7200" y="21600"/>
                  <a:pt x="14400" y="21600"/>
                  <a:pt x="21600" y="21600"/>
                </a:cubicBezTo>
                <a:cubicBezTo>
                  <a:pt x="21600" y="14400"/>
                  <a:pt x="21600" y="7200"/>
                  <a:pt x="21600" y="0"/>
                </a:cubicBezTo>
                <a:cubicBezTo>
                  <a:pt x="18978" y="22"/>
                  <a:pt x="16356" y="43"/>
                  <a:pt x="13734" y="65"/>
                </a:cubicBezTo>
                <a:cubicBezTo>
                  <a:pt x="13734" y="65"/>
                  <a:pt x="13734" y="65"/>
                  <a:pt x="13734" y="65"/>
                </a:cubicBezTo>
                <a:cubicBezTo>
                  <a:pt x="13734" y="65"/>
                  <a:pt x="13734" y="65"/>
                  <a:pt x="13734" y="65"/>
                </a:cubicBezTo>
              </a:path>
            </a:pathLst>
          </a:custGeom>
          <a:solidFill>
            <a:srgbClr val="910000"/>
          </a:solidFill>
          <a:ln>
            <a:noFill/>
          </a:ln>
          <a:extLst>
            <a:ext uri="{91240B29-F687-4F45-9708-019B960494DF}">
              <a14:hiddenLine xmlns:a14="http://schemas.microsoft.com/office/drawing/2010/main" w="25400">
                <a:solidFill>
                  <a:schemeClr val="tx1"/>
                </a:solidFill>
                <a:miter lim="800000"/>
                <a:headEnd/>
                <a:tailEnd/>
              </a14:hiddenLine>
            </a:ext>
          </a:extLst>
        </p:spPr>
        <p:txBody>
          <a:bodyPr/>
          <a:lstStyle/>
          <a:p>
            <a:endParaRPr lang="en-US"/>
          </a:p>
        </p:txBody>
      </p:sp>
      <p:sp>
        <p:nvSpPr>
          <p:cNvPr id="20487" name="Rectangle 7">
            <a:extLst>
              <a:ext uri="{FF2B5EF4-FFF2-40B4-BE49-F238E27FC236}">
                <a16:creationId xmlns:a16="http://schemas.microsoft.com/office/drawing/2014/main" id="{1D39C566-4665-927F-3989-9222E156F9F5}"/>
              </a:ext>
            </a:extLst>
          </p:cNvPr>
          <p:cNvSpPr>
            <a:spLocks/>
          </p:cNvSpPr>
          <p:nvPr/>
        </p:nvSpPr>
        <p:spPr bwMode="auto">
          <a:xfrm>
            <a:off x="330200" y="1117600"/>
            <a:ext cx="584200" cy="317500"/>
          </a:xfrm>
          <a:prstGeom prst="rect">
            <a:avLst/>
          </a:prstGeom>
          <a:solidFill>
            <a:srgbClr val="910000"/>
          </a:solidFill>
          <a:ln>
            <a:noFill/>
          </a:ln>
          <a:extLst>
            <a:ext uri="{91240B29-F687-4F45-9708-019B960494DF}">
              <a14:hiddenLine xmlns:a14="http://schemas.microsoft.com/office/drawing/2010/main" w="25400">
                <a:solidFill>
                  <a:schemeClr val="tx1"/>
                </a:solidFill>
                <a:miter lim="800000"/>
                <a:headEnd/>
                <a:tailEnd/>
              </a14:hiddenLine>
            </a:ext>
          </a:extLst>
        </p:spPr>
        <p:txBody>
          <a:bodyPr/>
          <a:lstStyle>
            <a:lvl1pPr>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algn="ctr" eaLnBrk="1" hangingPunct="1"/>
            <a:endParaRPr lang="en-US" altLang="en-US"/>
          </a:p>
        </p:txBody>
      </p:sp>
      <p:sp>
        <p:nvSpPr>
          <p:cNvPr id="20488" name="Rectangle 8">
            <a:extLst>
              <a:ext uri="{FF2B5EF4-FFF2-40B4-BE49-F238E27FC236}">
                <a16:creationId xmlns:a16="http://schemas.microsoft.com/office/drawing/2014/main" id="{58FA51DB-5CDA-D57F-00DC-DBD216EE4B93}"/>
              </a:ext>
            </a:extLst>
          </p:cNvPr>
          <p:cNvSpPr>
            <a:spLocks/>
          </p:cNvSpPr>
          <p:nvPr/>
        </p:nvSpPr>
        <p:spPr bwMode="auto">
          <a:xfrm>
            <a:off x="4826000" y="685800"/>
            <a:ext cx="584200" cy="330200"/>
          </a:xfrm>
          <a:prstGeom prst="rect">
            <a:avLst/>
          </a:prstGeom>
          <a:solidFill>
            <a:srgbClr val="910000"/>
          </a:solidFill>
          <a:ln>
            <a:noFill/>
          </a:ln>
          <a:extLst>
            <a:ext uri="{91240B29-F687-4F45-9708-019B960494DF}">
              <a14:hiddenLine xmlns:a14="http://schemas.microsoft.com/office/drawing/2010/main" w="25400">
                <a:solidFill>
                  <a:schemeClr val="tx1"/>
                </a:solidFill>
                <a:miter lim="800000"/>
                <a:headEnd/>
                <a:tailEnd/>
              </a14:hiddenLine>
            </a:ext>
          </a:extLst>
        </p:spPr>
        <p:txBody>
          <a:bodyPr/>
          <a:lstStyle>
            <a:lvl1pPr>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algn="ctr" eaLnBrk="1" hangingPunct="1"/>
            <a:endParaRPr lang="en-US" altLang="en-US"/>
          </a:p>
        </p:txBody>
      </p:sp>
      <p:sp>
        <p:nvSpPr>
          <p:cNvPr id="20489" name="Rectangle 9">
            <a:extLst>
              <a:ext uri="{FF2B5EF4-FFF2-40B4-BE49-F238E27FC236}">
                <a16:creationId xmlns:a16="http://schemas.microsoft.com/office/drawing/2014/main" id="{E7DB55D1-5DF2-3DA6-D546-9995A27960DA}"/>
              </a:ext>
            </a:extLst>
          </p:cNvPr>
          <p:cNvSpPr>
            <a:spLocks/>
          </p:cNvSpPr>
          <p:nvPr/>
        </p:nvSpPr>
        <p:spPr bwMode="auto">
          <a:xfrm>
            <a:off x="647700" y="698500"/>
            <a:ext cx="4356100" cy="698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50800" tIns="50800" rIns="50800" bIns="50800"/>
          <a:lstStyle>
            <a:lvl1pPr>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eaLnBrk="1" hangingPunct="1"/>
            <a:r>
              <a:rPr lang="en-US" altLang="en-US" sz="3600">
                <a:solidFill>
                  <a:srgbClr val="FFFFFF"/>
                </a:solidFill>
              </a:rPr>
              <a:t>Scrum in 100 words</a:t>
            </a:r>
          </a:p>
        </p:txBody>
      </p:sp>
    </p:spTree>
  </p:cSld>
  <p:clrMapOvr>
    <a:masterClrMapping/>
  </p:clrMapOvr>
  <p:transition spd="med">
    <p:cove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1">
            <a:extLst>
              <a:ext uri="{FF2B5EF4-FFF2-40B4-BE49-F238E27FC236}">
                <a16:creationId xmlns:a16="http://schemas.microsoft.com/office/drawing/2014/main" id="{DF0D8150-CE38-7355-13BB-C971D52F33CA}"/>
              </a:ext>
            </a:extLst>
          </p:cNvPr>
          <p:cNvSpPr>
            <a:spLocks noGrp="1" noChangeArrowheads="1"/>
          </p:cNvSpPr>
          <p:nvPr>
            <p:ph type="title"/>
          </p:nvPr>
        </p:nvSpPr>
        <p:spPr/>
        <p:txBody>
          <a:bodyPr/>
          <a:lstStyle/>
          <a:p>
            <a:pPr eaLnBrk="1" hangingPunct="1"/>
            <a:r>
              <a:rPr lang="en-US" altLang="en-US"/>
              <a:t>Characteristics</a:t>
            </a:r>
          </a:p>
        </p:txBody>
      </p:sp>
      <p:sp>
        <p:nvSpPr>
          <p:cNvPr id="2" name="Rectangle 2">
            <a:extLst>
              <a:ext uri="{FF2B5EF4-FFF2-40B4-BE49-F238E27FC236}">
                <a16:creationId xmlns:a16="http://schemas.microsoft.com/office/drawing/2014/main" id="{0C5BA8E2-6E5B-EFCA-D1BF-B5BF9DE42435}"/>
              </a:ext>
            </a:extLst>
          </p:cNvPr>
          <p:cNvSpPr>
            <a:spLocks noGrp="1" noChangeArrowheads="1"/>
          </p:cNvSpPr>
          <p:nvPr>
            <p:ph type="body" idx="1"/>
          </p:nvPr>
        </p:nvSpPr>
        <p:spPr/>
        <p:txBody>
          <a:bodyPr/>
          <a:lstStyle/>
          <a:p>
            <a:pPr marL="698500" eaLnBrk="1" hangingPunct="1">
              <a:lnSpc>
                <a:spcPct val="90000"/>
              </a:lnSpc>
              <a:buFont typeface="Lucida Grande" pitchFamily="1" charset="0"/>
              <a:buChar char="•"/>
              <a:defRPr/>
            </a:pPr>
            <a:r>
              <a:rPr lang="en-US" altLang="en-US" sz="2800" dirty="0">
                <a:sym typeface="Gill Sans" pitchFamily="1" charset="0"/>
              </a:rPr>
              <a:t>Self-organizing teams.</a:t>
            </a:r>
          </a:p>
          <a:p>
            <a:pPr marL="698500" eaLnBrk="1" hangingPunct="1">
              <a:lnSpc>
                <a:spcPct val="90000"/>
              </a:lnSpc>
              <a:spcBef>
                <a:spcPts val="1300"/>
              </a:spcBef>
              <a:buFont typeface="Lucida Grande" pitchFamily="1" charset="0"/>
              <a:buChar char="•"/>
              <a:defRPr/>
            </a:pPr>
            <a:r>
              <a:rPr lang="en-US" altLang="en-US" sz="2800" dirty="0">
                <a:sym typeface="Gill Sans" pitchFamily="1" charset="0"/>
              </a:rPr>
              <a:t>Product progresses in a series of two to four week </a:t>
            </a:r>
            <a:r>
              <a:rPr lang="ja-JP" altLang="en-US" sz="2800" dirty="0">
                <a:sym typeface="Gill Sans" pitchFamily="1" charset="0"/>
              </a:rPr>
              <a:t>“</a:t>
            </a:r>
            <a:r>
              <a:rPr lang="en-US" altLang="ja-JP" sz="2800" dirty="0">
                <a:sym typeface="Gill Sans" pitchFamily="1" charset="0"/>
              </a:rPr>
              <a:t>sprints</a:t>
            </a:r>
            <a:r>
              <a:rPr lang="ja-JP" altLang="en-US" sz="2800" dirty="0">
                <a:sym typeface="Gill Sans" pitchFamily="1" charset="0"/>
              </a:rPr>
              <a:t>”</a:t>
            </a:r>
            <a:r>
              <a:rPr lang="en-US" altLang="ja-JP" sz="2800" dirty="0">
                <a:sym typeface="Gill Sans" pitchFamily="1" charset="0"/>
              </a:rPr>
              <a:t>.</a:t>
            </a:r>
          </a:p>
          <a:p>
            <a:pPr marL="698500" eaLnBrk="1" hangingPunct="1">
              <a:lnSpc>
                <a:spcPct val="90000"/>
              </a:lnSpc>
              <a:spcBef>
                <a:spcPts val="1300"/>
              </a:spcBef>
              <a:buFont typeface="Lucida Grande" pitchFamily="1" charset="0"/>
              <a:buChar char="•"/>
              <a:defRPr/>
            </a:pPr>
            <a:r>
              <a:rPr lang="en-US" altLang="en-US" sz="2800" dirty="0">
                <a:sym typeface="Gill Sans" pitchFamily="1" charset="0"/>
              </a:rPr>
              <a:t>Requirements are captured as items in a list of </a:t>
            </a:r>
            <a:r>
              <a:rPr lang="ja-JP" altLang="en-US" sz="2800" dirty="0">
                <a:sym typeface="Gill Sans" pitchFamily="1" charset="0"/>
              </a:rPr>
              <a:t>“</a:t>
            </a:r>
            <a:r>
              <a:rPr lang="en-US" altLang="ja-JP" sz="2800" dirty="0">
                <a:sym typeface="Gill Sans" pitchFamily="1" charset="0"/>
              </a:rPr>
              <a:t>product backlog</a:t>
            </a:r>
            <a:r>
              <a:rPr lang="ja-JP" altLang="en-US" sz="2800" dirty="0">
                <a:sym typeface="Gill Sans" pitchFamily="1" charset="0"/>
              </a:rPr>
              <a:t>”</a:t>
            </a:r>
            <a:r>
              <a:rPr lang="en-US" altLang="ja-JP" sz="2800" dirty="0">
                <a:sym typeface="Gill Sans" pitchFamily="1" charset="0"/>
              </a:rPr>
              <a:t>.</a:t>
            </a:r>
          </a:p>
          <a:p>
            <a:pPr marL="698500" eaLnBrk="1" hangingPunct="1">
              <a:lnSpc>
                <a:spcPct val="90000"/>
              </a:lnSpc>
              <a:spcBef>
                <a:spcPts val="1300"/>
              </a:spcBef>
              <a:buFont typeface="Lucida Grande" pitchFamily="1" charset="0"/>
              <a:buChar char="•"/>
              <a:defRPr/>
            </a:pPr>
            <a:r>
              <a:rPr lang="en-US" altLang="en-US" sz="2800" dirty="0">
                <a:sym typeface="Gill Sans" pitchFamily="1" charset="0"/>
              </a:rPr>
              <a:t>No specific engineering practices prescribed.</a:t>
            </a:r>
          </a:p>
          <a:p>
            <a:pPr marL="698500" eaLnBrk="1" hangingPunct="1">
              <a:lnSpc>
                <a:spcPct val="90000"/>
              </a:lnSpc>
              <a:spcBef>
                <a:spcPts val="1300"/>
              </a:spcBef>
              <a:buFont typeface="Lucida Grande" pitchFamily="1" charset="0"/>
              <a:buChar char="•"/>
              <a:defRPr/>
            </a:pPr>
            <a:r>
              <a:rPr lang="en-US" altLang="en-US" sz="2800" dirty="0">
                <a:sym typeface="Gill Sans" pitchFamily="1" charset="0"/>
              </a:rPr>
              <a:t>Uses </a:t>
            </a:r>
            <a:r>
              <a:rPr lang="en-US" altLang="en-US" sz="2800" i="1" dirty="0">
                <a:sym typeface="Gill Sans" pitchFamily="1" charset="0"/>
              </a:rPr>
              <a:t>generative rules</a:t>
            </a:r>
            <a:r>
              <a:rPr lang="en-US" altLang="en-US" sz="2800" dirty="0">
                <a:sym typeface="Gill Sans" pitchFamily="1" charset="0"/>
              </a:rPr>
              <a:t>* to create an agile environment for delivering projects.</a:t>
            </a:r>
            <a:br>
              <a:rPr lang="en-US" altLang="en-US" sz="2800" dirty="0">
                <a:sym typeface="Gill Sans" pitchFamily="1" charset="0"/>
              </a:rPr>
            </a:br>
            <a:r>
              <a:rPr lang="en-US" altLang="ja-JP" sz="2000" dirty="0">
                <a:sym typeface="Gill Sans" pitchFamily="1" charset="0"/>
              </a:rPr>
              <a:t>* A set of principles that you apply to all situations to generate appropriate practices for each situation.</a:t>
            </a:r>
            <a:endParaRPr lang="en-US" altLang="en-US" sz="2000" dirty="0">
              <a:sym typeface="Gill Sans" pitchFamily="1" charset="0"/>
            </a:endParaRPr>
          </a:p>
          <a:p>
            <a:pPr marL="698500" eaLnBrk="1" hangingPunct="1">
              <a:lnSpc>
                <a:spcPct val="90000"/>
              </a:lnSpc>
              <a:spcBef>
                <a:spcPts val="1300"/>
              </a:spcBef>
              <a:buFont typeface="Lucida Grande" pitchFamily="1" charset="0"/>
              <a:buChar char="•"/>
              <a:defRPr/>
            </a:pPr>
            <a:r>
              <a:rPr lang="en-US" altLang="en-US" sz="2800" dirty="0">
                <a:sym typeface="Gill Sans" pitchFamily="1" charset="0"/>
              </a:rPr>
              <a:t>One of the </a:t>
            </a:r>
            <a:r>
              <a:rPr lang="ja-JP" altLang="en-US" sz="2800" dirty="0">
                <a:sym typeface="Gill Sans" pitchFamily="1" charset="0"/>
              </a:rPr>
              <a:t>“</a:t>
            </a:r>
            <a:r>
              <a:rPr lang="en-US" altLang="ja-JP" sz="2800" dirty="0">
                <a:sym typeface="Gill Sans" pitchFamily="1" charset="0"/>
              </a:rPr>
              <a:t>agile processes</a:t>
            </a:r>
            <a:r>
              <a:rPr lang="ja-JP" altLang="en-US" sz="2800" dirty="0">
                <a:sym typeface="Gill Sans" pitchFamily="1" charset="0"/>
              </a:rPr>
              <a:t>”</a:t>
            </a:r>
            <a:endParaRPr lang="en-US" altLang="ja-JP" sz="2800" dirty="0">
              <a:sym typeface="Gill Sans" pitchFamily="1" charset="0"/>
            </a:endParaRPr>
          </a:p>
          <a:p>
            <a:pPr marL="254000" indent="0" eaLnBrk="1" hangingPunct="1">
              <a:lnSpc>
                <a:spcPct val="90000"/>
              </a:lnSpc>
              <a:spcBef>
                <a:spcPts val="1300"/>
              </a:spcBef>
              <a:buFont typeface="Lucida Grande" pitchFamily="1" charset="0"/>
              <a:buNone/>
              <a:defRPr/>
            </a:pPr>
            <a:endParaRPr lang="en-US" altLang="en-US" sz="2800" dirty="0">
              <a:sym typeface="Gill Sans" pitchFamily="1" charset="0"/>
            </a:endParaRPr>
          </a:p>
        </p:txBody>
      </p:sp>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1">
            <a:extLst>
              <a:ext uri="{FF2B5EF4-FFF2-40B4-BE49-F238E27FC236}">
                <a16:creationId xmlns:a16="http://schemas.microsoft.com/office/drawing/2014/main" id="{E8440281-53F7-7070-6817-B98361F6E3FE}"/>
              </a:ext>
            </a:extLst>
          </p:cNvPr>
          <p:cNvSpPr>
            <a:spLocks noGrp="1" noChangeArrowheads="1"/>
          </p:cNvSpPr>
          <p:nvPr>
            <p:ph type="title"/>
          </p:nvPr>
        </p:nvSpPr>
        <p:spPr/>
        <p:txBody>
          <a:bodyPr/>
          <a:lstStyle/>
          <a:p>
            <a:pPr eaLnBrk="1" hangingPunct="1"/>
            <a:r>
              <a:rPr lang="en-US" altLang="en-US"/>
              <a:t>Putting it all together</a:t>
            </a:r>
          </a:p>
        </p:txBody>
      </p:sp>
      <p:pic>
        <p:nvPicPr>
          <p:cNvPr id="24579" name="Picture 2">
            <a:extLst>
              <a:ext uri="{FF2B5EF4-FFF2-40B4-BE49-F238E27FC236}">
                <a16:creationId xmlns:a16="http://schemas.microsoft.com/office/drawing/2014/main" id="{EED138BD-E53E-8E5A-EA07-3E6EE515039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5100" y="1593850"/>
            <a:ext cx="9804400" cy="455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4580" name="Rectangle 3">
            <a:extLst>
              <a:ext uri="{FF2B5EF4-FFF2-40B4-BE49-F238E27FC236}">
                <a16:creationId xmlns:a16="http://schemas.microsoft.com/office/drawing/2014/main" id="{8AD10F29-C3E6-B790-78E2-1F9B70097F02}"/>
              </a:ext>
            </a:extLst>
          </p:cNvPr>
          <p:cNvSpPr>
            <a:spLocks/>
          </p:cNvSpPr>
          <p:nvPr/>
        </p:nvSpPr>
        <p:spPr bwMode="auto">
          <a:xfrm>
            <a:off x="1546225" y="6134100"/>
            <a:ext cx="67437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nchor="ctr"/>
          <a:lstStyle>
            <a:lvl1pPr>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algn="ctr" eaLnBrk="1" hangingPunct="1"/>
            <a:r>
              <a:rPr lang="en-US" altLang="en-US" sz="2000">
                <a:solidFill>
                  <a:schemeClr val="tx1"/>
                </a:solidFill>
              </a:rPr>
              <a:t>Image available at www.mountaingoatsoftware.com/scrum</a:t>
            </a:r>
          </a:p>
        </p:txBody>
      </p:sp>
    </p:spTree>
  </p:cSld>
  <p:clrMapOvr>
    <a:masterClrMapping/>
  </p:clrMapOvr>
  <p:transition spd="med">
    <p:dissolv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1">
            <a:extLst>
              <a:ext uri="{FF2B5EF4-FFF2-40B4-BE49-F238E27FC236}">
                <a16:creationId xmlns:a16="http://schemas.microsoft.com/office/drawing/2014/main" id="{E17B154C-B1E4-BFAF-52D1-6834EF088022}"/>
              </a:ext>
            </a:extLst>
          </p:cNvPr>
          <p:cNvSpPr>
            <a:spLocks noGrp="1" noChangeArrowheads="1"/>
          </p:cNvSpPr>
          <p:nvPr>
            <p:ph type="title"/>
          </p:nvPr>
        </p:nvSpPr>
        <p:spPr/>
        <p:txBody>
          <a:bodyPr/>
          <a:lstStyle/>
          <a:p>
            <a:r>
              <a:rPr lang="en-US" altLang="en-US"/>
              <a:t>Sprints</a:t>
            </a:r>
          </a:p>
        </p:txBody>
      </p:sp>
      <p:sp>
        <p:nvSpPr>
          <p:cNvPr id="26627" name="Rectangle 2">
            <a:extLst>
              <a:ext uri="{FF2B5EF4-FFF2-40B4-BE49-F238E27FC236}">
                <a16:creationId xmlns:a16="http://schemas.microsoft.com/office/drawing/2014/main" id="{3006767A-1103-D244-0707-6D713B54EC8C}"/>
              </a:ext>
            </a:extLst>
          </p:cNvPr>
          <p:cNvSpPr>
            <a:spLocks noGrp="1" noChangeArrowheads="1"/>
          </p:cNvSpPr>
          <p:nvPr>
            <p:ph type="body" idx="1"/>
          </p:nvPr>
        </p:nvSpPr>
        <p:spPr/>
        <p:txBody>
          <a:bodyPr/>
          <a:lstStyle/>
          <a:p>
            <a:r>
              <a:rPr lang="en-US" altLang="en-US" sz="3200"/>
              <a:t>Scrum projects make progress in a series of </a:t>
            </a:r>
            <a:r>
              <a:rPr lang="ja-JP" altLang="en-US" sz="3200"/>
              <a:t>“</a:t>
            </a:r>
            <a:r>
              <a:rPr lang="en-US" altLang="ja-JP" sz="3200"/>
              <a:t>sprints</a:t>
            </a:r>
            <a:r>
              <a:rPr lang="ja-JP" altLang="en-US" sz="3200"/>
              <a:t>”</a:t>
            </a:r>
            <a:endParaRPr lang="en-US" altLang="ja-JP" sz="3200"/>
          </a:p>
          <a:p>
            <a:r>
              <a:rPr lang="en-US" altLang="en-US" sz="3200"/>
              <a:t>Typical duration is 2–4 weeks or a calendar month at most</a:t>
            </a:r>
          </a:p>
          <a:p>
            <a:r>
              <a:rPr lang="en-US" altLang="en-US" sz="3200"/>
              <a:t>A consistent duration leads to a better rhythm</a:t>
            </a:r>
          </a:p>
          <a:p>
            <a:r>
              <a:rPr lang="en-US" altLang="en-US" sz="3200"/>
              <a:t>Product is designed, coded, and tested during each sprint</a:t>
            </a:r>
          </a:p>
          <a:p>
            <a:endParaRPr lang="en-US" altLang="en-US"/>
          </a:p>
        </p:txBody>
      </p:sp>
    </p:spTree>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1">
            <a:extLst>
              <a:ext uri="{FF2B5EF4-FFF2-40B4-BE49-F238E27FC236}">
                <a16:creationId xmlns:a16="http://schemas.microsoft.com/office/drawing/2014/main" id="{B36354B2-27DD-425B-2BA8-B04D53D54BB8}"/>
              </a:ext>
            </a:extLst>
          </p:cNvPr>
          <p:cNvSpPr>
            <a:spLocks noGrp="1" noChangeArrowheads="1"/>
          </p:cNvSpPr>
          <p:nvPr>
            <p:ph type="title"/>
          </p:nvPr>
        </p:nvSpPr>
        <p:spPr>
          <a:xfrm>
            <a:off x="342900" y="0"/>
            <a:ext cx="9461500" cy="1752600"/>
          </a:xfrm>
        </p:spPr>
        <p:txBody>
          <a:bodyPr anchor="t"/>
          <a:lstStyle/>
          <a:p>
            <a:pPr eaLnBrk="1" hangingPunct="1">
              <a:lnSpc>
                <a:spcPct val="70000"/>
              </a:lnSpc>
            </a:pPr>
            <a:r>
              <a:rPr lang="en-US" altLang="en-US"/>
              <a:t>Sequential vs. overlapping development</a:t>
            </a:r>
          </a:p>
        </p:txBody>
      </p:sp>
      <p:pic>
        <p:nvPicPr>
          <p:cNvPr id="28675" name="Picture 2">
            <a:extLst>
              <a:ext uri="{FF2B5EF4-FFF2-40B4-BE49-F238E27FC236}">
                <a16:creationId xmlns:a16="http://schemas.microsoft.com/office/drawing/2014/main" id="{A842442F-235B-7AA4-D578-8CBBD9F91DD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44700" y="5499100"/>
            <a:ext cx="6254750" cy="996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8676" name="Line 3">
            <a:extLst>
              <a:ext uri="{FF2B5EF4-FFF2-40B4-BE49-F238E27FC236}">
                <a16:creationId xmlns:a16="http://schemas.microsoft.com/office/drawing/2014/main" id="{A545DDA3-2A4F-4EA5-4BCB-9185E5F13E51}"/>
              </a:ext>
            </a:extLst>
          </p:cNvPr>
          <p:cNvSpPr>
            <a:spLocks noChangeShapeType="1"/>
          </p:cNvSpPr>
          <p:nvPr/>
        </p:nvSpPr>
        <p:spPr bwMode="auto">
          <a:xfrm>
            <a:off x="1524000" y="2857500"/>
            <a:ext cx="7315200" cy="0"/>
          </a:xfrm>
          <a:prstGeom prst="line">
            <a:avLst/>
          </a:prstGeom>
          <a:noFill/>
          <a:ln w="635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677" name="Line 4">
            <a:extLst>
              <a:ext uri="{FF2B5EF4-FFF2-40B4-BE49-F238E27FC236}">
                <a16:creationId xmlns:a16="http://schemas.microsoft.com/office/drawing/2014/main" id="{A0C05C05-C047-137B-2D52-501A541E8932}"/>
              </a:ext>
            </a:extLst>
          </p:cNvPr>
          <p:cNvSpPr>
            <a:spLocks noChangeShapeType="1"/>
          </p:cNvSpPr>
          <p:nvPr/>
        </p:nvSpPr>
        <p:spPr bwMode="auto">
          <a:xfrm>
            <a:off x="1549400" y="6438900"/>
            <a:ext cx="7315200" cy="0"/>
          </a:xfrm>
          <a:prstGeom prst="line">
            <a:avLst/>
          </a:prstGeom>
          <a:noFill/>
          <a:ln w="635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678" name="Rectangle 5">
            <a:extLst>
              <a:ext uri="{FF2B5EF4-FFF2-40B4-BE49-F238E27FC236}">
                <a16:creationId xmlns:a16="http://schemas.microsoft.com/office/drawing/2014/main" id="{3DEAC5CF-07BD-8A2C-DC7A-AE68CC29D225}"/>
              </a:ext>
            </a:extLst>
          </p:cNvPr>
          <p:cNvSpPr>
            <a:spLocks/>
          </p:cNvSpPr>
          <p:nvPr/>
        </p:nvSpPr>
        <p:spPr bwMode="auto">
          <a:xfrm>
            <a:off x="954088" y="6788150"/>
            <a:ext cx="5041900"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nchor="ctr"/>
          <a:lstStyle>
            <a:lvl1pPr>
              <a:spcBef>
                <a:spcPts val="1800"/>
              </a:spcBef>
              <a:buClr>
                <a:srgbClr val="5F7BAE"/>
              </a:buClr>
              <a:buSzPct val="150000"/>
              <a:buFont typeface="Lucida Grande" panose="020B0600040502020204" pitchFamily="34" charset="0"/>
              <a:buChar char="•"/>
              <a:defRPr sz="36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spcBef>
                <a:spcPts val="1800"/>
              </a:spcBef>
              <a:buSzPct val="150000"/>
              <a:buFont typeface="Lucida Grande" panose="020B0600040502020204" pitchFamily="34" charset="0"/>
              <a:buChar char="•"/>
              <a:defRPr sz="32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spcBef>
                <a:spcPts val="1800"/>
              </a:spcBef>
              <a:buSzPct val="150000"/>
              <a:buFont typeface="Lucida Grande" panose="020B0600040502020204" pitchFamily="34" charset="0"/>
              <a:buChar char="•"/>
              <a:defRPr sz="28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spcBef>
                <a:spcPts val="1800"/>
              </a:spcBef>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spcBef>
                <a:spcPts val="1800"/>
              </a:spcBef>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eaLnBrk="1" hangingPunct="1">
              <a:spcBef>
                <a:spcPct val="0"/>
              </a:spcBef>
              <a:buClrTx/>
              <a:buSzTx/>
              <a:buFontTx/>
              <a:buNone/>
            </a:pPr>
            <a:r>
              <a:rPr lang="en-US" altLang="en-US" sz="1400"/>
              <a:t>Source: </a:t>
            </a:r>
            <a:r>
              <a:rPr lang="ja-JP" altLang="en-US" sz="1400"/>
              <a:t>“</a:t>
            </a:r>
            <a:r>
              <a:rPr lang="en-US" altLang="ja-JP" sz="1400"/>
              <a:t>The New New Product Development Game</a:t>
            </a:r>
            <a:r>
              <a:rPr lang="ja-JP" altLang="en-US" sz="1400"/>
              <a:t>”</a:t>
            </a:r>
            <a:r>
              <a:rPr lang="en-US" altLang="ja-JP" sz="1400"/>
              <a:t> by Takeuchi and Nonaka. </a:t>
            </a:r>
            <a:r>
              <a:rPr lang="en-US" altLang="ja-JP" sz="1400" i="1"/>
              <a:t>Harvard Business Review,</a:t>
            </a:r>
            <a:r>
              <a:rPr lang="en-US" altLang="ja-JP" sz="1400"/>
              <a:t> January 1986.</a:t>
            </a:r>
            <a:endParaRPr lang="en-US" altLang="en-US" sz="1400"/>
          </a:p>
        </p:txBody>
      </p:sp>
      <p:sp>
        <p:nvSpPr>
          <p:cNvPr id="19462" name="AutoShape 6">
            <a:extLst>
              <a:ext uri="{FF2B5EF4-FFF2-40B4-BE49-F238E27FC236}">
                <a16:creationId xmlns:a16="http://schemas.microsoft.com/office/drawing/2014/main" id="{30922677-B1EF-8CCB-0520-584C77AE21B8}"/>
              </a:ext>
            </a:extLst>
          </p:cNvPr>
          <p:cNvSpPr>
            <a:spLocks/>
          </p:cNvSpPr>
          <p:nvPr/>
        </p:nvSpPr>
        <p:spPr bwMode="auto">
          <a:xfrm>
            <a:off x="1295400" y="3162300"/>
            <a:ext cx="4140200" cy="1231900"/>
          </a:xfrm>
          <a:prstGeom prst="roundRect">
            <a:avLst>
              <a:gd name="adj" fmla="val 24741"/>
            </a:avLst>
          </a:prstGeom>
          <a:blipFill dpi="0" rotWithShape="0">
            <a:blip r:embed="rId4"/>
            <a:srcRect/>
            <a:tile tx="0" ty="0" sx="100000" sy="100000" flip="none" algn="tl"/>
          </a:blipFill>
          <a:ln w="25400">
            <a:solidFill>
              <a:srgbClr val="003C83"/>
            </a:solidFill>
            <a:round/>
            <a:headEnd/>
            <a:tailEnd/>
          </a:ln>
          <a:effectLst>
            <a:outerShdw blurRad="114300" dist="63500" dir="2700000" algn="ctr" rotWithShape="0">
              <a:schemeClr val="bg2">
                <a:alpha val="29999"/>
              </a:schemeClr>
            </a:outerShdw>
          </a:effectLst>
        </p:spPr>
        <p:txBody>
          <a:bodyPr/>
          <a:lstStyle/>
          <a:p>
            <a:pPr algn="ctr" eaLnBrk="1" hangingPunct="1">
              <a:defRPr/>
            </a:pPr>
            <a:endParaRPr lang="en-US">
              <a:latin typeface="Gill Sans" pitchFamily="80" charset="0"/>
              <a:ea typeface="ヒラギノ角ゴ Pro W3" pitchFamily="80" charset="-128"/>
              <a:sym typeface="Gill Sans" pitchFamily="80" charset="0"/>
            </a:endParaRPr>
          </a:p>
        </p:txBody>
      </p:sp>
      <p:sp>
        <p:nvSpPr>
          <p:cNvPr id="19463" name="AutoShape 7">
            <a:extLst>
              <a:ext uri="{FF2B5EF4-FFF2-40B4-BE49-F238E27FC236}">
                <a16:creationId xmlns:a16="http://schemas.microsoft.com/office/drawing/2014/main" id="{76D7B46E-5BB4-FD39-B101-5C248B83BE2F}"/>
              </a:ext>
            </a:extLst>
          </p:cNvPr>
          <p:cNvSpPr>
            <a:spLocks/>
          </p:cNvSpPr>
          <p:nvPr/>
        </p:nvSpPr>
        <p:spPr bwMode="auto">
          <a:xfrm>
            <a:off x="5003800" y="4076700"/>
            <a:ext cx="4140200" cy="1231900"/>
          </a:xfrm>
          <a:prstGeom prst="roundRect">
            <a:avLst>
              <a:gd name="adj" fmla="val 24741"/>
            </a:avLst>
          </a:prstGeom>
          <a:blipFill dpi="0" rotWithShape="0">
            <a:blip r:embed="rId5"/>
            <a:srcRect/>
            <a:tile tx="0" ty="0" sx="100000" sy="100000" flip="none" algn="tl"/>
          </a:blipFill>
          <a:ln w="25400">
            <a:solidFill>
              <a:srgbClr val="00531C"/>
            </a:solidFill>
            <a:round/>
            <a:headEnd/>
            <a:tailEnd/>
          </a:ln>
          <a:effectLst>
            <a:outerShdw blurRad="114300" dist="63500" dir="2700000" algn="ctr" rotWithShape="0">
              <a:schemeClr val="bg2">
                <a:alpha val="29999"/>
              </a:schemeClr>
            </a:outerShdw>
          </a:effectLst>
        </p:spPr>
        <p:txBody>
          <a:bodyPr/>
          <a:lstStyle/>
          <a:p>
            <a:pPr algn="ctr" eaLnBrk="1" hangingPunct="1">
              <a:defRPr/>
            </a:pPr>
            <a:endParaRPr lang="en-US">
              <a:latin typeface="Gill Sans" pitchFamily="80" charset="0"/>
              <a:ea typeface="ヒラギノ角ゴ Pro W3" pitchFamily="80" charset="-128"/>
              <a:sym typeface="Gill Sans" pitchFamily="80" charset="0"/>
            </a:endParaRPr>
          </a:p>
        </p:txBody>
      </p:sp>
      <p:sp>
        <p:nvSpPr>
          <p:cNvPr id="28681" name="Rectangle 8">
            <a:extLst>
              <a:ext uri="{FF2B5EF4-FFF2-40B4-BE49-F238E27FC236}">
                <a16:creationId xmlns:a16="http://schemas.microsoft.com/office/drawing/2014/main" id="{AE4A4CE8-4455-9C1C-50A0-551BBE1F5AF7}"/>
              </a:ext>
            </a:extLst>
          </p:cNvPr>
          <p:cNvSpPr>
            <a:spLocks/>
          </p:cNvSpPr>
          <p:nvPr/>
        </p:nvSpPr>
        <p:spPr bwMode="auto">
          <a:xfrm>
            <a:off x="1422400" y="3289300"/>
            <a:ext cx="38735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50800" tIns="50800" rIns="50800" bIns="50800"/>
          <a:lstStyle>
            <a:lvl1pPr>
              <a:spcBef>
                <a:spcPts val="1800"/>
              </a:spcBef>
              <a:buClr>
                <a:srgbClr val="5F7BAE"/>
              </a:buClr>
              <a:buSzPct val="150000"/>
              <a:buFont typeface="Lucida Grande" panose="020B0600040502020204" pitchFamily="34" charset="0"/>
              <a:buChar char="•"/>
              <a:tabLst>
                <a:tab pos="1066800" algn="l"/>
              </a:tabLst>
              <a:defRPr sz="36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spcBef>
                <a:spcPts val="1800"/>
              </a:spcBef>
              <a:buSzPct val="150000"/>
              <a:buFont typeface="Lucida Grande" panose="020B0600040502020204" pitchFamily="34" charset="0"/>
              <a:buChar char="•"/>
              <a:tabLst>
                <a:tab pos="1066800" algn="l"/>
              </a:tabLst>
              <a:defRPr sz="32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spcBef>
                <a:spcPts val="1800"/>
              </a:spcBef>
              <a:buSzPct val="150000"/>
              <a:buFont typeface="Lucida Grande" panose="020B0600040502020204" pitchFamily="34" charset="0"/>
              <a:buChar char="•"/>
              <a:tabLst>
                <a:tab pos="1066800" algn="l"/>
              </a:tabLst>
              <a:defRPr sz="28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spcBef>
                <a:spcPts val="1800"/>
              </a:spcBef>
              <a:buSzPct val="150000"/>
              <a:buFont typeface="Lucida Grande" panose="020B0600040502020204" pitchFamily="34" charset="0"/>
              <a:buChar char="•"/>
              <a:tabLst>
                <a:tab pos="1066800" algn="l"/>
              </a:tabLst>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spcBef>
                <a:spcPts val="1800"/>
              </a:spcBef>
              <a:buSzPct val="150000"/>
              <a:buFont typeface="Lucida Grande" panose="020B0600040502020204" pitchFamily="34" charset="0"/>
              <a:buChar char="•"/>
              <a:tabLst>
                <a:tab pos="1066800" algn="l"/>
              </a:tabLst>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ts val="1800"/>
              </a:spcBef>
              <a:spcAft>
                <a:spcPct val="0"/>
              </a:spcAft>
              <a:buSzPct val="150000"/>
              <a:buFont typeface="Lucida Grande" panose="020B0600040502020204" pitchFamily="34" charset="0"/>
              <a:buChar char="•"/>
              <a:tabLst>
                <a:tab pos="1066800" algn="l"/>
              </a:tabLst>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ts val="1800"/>
              </a:spcBef>
              <a:spcAft>
                <a:spcPct val="0"/>
              </a:spcAft>
              <a:buSzPct val="150000"/>
              <a:buFont typeface="Lucida Grande" panose="020B0600040502020204" pitchFamily="34" charset="0"/>
              <a:buChar char="•"/>
              <a:tabLst>
                <a:tab pos="1066800" algn="l"/>
              </a:tabLst>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ts val="1800"/>
              </a:spcBef>
              <a:spcAft>
                <a:spcPct val="0"/>
              </a:spcAft>
              <a:buSzPct val="150000"/>
              <a:buFont typeface="Lucida Grande" panose="020B0600040502020204" pitchFamily="34" charset="0"/>
              <a:buChar char="•"/>
              <a:tabLst>
                <a:tab pos="1066800" algn="l"/>
              </a:tabLst>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ts val="1800"/>
              </a:spcBef>
              <a:spcAft>
                <a:spcPct val="0"/>
              </a:spcAft>
              <a:buSzPct val="150000"/>
              <a:buFont typeface="Lucida Grande" panose="020B0600040502020204" pitchFamily="34" charset="0"/>
              <a:buChar char="•"/>
              <a:tabLst>
                <a:tab pos="1066800" algn="l"/>
              </a:tabLst>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eaLnBrk="1" hangingPunct="1">
              <a:spcBef>
                <a:spcPct val="0"/>
              </a:spcBef>
              <a:buClrTx/>
              <a:buSzTx/>
              <a:buFontTx/>
              <a:buNone/>
            </a:pPr>
            <a:r>
              <a:rPr lang="en-US" altLang="en-US" sz="3000">
                <a:solidFill>
                  <a:srgbClr val="FFFFFF"/>
                </a:solidFill>
              </a:rPr>
              <a:t>Rather than doing all of one thing at a time...</a:t>
            </a:r>
          </a:p>
        </p:txBody>
      </p:sp>
      <p:sp>
        <p:nvSpPr>
          <p:cNvPr id="28682" name="Rectangle 9">
            <a:extLst>
              <a:ext uri="{FF2B5EF4-FFF2-40B4-BE49-F238E27FC236}">
                <a16:creationId xmlns:a16="http://schemas.microsoft.com/office/drawing/2014/main" id="{D11F50FB-F554-EBC0-B0C3-2DAB64E49E7D}"/>
              </a:ext>
            </a:extLst>
          </p:cNvPr>
          <p:cNvSpPr>
            <a:spLocks/>
          </p:cNvSpPr>
          <p:nvPr/>
        </p:nvSpPr>
        <p:spPr bwMode="auto">
          <a:xfrm>
            <a:off x="5054600" y="4203700"/>
            <a:ext cx="40259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50800" tIns="50800" rIns="50800" bIns="50800"/>
          <a:lstStyle>
            <a:lvl1pPr>
              <a:spcBef>
                <a:spcPts val="1800"/>
              </a:spcBef>
              <a:buClr>
                <a:srgbClr val="5F7BAE"/>
              </a:buClr>
              <a:buSzPct val="150000"/>
              <a:buFont typeface="Lucida Grande" panose="020B0600040502020204" pitchFamily="34" charset="0"/>
              <a:buChar char="•"/>
              <a:tabLst>
                <a:tab pos="1066800" algn="l"/>
              </a:tabLst>
              <a:defRPr sz="36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spcBef>
                <a:spcPts val="1800"/>
              </a:spcBef>
              <a:buSzPct val="150000"/>
              <a:buFont typeface="Lucida Grande" panose="020B0600040502020204" pitchFamily="34" charset="0"/>
              <a:buChar char="•"/>
              <a:tabLst>
                <a:tab pos="1066800" algn="l"/>
              </a:tabLst>
              <a:defRPr sz="32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spcBef>
                <a:spcPts val="1800"/>
              </a:spcBef>
              <a:buSzPct val="150000"/>
              <a:buFont typeface="Lucida Grande" panose="020B0600040502020204" pitchFamily="34" charset="0"/>
              <a:buChar char="•"/>
              <a:tabLst>
                <a:tab pos="1066800" algn="l"/>
              </a:tabLst>
              <a:defRPr sz="28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spcBef>
                <a:spcPts val="1800"/>
              </a:spcBef>
              <a:buSzPct val="150000"/>
              <a:buFont typeface="Lucida Grande" panose="020B0600040502020204" pitchFamily="34" charset="0"/>
              <a:buChar char="•"/>
              <a:tabLst>
                <a:tab pos="1066800" algn="l"/>
              </a:tabLst>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spcBef>
                <a:spcPts val="1800"/>
              </a:spcBef>
              <a:buSzPct val="150000"/>
              <a:buFont typeface="Lucida Grande" panose="020B0600040502020204" pitchFamily="34" charset="0"/>
              <a:buChar char="•"/>
              <a:tabLst>
                <a:tab pos="1066800" algn="l"/>
              </a:tabLst>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ts val="1800"/>
              </a:spcBef>
              <a:spcAft>
                <a:spcPct val="0"/>
              </a:spcAft>
              <a:buSzPct val="150000"/>
              <a:buFont typeface="Lucida Grande" panose="020B0600040502020204" pitchFamily="34" charset="0"/>
              <a:buChar char="•"/>
              <a:tabLst>
                <a:tab pos="1066800" algn="l"/>
              </a:tabLst>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ts val="1800"/>
              </a:spcBef>
              <a:spcAft>
                <a:spcPct val="0"/>
              </a:spcAft>
              <a:buSzPct val="150000"/>
              <a:buFont typeface="Lucida Grande" panose="020B0600040502020204" pitchFamily="34" charset="0"/>
              <a:buChar char="•"/>
              <a:tabLst>
                <a:tab pos="1066800" algn="l"/>
              </a:tabLst>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ts val="1800"/>
              </a:spcBef>
              <a:spcAft>
                <a:spcPct val="0"/>
              </a:spcAft>
              <a:buSzPct val="150000"/>
              <a:buFont typeface="Lucida Grande" panose="020B0600040502020204" pitchFamily="34" charset="0"/>
              <a:buChar char="•"/>
              <a:tabLst>
                <a:tab pos="1066800" algn="l"/>
              </a:tabLst>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ts val="1800"/>
              </a:spcBef>
              <a:spcAft>
                <a:spcPct val="0"/>
              </a:spcAft>
              <a:buSzPct val="150000"/>
              <a:buFont typeface="Lucida Grande" panose="020B0600040502020204" pitchFamily="34" charset="0"/>
              <a:buChar char="•"/>
              <a:tabLst>
                <a:tab pos="1066800" algn="l"/>
              </a:tabLst>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eaLnBrk="1" hangingPunct="1">
              <a:spcBef>
                <a:spcPct val="0"/>
              </a:spcBef>
              <a:buClrTx/>
              <a:buSzTx/>
              <a:buFontTx/>
              <a:buNone/>
            </a:pPr>
            <a:r>
              <a:rPr lang="en-US" altLang="en-US" sz="3000">
                <a:solidFill>
                  <a:srgbClr val="FFFFFF"/>
                </a:solidFill>
              </a:rPr>
              <a:t>...Scrum teams do a little of everything all the time</a:t>
            </a:r>
          </a:p>
        </p:txBody>
      </p:sp>
      <p:sp>
        <p:nvSpPr>
          <p:cNvPr id="28683" name="Rectangle 10">
            <a:extLst>
              <a:ext uri="{FF2B5EF4-FFF2-40B4-BE49-F238E27FC236}">
                <a16:creationId xmlns:a16="http://schemas.microsoft.com/office/drawing/2014/main" id="{AF24FB94-0E69-9E47-EFED-EC8664CC2B28}"/>
              </a:ext>
            </a:extLst>
          </p:cNvPr>
          <p:cNvSpPr>
            <a:spLocks/>
          </p:cNvSpPr>
          <p:nvPr/>
        </p:nvSpPr>
        <p:spPr bwMode="auto">
          <a:xfrm>
            <a:off x="736600" y="1955800"/>
            <a:ext cx="1968500" cy="596900"/>
          </a:xfrm>
          <a:prstGeom prst="rect">
            <a:avLst/>
          </a:prstGeom>
          <a:solidFill>
            <a:schemeClr val="accent1"/>
          </a:solidFill>
          <a:ln w="25400">
            <a:solidFill>
              <a:schemeClr val="tx1"/>
            </a:solidFill>
            <a:miter lim="800000"/>
            <a:headEnd/>
            <a:tailEnd/>
          </a:ln>
        </p:spPr>
        <p:txBody>
          <a:bodyPr lIns="0" tIns="0" rIns="0" bIns="0" anchor="ctr"/>
          <a:lstStyle>
            <a:lvl1pPr>
              <a:spcBef>
                <a:spcPts val="1800"/>
              </a:spcBef>
              <a:buClr>
                <a:srgbClr val="5F7BAE"/>
              </a:buClr>
              <a:buSzPct val="150000"/>
              <a:buFont typeface="Lucida Grande" panose="020B0600040502020204" pitchFamily="34" charset="0"/>
              <a:buChar char="•"/>
              <a:defRPr sz="36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spcBef>
                <a:spcPts val="1800"/>
              </a:spcBef>
              <a:buSzPct val="150000"/>
              <a:buFont typeface="Lucida Grande" panose="020B0600040502020204" pitchFamily="34" charset="0"/>
              <a:buChar char="•"/>
              <a:defRPr sz="32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spcBef>
                <a:spcPts val="1800"/>
              </a:spcBef>
              <a:buSzPct val="150000"/>
              <a:buFont typeface="Lucida Grande" panose="020B0600040502020204" pitchFamily="34" charset="0"/>
              <a:buChar char="•"/>
              <a:defRPr sz="28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spcBef>
                <a:spcPts val="1800"/>
              </a:spcBef>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spcBef>
                <a:spcPts val="1800"/>
              </a:spcBef>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algn="ctr" eaLnBrk="1" hangingPunct="1">
              <a:spcBef>
                <a:spcPct val="0"/>
              </a:spcBef>
              <a:buClrTx/>
              <a:buSzTx/>
              <a:buFontTx/>
              <a:buNone/>
            </a:pPr>
            <a:r>
              <a:rPr lang="en-US" altLang="en-US" sz="2600">
                <a:solidFill>
                  <a:srgbClr val="FFFFFF"/>
                </a:solidFill>
              </a:rPr>
              <a:t>Requirements</a:t>
            </a:r>
          </a:p>
        </p:txBody>
      </p:sp>
      <p:sp>
        <p:nvSpPr>
          <p:cNvPr id="28684" name="Rectangle 11">
            <a:extLst>
              <a:ext uri="{FF2B5EF4-FFF2-40B4-BE49-F238E27FC236}">
                <a16:creationId xmlns:a16="http://schemas.microsoft.com/office/drawing/2014/main" id="{F29BD6A7-4FDD-13E0-700D-3FCDBABA5B62}"/>
              </a:ext>
            </a:extLst>
          </p:cNvPr>
          <p:cNvSpPr>
            <a:spLocks/>
          </p:cNvSpPr>
          <p:nvPr/>
        </p:nvSpPr>
        <p:spPr bwMode="auto">
          <a:xfrm>
            <a:off x="2895600" y="1955800"/>
            <a:ext cx="1968500" cy="596900"/>
          </a:xfrm>
          <a:prstGeom prst="rect">
            <a:avLst/>
          </a:prstGeom>
          <a:solidFill>
            <a:srgbClr val="01FF01"/>
          </a:solidFill>
          <a:ln w="25400">
            <a:solidFill>
              <a:schemeClr val="tx1"/>
            </a:solidFill>
            <a:miter lim="800000"/>
            <a:headEnd/>
            <a:tailEnd/>
          </a:ln>
        </p:spPr>
        <p:txBody>
          <a:bodyPr lIns="0" tIns="0" rIns="0" bIns="0" anchor="ctr"/>
          <a:lstStyle>
            <a:lvl1pPr>
              <a:spcBef>
                <a:spcPts val="1800"/>
              </a:spcBef>
              <a:buClr>
                <a:srgbClr val="5F7BAE"/>
              </a:buClr>
              <a:buSzPct val="150000"/>
              <a:buFont typeface="Lucida Grande" panose="020B0600040502020204" pitchFamily="34" charset="0"/>
              <a:buChar char="•"/>
              <a:defRPr sz="36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spcBef>
                <a:spcPts val="1800"/>
              </a:spcBef>
              <a:buSzPct val="150000"/>
              <a:buFont typeface="Lucida Grande" panose="020B0600040502020204" pitchFamily="34" charset="0"/>
              <a:buChar char="•"/>
              <a:defRPr sz="32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spcBef>
                <a:spcPts val="1800"/>
              </a:spcBef>
              <a:buSzPct val="150000"/>
              <a:buFont typeface="Lucida Grande" panose="020B0600040502020204" pitchFamily="34" charset="0"/>
              <a:buChar char="•"/>
              <a:defRPr sz="28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spcBef>
                <a:spcPts val="1800"/>
              </a:spcBef>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spcBef>
                <a:spcPts val="1800"/>
              </a:spcBef>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algn="ctr" eaLnBrk="1" hangingPunct="1">
              <a:spcBef>
                <a:spcPct val="0"/>
              </a:spcBef>
              <a:buClrTx/>
              <a:buSzTx/>
              <a:buFontTx/>
              <a:buNone/>
            </a:pPr>
            <a:r>
              <a:rPr lang="en-US" altLang="en-US" sz="2600">
                <a:solidFill>
                  <a:srgbClr val="FFFFFF"/>
                </a:solidFill>
              </a:rPr>
              <a:t>Design</a:t>
            </a:r>
          </a:p>
        </p:txBody>
      </p:sp>
      <p:sp>
        <p:nvSpPr>
          <p:cNvPr id="28685" name="Rectangle 12">
            <a:extLst>
              <a:ext uri="{FF2B5EF4-FFF2-40B4-BE49-F238E27FC236}">
                <a16:creationId xmlns:a16="http://schemas.microsoft.com/office/drawing/2014/main" id="{FF2BC54D-2B7F-41BD-FE98-D81269846D91}"/>
              </a:ext>
            </a:extLst>
          </p:cNvPr>
          <p:cNvSpPr>
            <a:spLocks/>
          </p:cNvSpPr>
          <p:nvPr/>
        </p:nvSpPr>
        <p:spPr bwMode="auto">
          <a:xfrm>
            <a:off x="5054600" y="1955800"/>
            <a:ext cx="1968500" cy="596900"/>
          </a:xfrm>
          <a:prstGeom prst="rect">
            <a:avLst/>
          </a:prstGeom>
          <a:solidFill>
            <a:srgbClr val="00CCFF"/>
          </a:solidFill>
          <a:ln w="25400">
            <a:solidFill>
              <a:schemeClr val="tx1"/>
            </a:solidFill>
            <a:miter lim="800000"/>
            <a:headEnd/>
            <a:tailEnd/>
          </a:ln>
        </p:spPr>
        <p:txBody>
          <a:bodyPr lIns="0" tIns="0" rIns="0" bIns="0" anchor="ctr"/>
          <a:lstStyle>
            <a:lvl1pPr>
              <a:spcBef>
                <a:spcPts val="1800"/>
              </a:spcBef>
              <a:buClr>
                <a:srgbClr val="5F7BAE"/>
              </a:buClr>
              <a:buSzPct val="150000"/>
              <a:buFont typeface="Lucida Grande" panose="020B0600040502020204" pitchFamily="34" charset="0"/>
              <a:buChar char="•"/>
              <a:defRPr sz="36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spcBef>
                <a:spcPts val="1800"/>
              </a:spcBef>
              <a:buSzPct val="150000"/>
              <a:buFont typeface="Lucida Grande" panose="020B0600040502020204" pitchFamily="34" charset="0"/>
              <a:buChar char="•"/>
              <a:defRPr sz="32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spcBef>
                <a:spcPts val="1800"/>
              </a:spcBef>
              <a:buSzPct val="150000"/>
              <a:buFont typeface="Lucida Grande" panose="020B0600040502020204" pitchFamily="34" charset="0"/>
              <a:buChar char="•"/>
              <a:defRPr sz="28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spcBef>
                <a:spcPts val="1800"/>
              </a:spcBef>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spcBef>
                <a:spcPts val="1800"/>
              </a:spcBef>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algn="ctr" eaLnBrk="1" hangingPunct="1">
              <a:spcBef>
                <a:spcPct val="0"/>
              </a:spcBef>
              <a:buClrTx/>
              <a:buSzTx/>
              <a:buFontTx/>
              <a:buNone/>
            </a:pPr>
            <a:r>
              <a:rPr lang="en-US" altLang="en-US" sz="2600">
                <a:solidFill>
                  <a:srgbClr val="FFFFFF"/>
                </a:solidFill>
              </a:rPr>
              <a:t>Code</a:t>
            </a:r>
          </a:p>
        </p:txBody>
      </p:sp>
      <p:sp>
        <p:nvSpPr>
          <p:cNvPr id="28686" name="Rectangle 13">
            <a:extLst>
              <a:ext uri="{FF2B5EF4-FFF2-40B4-BE49-F238E27FC236}">
                <a16:creationId xmlns:a16="http://schemas.microsoft.com/office/drawing/2014/main" id="{43D98D9C-4672-519C-25D0-E7A08416DA00}"/>
              </a:ext>
            </a:extLst>
          </p:cNvPr>
          <p:cNvSpPr>
            <a:spLocks/>
          </p:cNvSpPr>
          <p:nvPr/>
        </p:nvSpPr>
        <p:spPr bwMode="auto">
          <a:xfrm>
            <a:off x="7213600" y="1955800"/>
            <a:ext cx="1968500" cy="596900"/>
          </a:xfrm>
          <a:prstGeom prst="rect">
            <a:avLst/>
          </a:prstGeom>
          <a:solidFill>
            <a:srgbClr val="3366FF"/>
          </a:solidFill>
          <a:ln w="25400">
            <a:solidFill>
              <a:schemeClr val="tx1"/>
            </a:solidFill>
            <a:miter lim="800000"/>
            <a:headEnd/>
            <a:tailEnd/>
          </a:ln>
        </p:spPr>
        <p:txBody>
          <a:bodyPr lIns="0" tIns="0" rIns="0" bIns="0" anchor="ctr"/>
          <a:lstStyle>
            <a:lvl1pPr>
              <a:spcBef>
                <a:spcPts val="1800"/>
              </a:spcBef>
              <a:buClr>
                <a:srgbClr val="5F7BAE"/>
              </a:buClr>
              <a:buSzPct val="150000"/>
              <a:buFont typeface="Lucida Grande" panose="020B0600040502020204" pitchFamily="34" charset="0"/>
              <a:buChar char="•"/>
              <a:defRPr sz="36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spcBef>
                <a:spcPts val="1800"/>
              </a:spcBef>
              <a:buSzPct val="150000"/>
              <a:buFont typeface="Lucida Grande" panose="020B0600040502020204" pitchFamily="34" charset="0"/>
              <a:buChar char="•"/>
              <a:defRPr sz="32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spcBef>
                <a:spcPts val="1800"/>
              </a:spcBef>
              <a:buSzPct val="150000"/>
              <a:buFont typeface="Lucida Grande" panose="020B0600040502020204" pitchFamily="34" charset="0"/>
              <a:buChar char="•"/>
              <a:defRPr sz="28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spcBef>
                <a:spcPts val="1800"/>
              </a:spcBef>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spcBef>
                <a:spcPts val="1800"/>
              </a:spcBef>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algn="ctr" eaLnBrk="1" hangingPunct="1">
              <a:spcBef>
                <a:spcPct val="0"/>
              </a:spcBef>
              <a:buClrTx/>
              <a:buSzTx/>
              <a:buFontTx/>
              <a:buNone/>
            </a:pPr>
            <a:r>
              <a:rPr lang="en-US" altLang="en-US" sz="2600">
                <a:solidFill>
                  <a:srgbClr val="FFFFFF"/>
                </a:solidFill>
              </a:rPr>
              <a:t>Test</a:t>
            </a:r>
          </a:p>
        </p:txBody>
      </p:sp>
    </p:spTree>
  </p:cSld>
  <p:clrMapOvr>
    <a:masterClrMapping/>
  </p:clrMapOvr>
  <p:transition spd="med">
    <p:dissolv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
            <a:extLst>
              <a:ext uri="{FF2B5EF4-FFF2-40B4-BE49-F238E27FC236}">
                <a16:creationId xmlns:a16="http://schemas.microsoft.com/office/drawing/2014/main" id="{0AD6ABB7-E95A-26CB-5193-67DCB74A1A03}"/>
              </a:ext>
            </a:extLst>
          </p:cNvPr>
          <p:cNvSpPr>
            <a:spLocks noGrp="1" noChangeArrowheads="1"/>
          </p:cNvSpPr>
          <p:nvPr>
            <p:ph type="title"/>
          </p:nvPr>
        </p:nvSpPr>
        <p:spPr/>
        <p:txBody>
          <a:bodyPr/>
          <a:lstStyle/>
          <a:p>
            <a:pPr eaLnBrk="1" hangingPunct="1"/>
            <a:r>
              <a:rPr lang="en-US" altLang="en-US"/>
              <a:t>No changes during a sprint</a:t>
            </a:r>
          </a:p>
        </p:txBody>
      </p:sp>
      <p:sp>
        <p:nvSpPr>
          <p:cNvPr id="30723" name="Rectangle 2">
            <a:extLst>
              <a:ext uri="{FF2B5EF4-FFF2-40B4-BE49-F238E27FC236}">
                <a16:creationId xmlns:a16="http://schemas.microsoft.com/office/drawing/2014/main" id="{E8F33C3A-A9B4-3442-A39A-FDD33E88F6A3}"/>
              </a:ext>
            </a:extLst>
          </p:cNvPr>
          <p:cNvSpPr>
            <a:spLocks noGrp="1" noChangeArrowheads="1"/>
          </p:cNvSpPr>
          <p:nvPr>
            <p:ph type="body" idx="1"/>
          </p:nvPr>
        </p:nvSpPr>
        <p:spPr>
          <a:xfrm>
            <a:off x="342900" y="5410200"/>
            <a:ext cx="9461500" cy="1270000"/>
          </a:xfrm>
        </p:spPr>
        <p:txBody>
          <a:bodyPr/>
          <a:lstStyle/>
          <a:p>
            <a:pPr marL="698500" eaLnBrk="1" hangingPunct="1"/>
            <a:r>
              <a:rPr lang="en-US" altLang="en-US">
                <a:latin typeface="Calibri" panose="020F0502020204030204" pitchFamily="34" charset="0"/>
                <a:cs typeface="Calibri" panose="020F0502020204030204" pitchFamily="34" charset="0"/>
              </a:rPr>
              <a:t>Plan sprint durations around how long you can commit to keeping change out of the sprint</a:t>
            </a:r>
          </a:p>
        </p:txBody>
      </p:sp>
      <p:grpSp>
        <p:nvGrpSpPr>
          <p:cNvPr id="30724" name="Group 4">
            <a:extLst>
              <a:ext uri="{FF2B5EF4-FFF2-40B4-BE49-F238E27FC236}">
                <a16:creationId xmlns:a16="http://schemas.microsoft.com/office/drawing/2014/main" id="{6BF9D548-CFD6-6168-21FB-3D207C5F43B3}"/>
              </a:ext>
            </a:extLst>
          </p:cNvPr>
          <p:cNvGrpSpPr>
            <a:grpSpLocks/>
          </p:cNvGrpSpPr>
          <p:nvPr/>
        </p:nvGrpSpPr>
        <p:grpSpPr bwMode="auto">
          <a:xfrm>
            <a:off x="2794000" y="1881188"/>
            <a:ext cx="3975100" cy="3060700"/>
            <a:chOff x="0" y="0"/>
            <a:chExt cx="2504" cy="1927"/>
          </a:xfrm>
        </p:grpSpPr>
        <p:pic>
          <p:nvPicPr>
            <p:cNvPr id="30729" name="Picture 5">
              <a:extLst>
                <a:ext uri="{FF2B5EF4-FFF2-40B4-BE49-F238E27FC236}">
                  <a16:creationId xmlns:a16="http://schemas.microsoft.com/office/drawing/2014/main" id="{7D3E6AEC-194A-6818-677C-10075BC98ADB}"/>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2504" cy="19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0730" name="Rectangle 6">
              <a:extLst>
                <a:ext uri="{FF2B5EF4-FFF2-40B4-BE49-F238E27FC236}">
                  <a16:creationId xmlns:a16="http://schemas.microsoft.com/office/drawing/2014/main" id="{8C8042A4-B512-83D9-EB3D-8587013AA642}"/>
                </a:ext>
              </a:extLst>
            </p:cNvPr>
            <p:cNvSpPr>
              <a:spLocks/>
            </p:cNvSpPr>
            <p:nvPr/>
          </p:nvSpPr>
          <p:spPr bwMode="auto">
            <a:xfrm>
              <a:off x="224" y="254"/>
              <a:ext cx="2056" cy="1408"/>
            </a:xfrm>
            <a:prstGeom prst="rect">
              <a:avLst/>
            </a:prstGeom>
            <a:solidFill>
              <a:srgbClr val="FFFFFF"/>
            </a:solidFill>
            <a:ln w="9525">
              <a:solidFill>
                <a:schemeClr val="tx1"/>
              </a:solidFill>
              <a:miter lim="800000"/>
              <a:headEnd/>
              <a:tailEnd/>
            </a:ln>
          </p:spPr>
          <p:txBody>
            <a:bodyPr/>
            <a:lstStyle>
              <a:lvl1pPr>
                <a:spcBef>
                  <a:spcPts val="1800"/>
                </a:spcBef>
                <a:buClr>
                  <a:srgbClr val="5F7BAE"/>
                </a:buClr>
                <a:buSzPct val="150000"/>
                <a:buFont typeface="Lucida Grande" panose="020B0600040502020204" pitchFamily="34" charset="0"/>
                <a:buChar char="•"/>
                <a:defRPr sz="36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spcBef>
                  <a:spcPts val="1800"/>
                </a:spcBef>
                <a:buSzPct val="150000"/>
                <a:buFont typeface="Lucida Grande" panose="020B0600040502020204" pitchFamily="34" charset="0"/>
                <a:buChar char="•"/>
                <a:defRPr sz="32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spcBef>
                  <a:spcPts val="1800"/>
                </a:spcBef>
                <a:buSzPct val="150000"/>
                <a:buFont typeface="Lucida Grande" panose="020B0600040502020204" pitchFamily="34" charset="0"/>
                <a:buChar char="•"/>
                <a:defRPr sz="28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spcBef>
                  <a:spcPts val="1800"/>
                </a:spcBef>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spcBef>
                  <a:spcPts val="1800"/>
                </a:spcBef>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algn="ctr" eaLnBrk="1" hangingPunct="1">
                <a:spcBef>
                  <a:spcPct val="0"/>
                </a:spcBef>
                <a:buClrTx/>
                <a:buSzTx/>
                <a:buFontTx/>
                <a:buNone/>
              </a:pPr>
              <a:endParaRPr lang="en-US" altLang="en-US" sz="3200">
                <a:solidFill>
                  <a:srgbClr val="000000"/>
                </a:solidFill>
              </a:endParaRPr>
            </a:p>
          </p:txBody>
        </p:sp>
      </p:grpSp>
      <p:grpSp>
        <p:nvGrpSpPr>
          <p:cNvPr id="30725" name="Group 7">
            <a:extLst>
              <a:ext uri="{FF2B5EF4-FFF2-40B4-BE49-F238E27FC236}">
                <a16:creationId xmlns:a16="http://schemas.microsoft.com/office/drawing/2014/main" id="{623EF1B2-5892-1EF5-37CA-C94D556E7E98}"/>
              </a:ext>
            </a:extLst>
          </p:cNvPr>
          <p:cNvGrpSpPr>
            <a:grpSpLocks/>
          </p:cNvGrpSpPr>
          <p:nvPr/>
        </p:nvGrpSpPr>
        <p:grpSpPr bwMode="auto">
          <a:xfrm>
            <a:off x="3754438" y="2324100"/>
            <a:ext cx="2062162" cy="2171700"/>
            <a:chOff x="0" y="0"/>
            <a:chExt cx="1298" cy="1368"/>
          </a:xfrm>
        </p:grpSpPr>
        <p:pic>
          <p:nvPicPr>
            <p:cNvPr id="30727" name="Picture 8">
              <a:extLst>
                <a:ext uri="{FF2B5EF4-FFF2-40B4-BE49-F238E27FC236}">
                  <a16:creationId xmlns:a16="http://schemas.microsoft.com/office/drawing/2014/main" id="{DBF5FF16-6286-6BF6-53E2-662E92E238F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279"/>
              <a:ext cx="1298" cy="10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28" name="Picture 9">
              <a:extLst>
                <a:ext uri="{FF2B5EF4-FFF2-40B4-BE49-F238E27FC236}">
                  <a16:creationId xmlns:a16="http://schemas.microsoft.com/office/drawing/2014/main" id="{D1D6A3B9-562A-CE97-4C25-F352052E635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8" y="0"/>
              <a:ext cx="623" cy="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grpSp>
      <p:sp>
        <p:nvSpPr>
          <p:cNvPr id="30726" name="AutoShape 16">
            <a:extLst>
              <a:ext uri="{FF2B5EF4-FFF2-40B4-BE49-F238E27FC236}">
                <a16:creationId xmlns:a16="http://schemas.microsoft.com/office/drawing/2014/main" id="{6A2A462B-E092-53F5-6D2C-B2F9CAF55545}"/>
              </a:ext>
            </a:extLst>
          </p:cNvPr>
          <p:cNvSpPr>
            <a:spLocks noChangeArrowheads="1"/>
          </p:cNvSpPr>
          <p:nvPr/>
        </p:nvSpPr>
        <p:spPr bwMode="auto">
          <a:xfrm>
            <a:off x="1219200" y="1752600"/>
            <a:ext cx="1493838" cy="1116013"/>
          </a:xfrm>
          <a:prstGeom prst="lightningBolt">
            <a:avLst/>
          </a:prstGeom>
          <a:solidFill>
            <a:srgbClr val="99CCFF"/>
          </a:solidFill>
          <a:ln w="9525">
            <a:solidFill>
              <a:srgbClr val="006CD8"/>
            </a:solidFill>
            <a:miter lim="800000"/>
            <a:headEnd/>
            <a:tailEnd/>
          </a:ln>
        </p:spPr>
        <p:txBody>
          <a:bodyPr wrap="none" anchor="ctr"/>
          <a:lstStyle>
            <a:lvl1pPr>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algn="ctr" eaLnBrk="1" hangingPunct="1"/>
            <a:r>
              <a:rPr lang="en-US" altLang="en-US" sz="2000">
                <a:solidFill>
                  <a:schemeClr val="tx1"/>
                </a:solidFill>
                <a:latin typeface="Tahoma" panose="020B0604030504040204" pitchFamily="34" charset="0"/>
              </a:rPr>
              <a:t>Change</a:t>
            </a:r>
          </a:p>
        </p:txBody>
      </p:sp>
    </p:spTree>
  </p:cSld>
  <p:clrMapOvr>
    <a:masterClrMapping/>
  </p:clrMapOvr>
  <p:transition spd="med">
    <p:dissolv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a:extLst>
              <a:ext uri="{FF2B5EF4-FFF2-40B4-BE49-F238E27FC236}">
                <a16:creationId xmlns:a16="http://schemas.microsoft.com/office/drawing/2014/main" id="{AF54C362-9775-739C-8D78-9CEBFDFAE392}"/>
              </a:ext>
            </a:extLst>
          </p:cNvPr>
          <p:cNvSpPr>
            <a:spLocks noGrp="1" noChangeArrowheads="1"/>
          </p:cNvSpPr>
          <p:nvPr>
            <p:ph type="title"/>
          </p:nvPr>
        </p:nvSpPr>
        <p:spPr/>
        <p:txBody>
          <a:bodyPr/>
          <a:lstStyle/>
          <a:p>
            <a:r>
              <a:rPr lang="en-US" altLang="en-US"/>
              <a:t>User Stories</a:t>
            </a:r>
          </a:p>
        </p:txBody>
      </p:sp>
      <p:sp>
        <p:nvSpPr>
          <p:cNvPr id="32771" name="Content Placeholder 2">
            <a:extLst>
              <a:ext uri="{FF2B5EF4-FFF2-40B4-BE49-F238E27FC236}">
                <a16:creationId xmlns:a16="http://schemas.microsoft.com/office/drawing/2014/main" id="{CCF0BEF6-DA36-A304-AA87-58E80C0FABAD}"/>
              </a:ext>
            </a:extLst>
          </p:cNvPr>
          <p:cNvSpPr>
            <a:spLocks noGrp="1" noChangeArrowheads="1"/>
          </p:cNvSpPr>
          <p:nvPr>
            <p:ph idx="1"/>
          </p:nvPr>
        </p:nvSpPr>
        <p:spPr/>
        <p:txBody>
          <a:bodyPr/>
          <a:lstStyle/>
          <a:p>
            <a:pPr lvl="1"/>
            <a:r>
              <a:rPr lang="en-US" altLang="en-US"/>
              <a:t>Should represent an </a:t>
            </a:r>
            <a:r>
              <a:rPr lang="en-US" altLang="en-US" i="1"/>
              <a:t>atomic</a:t>
            </a:r>
            <a:r>
              <a:rPr lang="en-US" altLang="en-US"/>
              <a:t> operation like: </a:t>
            </a:r>
            <a:r>
              <a:rPr lang="en-US" altLang="en-US" i="1"/>
              <a:t>Students can search for classes by CRN so that they can register</a:t>
            </a:r>
            <a:r>
              <a:rPr lang="en-US" altLang="en-US"/>
              <a:t>.</a:t>
            </a:r>
          </a:p>
          <a:p>
            <a:pPr lvl="2"/>
            <a:r>
              <a:rPr lang="en-US" altLang="en-US"/>
              <a:t>Epics (large stories) should be broken up into individual stories. </a:t>
            </a:r>
            <a:br>
              <a:rPr lang="en-US" altLang="en-US"/>
            </a:br>
            <a:r>
              <a:rPr lang="en-US" altLang="en-US"/>
              <a:t>Example epic: </a:t>
            </a:r>
            <a:r>
              <a:rPr lang="en-US" altLang="en-US" i="1"/>
              <a:t>Students can enroll in the college</a:t>
            </a:r>
            <a:endParaRPr lang="en-US" altLang="en-US"/>
          </a:p>
          <a:p>
            <a:pPr lvl="1"/>
            <a:r>
              <a:rPr lang="en-US" altLang="en-US"/>
              <a:t>Simple. Can be one sentence. A prompt to talk to the users to get the details- “just in time” analysis.</a:t>
            </a:r>
          </a:p>
          <a:p>
            <a:endParaRPr lang="en-US" altLang="en-US"/>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a:extLst>
              <a:ext uri="{FF2B5EF4-FFF2-40B4-BE49-F238E27FC236}">
                <a16:creationId xmlns:a16="http://schemas.microsoft.com/office/drawing/2014/main" id="{9BD9D028-6758-ACFD-9F10-30398C6BA3A7}"/>
              </a:ext>
            </a:extLst>
          </p:cNvPr>
          <p:cNvSpPr>
            <a:spLocks noGrp="1" noChangeArrowheads="1"/>
          </p:cNvSpPr>
          <p:nvPr>
            <p:ph type="title"/>
          </p:nvPr>
        </p:nvSpPr>
        <p:spPr/>
        <p:txBody>
          <a:bodyPr/>
          <a:lstStyle/>
          <a:p>
            <a:r>
              <a:rPr lang="en-US" altLang="en-US"/>
              <a:t>User Stories - Continued</a:t>
            </a:r>
          </a:p>
        </p:txBody>
      </p:sp>
      <p:sp>
        <p:nvSpPr>
          <p:cNvPr id="33795" name="Content Placeholder 2">
            <a:extLst>
              <a:ext uri="{FF2B5EF4-FFF2-40B4-BE49-F238E27FC236}">
                <a16:creationId xmlns:a16="http://schemas.microsoft.com/office/drawing/2014/main" id="{21733957-F77A-90A8-CA39-23B91A0E6CBF}"/>
              </a:ext>
            </a:extLst>
          </p:cNvPr>
          <p:cNvSpPr>
            <a:spLocks noGrp="1" noChangeArrowheads="1"/>
          </p:cNvSpPr>
          <p:nvPr>
            <p:ph idx="1"/>
          </p:nvPr>
        </p:nvSpPr>
        <p:spPr/>
        <p:txBody>
          <a:bodyPr/>
          <a:lstStyle/>
          <a:p>
            <a:pPr lvl="1"/>
            <a:r>
              <a:rPr lang="en-US" altLang="en-US">
                <a:latin typeface="Calibri" panose="020F0502020204030204" pitchFamily="34" charset="0"/>
                <a:cs typeface="Calibri" panose="020F0502020204030204" pitchFamily="34" charset="0"/>
              </a:rPr>
              <a:t>Priority. Classify into one of 5 (or some number) of priority levels.</a:t>
            </a:r>
          </a:p>
          <a:p>
            <a:pPr lvl="1"/>
            <a:r>
              <a:rPr lang="en-US" altLang="en-US">
                <a:latin typeface="Calibri" panose="020F0502020204030204" pitchFamily="34" charset="0"/>
                <a:cs typeface="Calibri" panose="020F0502020204030204" pitchFamily="34" charset="0"/>
              </a:rPr>
              <a:t>Non-functional requirements:</a:t>
            </a:r>
          </a:p>
          <a:p>
            <a:pPr lvl="2"/>
            <a:r>
              <a:rPr lang="en-US" altLang="en-US">
                <a:latin typeface="Calibri" panose="020F0502020204030204" pitchFamily="34" charset="0"/>
                <a:cs typeface="Calibri" panose="020F0502020204030204" pitchFamily="34" charset="0"/>
              </a:rPr>
              <a:t>Some teams include non-functional requirements like: </a:t>
            </a:r>
            <a:r>
              <a:rPr lang="en-US" altLang="en-US" i="1">
                <a:latin typeface="Calibri" panose="020F0502020204030204" pitchFamily="34" charset="0"/>
                <a:cs typeface="Calibri" panose="020F0502020204030204" pitchFamily="34" charset="0"/>
              </a:rPr>
              <a:t>Users can access the system using mobile browsers</a:t>
            </a:r>
            <a:r>
              <a:rPr lang="en-US" altLang="en-US">
                <a:latin typeface="Calibri" panose="020F0502020204030204" pitchFamily="34" charset="0"/>
                <a:cs typeface="Calibri" panose="020F0502020204030204" pitchFamily="34" charset="0"/>
              </a:rPr>
              <a:t>.</a:t>
            </a:r>
          </a:p>
          <a:p>
            <a:pPr lvl="2"/>
            <a:r>
              <a:rPr lang="en-US" altLang="en-US">
                <a:latin typeface="Calibri" panose="020F0502020204030204" pitchFamily="34" charset="0"/>
                <a:cs typeface="Calibri" panose="020F0502020204030204" pitchFamily="34" charset="0"/>
              </a:rPr>
              <a:t>Other teams prefer to just list non-functional requirements in the requirements document since they typically apply to multiple epics and user stories.</a:t>
            </a:r>
          </a:p>
          <a:p>
            <a:endParaRPr lang="en-US" altLang="en-US">
              <a:latin typeface="Calibri" panose="020F0502020204030204" pitchFamily="34" charset="0"/>
              <a:cs typeface="Calibri" panose="020F0502020204030204" pitchFamily="34" charset="0"/>
            </a:endParaRP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a:extLst>
              <a:ext uri="{FF2B5EF4-FFF2-40B4-BE49-F238E27FC236}">
                <a16:creationId xmlns:a16="http://schemas.microsoft.com/office/drawing/2014/main" id="{63E89E5A-C543-4735-DDF4-99BB4535E752}"/>
              </a:ext>
            </a:extLst>
          </p:cNvPr>
          <p:cNvSpPr>
            <a:spLocks noGrp="1" noChangeArrowheads="1"/>
          </p:cNvSpPr>
          <p:nvPr>
            <p:ph type="title"/>
          </p:nvPr>
        </p:nvSpPr>
        <p:spPr/>
        <p:txBody>
          <a:bodyPr/>
          <a:lstStyle/>
          <a:p>
            <a:r>
              <a:rPr lang="en-US" altLang="en-US"/>
              <a:t>Story Points</a:t>
            </a:r>
          </a:p>
        </p:txBody>
      </p:sp>
      <p:sp>
        <p:nvSpPr>
          <p:cNvPr id="34819" name="Content Placeholder 2">
            <a:extLst>
              <a:ext uri="{FF2B5EF4-FFF2-40B4-BE49-F238E27FC236}">
                <a16:creationId xmlns:a16="http://schemas.microsoft.com/office/drawing/2014/main" id="{D205115A-A069-A0D3-ABA4-6BACBE0DCC74}"/>
              </a:ext>
            </a:extLst>
          </p:cNvPr>
          <p:cNvSpPr>
            <a:spLocks noGrp="1" noChangeArrowheads="1"/>
          </p:cNvSpPr>
          <p:nvPr>
            <p:ph idx="1"/>
          </p:nvPr>
        </p:nvSpPr>
        <p:spPr/>
        <p:txBody>
          <a:bodyPr/>
          <a:lstStyle/>
          <a:p>
            <a:r>
              <a:rPr lang="en-US" altLang="en-US" sz="2800">
                <a:latin typeface="Calibri" panose="020F0502020204030204" pitchFamily="34" charset="0"/>
                <a:cs typeface="Calibri" panose="020F0502020204030204" pitchFamily="34" charset="0"/>
              </a:rPr>
              <a:t>Start by estimating hours, but call these ”story points”. Estimate relative difficulty of stories.</a:t>
            </a:r>
          </a:p>
          <a:p>
            <a:r>
              <a:rPr lang="en-US" altLang="en-US" sz="2800">
                <a:latin typeface="Calibri" panose="020F0502020204030204" pitchFamily="34" charset="0"/>
                <a:cs typeface="Calibri" panose="020F0502020204030204" pitchFamily="34" charset="0"/>
              </a:rPr>
              <a:t>At the end of each sprint, “calibrate” your story points by calculating a calibration factor:</a:t>
            </a:r>
          </a:p>
          <a:p>
            <a:pPr lvl="1">
              <a:buFont typeface="Wingdings" pitchFamily="2" charset="2"/>
              <a:buChar char="§"/>
            </a:pPr>
            <a:r>
              <a:rPr lang="en-US" altLang="en-US" sz="2800">
                <a:latin typeface="Calibri" panose="020F0502020204030204" pitchFamily="34" charset="0"/>
                <a:cs typeface="Calibri" panose="020F0502020204030204" pitchFamily="34" charset="0"/>
              </a:rPr>
              <a:t>actual hours / story points  = calibration factor</a:t>
            </a:r>
          </a:p>
          <a:p>
            <a:pPr lvl="1">
              <a:buFont typeface="Wingdings" pitchFamily="2" charset="2"/>
              <a:buChar char="§"/>
            </a:pPr>
            <a:r>
              <a:rPr lang="en-US" altLang="en-US" sz="2800">
                <a:latin typeface="Calibri" panose="020F0502020204030204" pitchFamily="34" charset="0"/>
                <a:cs typeface="Calibri" panose="020F0502020204030204" pitchFamily="34" charset="0"/>
              </a:rPr>
              <a:t>Example: 40 hours / 32 points = 1.25</a:t>
            </a:r>
          </a:p>
          <a:p>
            <a:r>
              <a:rPr lang="en-US" altLang="en-US" sz="2800">
                <a:latin typeface="Calibri" panose="020F0502020204030204" pitchFamily="34" charset="0"/>
                <a:cs typeface="Calibri" panose="020F0502020204030204" pitchFamily="34" charset="0"/>
              </a:rPr>
              <a:t>Scale the story points in the next sprint:</a:t>
            </a:r>
          </a:p>
          <a:p>
            <a:pPr lvl="1">
              <a:buFont typeface="Wingdings" pitchFamily="2" charset="2"/>
              <a:buChar char="§"/>
            </a:pPr>
            <a:r>
              <a:rPr lang="en-US" altLang="en-US" sz="2800">
                <a:latin typeface="Calibri" panose="020F0502020204030204" pitchFamily="34" charset="0"/>
                <a:cs typeface="Calibri" panose="020F0502020204030204" pitchFamily="34" charset="0"/>
              </a:rPr>
              <a:t>A story with 10 points will be expected to take 12 hours.</a:t>
            </a: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1">
            <a:extLst>
              <a:ext uri="{FF2B5EF4-FFF2-40B4-BE49-F238E27FC236}">
                <a16:creationId xmlns:a16="http://schemas.microsoft.com/office/drawing/2014/main" id="{59869EE6-54D9-CD7C-C4C9-A5DD69CDDA59}"/>
              </a:ext>
            </a:extLst>
          </p:cNvPr>
          <p:cNvSpPr>
            <a:spLocks noGrp="1" noChangeArrowheads="1"/>
          </p:cNvSpPr>
          <p:nvPr>
            <p:ph type="title"/>
          </p:nvPr>
        </p:nvSpPr>
        <p:spPr/>
        <p:txBody>
          <a:bodyPr/>
          <a:lstStyle/>
          <a:p>
            <a:pPr eaLnBrk="1" hangingPunct="1"/>
            <a:r>
              <a:rPr lang="en-US" altLang="en-US"/>
              <a:t>Scrum framework</a:t>
            </a:r>
          </a:p>
        </p:txBody>
      </p:sp>
      <p:grpSp>
        <p:nvGrpSpPr>
          <p:cNvPr id="35843" name="Group 2">
            <a:extLst>
              <a:ext uri="{FF2B5EF4-FFF2-40B4-BE49-F238E27FC236}">
                <a16:creationId xmlns:a16="http://schemas.microsoft.com/office/drawing/2014/main" id="{6CD6E00F-5F8A-61D5-3674-11627410CE82}"/>
              </a:ext>
            </a:extLst>
          </p:cNvPr>
          <p:cNvGrpSpPr>
            <a:grpSpLocks/>
          </p:cNvGrpSpPr>
          <p:nvPr/>
        </p:nvGrpSpPr>
        <p:grpSpPr bwMode="auto">
          <a:xfrm>
            <a:off x="723900" y="1079500"/>
            <a:ext cx="4140200" cy="2044700"/>
            <a:chOff x="0" y="0"/>
            <a:chExt cx="2608" cy="1288"/>
          </a:xfrm>
        </p:grpSpPr>
        <p:sp>
          <p:nvSpPr>
            <p:cNvPr id="21507" name="AutoShape 3">
              <a:extLst>
                <a:ext uri="{FF2B5EF4-FFF2-40B4-BE49-F238E27FC236}">
                  <a16:creationId xmlns:a16="http://schemas.microsoft.com/office/drawing/2014/main" id="{BE54E429-7CD8-C370-DD1B-17A2EA46F6AB}"/>
                </a:ext>
              </a:extLst>
            </p:cNvPr>
            <p:cNvSpPr>
              <a:spLocks/>
            </p:cNvSpPr>
            <p:nvPr/>
          </p:nvSpPr>
          <p:spPr bwMode="auto">
            <a:xfrm>
              <a:off x="8" y="0"/>
              <a:ext cx="2600" cy="1288"/>
            </a:xfrm>
            <a:prstGeom prst="roundRect">
              <a:avLst>
                <a:gd name="adj" fmla="val 14903"/>
              </a:avLst>
            </a:prstGeom>
            <a:blipFill dpi="0" rotWithShape="0">
              <a:blip r:embed="rId3"/>
              <a:srcRect/>
              <a:tile tx="0" ty="0" sx="100000" sy="100000" flip="none" algn="tl"/>
            </a:blipFill>
            <a:ln w="25400">
              <a:solidFill>
                <a:srgbClr val="003C83"/>
              </a:solidFill>
              <a:round/>
              <a:headEnd/>
              <a:tailEnd/>
            </a:ln>
            <a:effectLst>
              <a:outerShdw blurRad="114300" dist="63500" dir="2700000" algn="ctr" rotWithShape="0">
                <a:schemeClr val="bg2">
                  <a:alpha val="29999"/>
                </a:schemeClr>
              </a:outerShdw>
            </a:effectLst>
          </p:spPr>
          <p:txBody>
            <a:bodyPr/>
            <a:lstStyle/>
            <a:p>
              <a:pPr algn="ctr" eaLnBrk="1" hangingPunct="1">
                <a:defRPr/>
              </a:pPr>
              <a:endParaRPr lang="en-US">
                <a:latin typeface="Gill Sans" pitchFamily="80" charset="0"/>
                <a:ea typeface="ヒラギノ角ゴ Pro W3" pitchFamily="80" charset="-128"/>
                <a:sym typeface="Gill Sans" pitchFamily="80" charset="0"/>
              </a:endParaRPr>
            </a:p>
          </p:txBody>
        </p:sp>
        <p:sp>
          <p:nvSpPr>
            <p:cNvPr id="35863" name="Rectangle 4">
              <a:extLst>
                <a:ext uri="{FF2B5EF4-FFF2-40B4-BE49-F238E27FC236}">
                  <a16:creationId xmlns:a16="http://schemas.microsoft.com/office/drawing/2014/main" id="{B03C8216-7582-1620-3E30-AB65BCE65061}"/>
                </a:ext>
              </a:extLst>
            </p:cNvPr>
            <p:cNvSpPr>
              <a:spLocks/>
            </p:cNvSpPr>
            <p:nvPr/>
          </p:nvSpPr>
          <p:spPr bwMode="auto">
            <a:xfrm>
              <a:off x="96" y="392"/>
              <a:ext cx="1768" cy="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50800" tIns="50800" rIns="50800" bIns="50800"/>
            <a:lstStyle>
              <a:lvl1pPr>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eaLnBrk="1" hangingPunct="1">
                <a:buClr>
                  <a:srgbClr val="FFFFFF"/>
                </a:buClr>
                <a:buSzPct val="125000"/>
                <a:buFont typeface="Gill Sans" panose="020B0502020104020203" pitchFamily="34" charset="-79"/>
                <a:buChar char="•"/>
              </a:pPr>
              <a:r>
                <a:rPr lang="en-US" altLang="en-US" sz="2800">
                  <a:solidFill>
                    <a:srgbClr val="FFFFFF"/>
                  </a:solidFill>
                </a:rPr>
                <a:t>Product owner</a:t>
              </a:r>
            </a:p>
            <a:p>
              <a:pPr eaLnBrk="1" hangingPunct="1">
                <a:buClr>
                  <a:srgbClr val="FFFFFF"/>
                </a:buClr>
                <a:buSzPct val="125000"/>
                <a:buFont typeface="Gill Sans" panose="020B0502020104020203" pitchFamily="34" charset="-79"/>
                <a:buChar char="•"/>
              </a:pPr>
              <a:r>
                <a:rPr lang="en-US" altLang="en-US" sz="2800">
                  <a:solidFill>
                    <a:srgbClr val="FFFFFF"/>
                  </a:solidFill>
                </a:rPr>
                <a:t>ScrumMaster</a:t>
              </a:r>
            </a:p>
            <a:p>
              <a:pPr eaLnBrk="1" hangingPunct="1">
                <a:buClr>
                  <a:srgbClr val="FFFFFF"/>
                </a:buClr>
                <a:buSzPct val="125000"/>
                <a:buFont typeface="Gill Sans" panose="020B0502020104020203" pitchFamily="34" charset="-79"/>
                <a:buChar char="•"/>
              </a:pPr>
              <a:r>
                <a:rPr lang="en-US" altLang="en-US" sz="2800">
                  <a:solidFill>
                    <a:srgbClr val="FFFFFF"/>
                  </a:solidFill>
                </a:rPr>
                <a:t>Team</a:t>
              </a:r>
            </a:p>
          </p:txBody>
        </p:sp>
        <p:sp>
          <p:nvSpPr>
            <p:cNvPr id="35864" name="Rectangle 5">
              <a:extLst>
                <a:ext uri="{FF2B5EF4-FFF2-40B4-BE49-F238E27FC236}">
                  <a16:creationId xmlns:a16="http://schemas.microsoft.com/office/drawing/2014/main" id="{44B121D0-D2A6-F349-8D71-2A7A8F984F34}"/>
                </a:ext>
              </a:extLst>
            </p:cNvPr>
            <p:cNvSpPr>
              <a:spLocks/>
            </p:cNvSpPr>
            <p:nvPr/>
          </p:nvSpPr>
          <p:spPr bwMode="auto">
            <a:xfrm>
              <a:off x="304" y="0"/>
              <a:ext cx="1200" cy="376"/>
            </a:xfrm>
            <a:prstGeom prst="rect">
              <a:avLst/>
            </a:prstGeom>
            <a:solidFill>
              <a:srgbClr val="003C83"/>
            </a:solidFill>
            <a:ln>
              <a:noFill/>
            </a:ln>
            <a:extLst>
              <a:ext uri="{91240B29-F687-4F45-9708-019B960494DF}">
                <a14:hiddenLine xmlns:a14="http://schemas.microsoft.com/office/drawing/2010/main" w="25400">
                  <a:solidFill>
                    <a:schemeClr val="tx1"/>
                  </a:solidFill>
                  <a:miter lim="800000"/>
                  <a:headEnd/>
                  <a:tailEnd/>
                </a14:hiddenLine>
              </a:ext>
            </a:extLst>
          </p:spPr>
          <p:txBody>
            <a:bodyPr/>
            <a:lstStyle>
              <a:lvl1pPr>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algn="ctr" eaLnBrk="1" hangingPunct="1"/>
              <a:endParaRPr lang="en-US" altLang="en-US"/>
            </a:p>
          </p:txBody>
        </p:sp>
        <p:sp>
          <p:nvSpPr>
            <p:cNvPr id="35865" name="AutoShape 6">
              <a:extLst>
                <a:ext uri="{FF2B5EF4-FFF2-40B4-BE49-F238E27FC236}">
                  <a16:creationId xmlns:a16="http://schemas.microsoft.com/office/drawing/2014/main" id="{EE1D4C2E-AA85-3BB6-FFA3-5F42708340A9}"/>
                </a:ext>
              </a:extLst>
            </p:cNvPr>
            <p:cNvSpPr>
              <a:spLocks/>
            </p:cNvSpPr>
            <p:nvPr/>
          </p:nvSpPr>
          <p:spPr bwMode="auto">
            <a:xfrm rot="10800000">
              <a:off x="1432" y="88"/>
              <a:ext cx="312" cy="288"/>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13734" y="65"/>
                  </a:moveTo>
                  <a:cubicBezTo>
                    <a:pt x="4547" y="550"/>
                    <a:pt x="111" y="6203"/>
                    <a:pt x="14" y="14130"/>
                  </a:cubicBezTo>
                  <a:cubicBezTo>
                    <a:pt x="9" y="16620"/>
                    <a:pt x="5" y="19110"/>
                    <a:pt x="0" y="21600"/>
                  </a:cubicBezTo>
                  <a:cubicBezTo>
                    <a:pt x="7200" y="21600"/>
                    <a:pt x="14400" y="21600"/>
                    <a:pt x="21600" y="21600"/>
                  </a:cubicBezTo>
                  <a:cubicBezTo>
                    <a:pt x="21600" y="14400"/>
                    <a:pt x="21600" y="7200"/>
                    <a:pt x="21600" y="0"/>
                  </a:cubicBezTo>
                  <a:cubicBezTo>
                    <a:pt x="18978" y="22"/>
                    <a:pt x="16356" y="43"/>
                    <a:pt x="13734" y="65"/>
                  </a:cubicBezTo>
                  <a:cubicBezTo>
                    <a:pt x="13734" y="65"/>
                    <a:pt x="13734" y="65"/>
                    <a:pt x="13734" y="65"/>
                  </a:cubicBezTo>
                  <a:cubicBezTo>
                    <a:pt x="13734" y="65"/>
                    <a:pt x="13734" y="65"/>
                    <a:pt x="13734" y="65"/>
                  </a:cubicBezTo>
                </a:path>
              </a:pathLst>
            </a:custGeom>
            <a:solidFill>
              <a:srgbClr val="003C83"/>
            </a:solidFill>
            <a:ln>
              <a:noFill/>
            </a:ln>
            <a:extLst>
              <a:ext uri="{91240B29-F687-4F45-9708-019B960494DF}">
                <a14:hiddenLine xmlns:a14="http://schemas.microsoft.com/office/drawing/2010/main" w="25400">
                  <a:solidFill>
                    <a:schemeClr val="tx1"/>
                  </a:solidFill>
                  <a:miter lim="800000"/>
                  <a:headEnd/>
                  <a:tailEnd/>
                </a14:hiddenLine>
              </a:ext>
            </a:extLst>
          </p:spPr>
          <p:txBody>
            <a:bodyPr/>
            <a:lstStyle/>
            <a:p>
              <a:endParaRPr lang="en-US"/>
            </a:p>
          </p:txBody>
        </p:sp>
        <p:sp>
          <p:nvSpPr>
            <p:cNvPr id="35866" name="AutoShape 7">
              <a:extLst>
                <a:ext uri="{FF2B5EF4-FFF2-40B4-BE49-F238E27FC236}">
                  <a16:creationId xmlns:a16="http://schemas.microsoft.com/office/drawing/2014/main" id="{DA03D375-F986-C368-2D78-C74C35381B2A}"/>
                </a:ext>
              </a:extLst>
            </p:cNvPr>
            <p:cNvSpPr>
              <a:spLocks/>
            </p:cNvSpPr>
            <p:nvPr/>
          </p:nvSpPr>
          <p:spPr bwMode="auto">
            <a:xfrm>
              <a:off x="0" y="0"/>
              <a:ext cx="312" cy="288"/>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13734" y="65"/>
                  </a:moveTo>
                  <a:cubicBezTo>
                    <a:pt x="4547" y="550"/>
                    <a:pt x="111" y="6203"/>
                    <a:pt x="14" y="14130"/>
                  </a:cubicBezTo>
                  <a:cubicBezTo>
                    <a:pt x="9" y="16620"/>
                    <a:pt x="5" y="19110"/>
                    <a:pt x="0" y="21600"/>
                  </a:cubicBezTo>
                  <a:cubicBezTo>
                    <a:pt x="7200" y="21600"/>
                    <a:pt x="14400" y="21600"/>
                    <a:pt x="21600" y="21600"/>
                  </a:cubicBezTo>
                  <a:cubicBezTo>
                    <a:pt x="21600" y="14400"/>
                    <a:pt x="21600" y="7200"/>
                    <a:pt x="21600" y="0"/>
                  </a:cubicBezTo>
                  <a:cubicBezTo>
                    <a:pt x="18978" y="22"/>
                    <a:pt x="16356" y="43"/>
                    <a:pt x="13734" y="65"/>
                  </a:cubicBezTo>
                  <a:cubicBezTo>
                    <a:pt x="13734" y="65"/>
                    <a:pt x="13734" y="65"/>
                    <a:pt x="13734" y="65"/>
                  </a:cubicBezTo>
                  <a:cubicBezTo>
                    <a:pt x="13734" y="65"/>
                    <a:pt x="13734" y="65"/>
                    <a:pt x="13734" y="65"/>
                  </a:cubicBezTo>
                </a:path>
              </a:pathLst>
            </a:custGeom>
            <a:solidFill>
              <a:srgbClr val="003C83"/>
            </a:solidFill>
            <a:ln>
              <a:noFill/>
            </a:ln>
            <a:extLst>
              <a:ext uri="{91240B29-F687-4F45-9708-019B960494DF}">
                <a14:hiddenLine xmlns:a14="http://schemas.microsoft.com/office/drawing/2010/main" w="25400">
                  <a:solidFill>
                    <a:schemeClr val="tx1"/>
                  </a:solidFill>
                  <a:miter lim="800000"/>
                  <a:headEnd/>
                  <a:tailEnd/>
                </a14:hiddenLine>
              </a:ext>
            </a:extLst>
          </p:spPr>
          <p:txBody>
            <a:bodyPr/>
            <a:lstStyle/>
            <a:p>
              <a:endParaRPr lang="en-US"/>
            </a:p>
          </p:txBody>
        </p:sp>
        <p:sp>
          <p:nvSpPr>
            <p:cNvPr id="35867" name="Rectangle 8">
              <a:extLst>
                <a:ext uri="{FF2B5EF4-FFF2-40B4-BE49-F238E27FC236}">
                  <a16:creationId xmlns:a16="http://schemas.microsoft.com/office/drawing/2014/main" id="{DA4E0246-4F3D-F189-950F-8988A3010509}"/>
                </a:ext>
              </a:extLst>
            </p:cNvPr>
            <p:cNvSpPr>
              <a:spLocks/>
            </p:cNvSpPr>
            <p:nvPr/>
          </p:nvSpPr>
          <p:spPr bwMode="auto">
            <a:xfrm>
              <a:off x="0" y="216"/>
              <a:ext cx="392" cy="160"/>
            </a:xfrm>
            <a:prstGeom prst="rect">
              <a:avLst/>
            </a:prstGeom>
            <a:solidFill>
              <a:srgbClr val="003C83"/>
            </a:solidFill>
            <a:ln>
              <a:noFill/>
            </a:ln>
            <a:extLst>
              <a:ext uri="{91240B29-F687-4F45-9708-019B960494DF}">
                <a14:hiddenLine xmlns:a14="http://schemas.microsoft.com/office/drawing/2010/main" w="25400">
                  <a:solidFill>
                    <a:schemeClr val="tx1"/>
                  </a:solidFill>
                  <a:miter lim="800000"/>
                  <a:headEnd/>
                  <a:tailEnd/>
                </a14:hiddenLine>
              </a:ext>
            </a:extLst>
          </p:spPr>
          <p:txBody>
            <a:bodyPr/>
            <a:lstStyle>
              <a:lvl1pPr>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algn="ctr" eaLnBrk="1" hangingPunct="1"/>
              <a:endParaRPr lang="en-US" altLang="en-US"/>
            </a:p>
          </p:txBody>
        </p:sp>
        <p:sp>
          <p:nvSpPr>
            <p:cNvPr id="35868" name="Rectangle 9">
              <a:extLst>
                <a:ext uri="{FF2B5EF4-FFF2-40B4-BE49-F238E27FC236}">
                  <a16:creationId xmlns:a16="http://schemas.microsoft.com/office/drawing/2014/main" id="{EE57463D-0A56-F4AD-19E8-CB86C95424C5}"/>
                </a:ext>
              </a:extLst>
            </p:cNvPr>
            <p:cNvSpPr>
              <a:spLocks/>
            </p:cNvSpPr>
            <p:nvPr/>
          </p:nvSpPr>
          <p:spPr bwMode="auto">
            <a:xfrm>
              <a:off x="1352" y="0"/>
              <a:ext cx="392" cy="160"/>
            </a:xfrm>
            <a:prstGeom prst="rect">
              <a:avLst/>
            </a:prstGeom>
            <a:solidFill>
              <a:srgbClr val="003C83"/>
            </a:solidFill>
            <a:ln>
              <a:noFill/>
            </a:ln>
            <a:extLst>
              <a:ext uri="{91240B29-F687-4F45-9708-019B960494DF}">
                <a14:hiddenLine xmlns:a14="http://schemas.microsoft.com/office/drawing/2010/main" w="25400">
                  <a:solidFill>
                    <a:schemeClr val="tx1"/>
                  </a:solidFill>
                  <a:miter lim="800000"/>
                  <a:headEnd/>
                  <a:tailEnd/>
                </a14:hiddenLine>
              </a:ext>
            </a:extLst>
          </p:spPr>
          <p:txBody>
            <a:bodyPr/>
            <a:lstStyle>
              <a:lvl1pPr>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algn="ctr" eaLnBrk="1" hangingPunct="1"/>
              <a:endParaRPr lang="en-US" altLang="en-US"/>
            </a:p>
          </p:txBody>
        </p:sp>
        <p:sp>
          <p:nvSpPr>
            <p:cNvPr id="35869" name="Rectangle 10">
              <a:extLst>
                <a:ext uri="{FF2B5EF4-FFF2-40B4-BE49-F238E27FC236}">
                  <a16:creationId xmlns:a16="http://schemas.microsoft.com/office/drawing/2014/main" id="{6CF9FDC0-CCE3-2D02-3E53-C31AA402CD8D}"/>
                </a:ext>
              </a:extLst>
            </p:cNvPr>
            <p:cNvSpPr>
              <a:spLocks/>
            </p:cNvSpPr>
            <p:nvPr/>
          </p:nvSpPr>
          <p:spPr bwMode="auto">
            <a:xfrm>
              <a:off x="104" y="8"/>
              <a:ext cx="1336" cy="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50800" tIns="50800" rIns="50800" bIns="50800"/>
            <a:lstStyle>
              <a:lvl1pPr>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eaLnBrk="1" hangingPunct="1"/>
              <a:r>
                <a:rPr lang="en-US" altLang="en-US">
                  <a:solidFill>
                    <a:srgbClr val="FFFFFF"/>
                  </a:solidFill>
                </a:rPr>
                <a:t>Roles</a:t>
              </a:r>
            </a:p>
          </p:txBody>
        </p:sp>
      </p:grpSp>
      <p:grpSp>
        <p:nvGrpSpPr>
          <p:cNvPr id="35844" name="Group 11">
            <a:extLst>
              <a:ext uri="{FF2B5EF4-FFF2-40B4-BE49-F238E27FC236}">
                <a16:creationId xmlns:a16="http://schemas.microsoft.com/office/drawing/2014/main" id="{CE083254-F127-6A66-75D1-BB66E294AB75}"/>
              </a:ext>
            </a:extLst>
          </p:cNvPr>
          <p:cNvGrpSpPr>
            <a:grpSpLocks/>
          </p:cNvGrpSpPr>
          <p:nvPr/>
        </p:nvGrpSpPr>
        <p:grpSpPr bwMode="auto">
          <a:xfrm>
            <a:off x="3162300" y="2692400"/>
            <a:ext cx="4140200" cy="2527300"/>
            <a:chOff x="0" y="0"/>
            <a:chExt cx="2608" cy="1592"/>
          </a:xfrm>
        </p:grpSpPr>
        <p:sp>
          <p:nvSpPr>
            <p:cNvPr id="21516" name="AutoShape 12">
              <a:extLst>
                <a:ext uri="{FF2B5EF4-FFF2-40B4-BE49-F238E27FC236}">
                  <a16:creationId xmlns:a16="http://schemas.microsoft.com/office/drawing/2014/main" id="{62FF71BE-F2AC-EF46-DA7C-58CFD8874090}"/>
                </a:ext>
              </a:extLst>
            </p:cNvPr>
            <p:cNvSpPr>
              <a:spLocks/>
            </p:cNvSpPr>
            <p:nvPr/>
          </p:nvSpPr>
          <p:spPr bwMode="auto">
            <a:xfrm>
              <a:off x="8" y="0"/>
              <a:ext cx="2600" cy="1592"/>
            </a:xfrm>
            <a:prstGeom prst="roundRect">
              <a:avLst>
                <a:gd name="adj" fmla="val 12060"/>
              </a:avLst>
            </a:prstGeom>
            <a:blipFill dpi="0" rotWithShape="0">
              <a:blip r:embed="rId3"/>
              <a:srcRect/>
              <a:tile tx="0" ty="0" sx="100000" sy="100000" flip="none" algn="tl"/>
            </a:blipFill>
            <a:ln w="25400">
              <a:solidFill>
                <a:srgbClr val="003C83"/>
              </a:solidFill>
              <a:round/>
              <a:headEnd/>
              <a:tailEnd/>
            </a:ln>
            <a:effectLst>
              <a:outerShdw blurRad="114300" dist="63500" dir="2700000" algn="ctr" rotWithShape="0">
                <a:schemeClr val="bg2">
                  <a:alpha val="29999"/>
                </a:schemeClr>
              </a:outerShdw>
            </a:effectLst>
          </p:spPr>
          <p:txBody>
            <a:bodyPr/>
            <a:lstStyle/>
            <a:p>
              <a:pPr algn="ctr" eaLnBrk="1" hangingPunct="1">
                <a:defRPr/>
              </a:pPr>
              <a:endParaRPr lang="en-US">
                <a:latin typeface="Gill Sans" pitchFamily="80" charset="0"/>
                <a:ea typeface="ヒラギノ角ゴ Pro W3" pitchFamily="80" charset="-128"/>
                <a:sym typeface="Gill Sans" pitchFamily="80" charset="0"/>
              </a:endParaRPr>
            </a:p>
          </p:txBody>
        </p:sp>
        <p:sp>
          <p:nvSpPr>
            <p:cNvPr id="35855" name="Rectangle 13">
              <a:extLst>
                <a:ext uri="{FF2B5EF4-FFF2-40B4-BE49-F238E27FC236}">
                  <a16:creationId xmlns:a16="http://schemas.microsoft.com/office/drawing/2014/main" id="{8CE475BA-D3F9-60C7-B963-11581B165F0A}"/>
                </a:ext>
              </a:extLst>
            </p:cNvPr>
            <p:cNvSpPr>
              <a:spLocks/>
            </p:cNvSpPr>
            <p:nvPr/>
          </p:nvSpPr>
          <p:spPr bwMode="auto">
            <a:xfrm>
              <a:off x="96" y="392"/>
              <a:ext cx="2320" cy="1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50800" tIns="50800" rIns="50800" bIns="50800"/>
            <a:lstStyle>
              <a:lvl1pPr>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eaLnBrk="1" hangingPunct="1">
                <a:buClr>
                  <a:srgbClr val="FFFFFF"/>
                </a:buClr>
                <a:buSzPct val="125000"/>
                <a:buFont typeface="Gill Sans" panose="020B0502020104020203" pitchFamily="34" charset="-79"/>
                <a:buChar char="•"/>
              </a:pPr>
              <a:r>
                <a:rPr lang="en-US" altLang="en-US" sz="2800">
                  <a:solidFill>
                    <a:srgbClr val="FFFFFF"/>
                  </a:solidFill>
                </a:rPr>
                <a:t>Sprint planning</a:t>
              </a:r>
            </a:p>
            <a:p>
              <a:pPr eaLnBrk="1" hangingPunct="1">
                <a:buClr>
                  <a:srgbClr val="FFFFFF"/>
                </a:buClr>
                <a:buSzPct val="125000"/>
                <a:buFont typeface="Gill Sans" panose="020B0502020104020203" pitchFamily="34" charset="-79"/>
                <a:buChar char="•"/>
              </a:pPr>
              <a:r>
                <a:rPr lang="en-US" altLang="en-US" sz="2800">
                  <a:solidFill>
                    <a:srgbClr val="FFFFFF"/>
                  </a:solidFill>
                </a:rPr>
                <a:t>Sprint review</a:t>
              </a:r>
            </a:p>
            <a:p>
              <a:pPr eaLnBrk="1" hangingPunct="1">
                <a:buClr>
                  <a:srgbClr val="FFFFFF"/>
                </a:buClr>
                <a:buSzPct val="125000"/>
                <a:buFont typeface="Gill Sans" panose="020B0502020104020203" pitchFamily="34" charset="-79"/>
                <a:buChar char="•"/>
              </a:pPr>
              <a:r>
                <a:rPr lang="en-US" altLang="en-US" sz="2800">
                  <a:solidFill>
                    <a:srgbClr val="FFFFFF"/>
                  </a:solidFill>
                </a:rPr>
                <a:t>Sprint retrospective</a:t>
              </a:r>
            </a:p>
            <a:p>
              <a:pPr eaLnBrk="1" hangingPunct="1">
                <a:buClr>
                  <a:srgbClr val="FFFFFF"/>
                </a:buClr>
                <a:buSzPct val="125000"/>
                <a:buFont typeface="Gill Sans" panose="020B0502020104020203" pitchFamily="34" charset="-79"/>
                <a:buChar char="•"/>
              </a:pPr>
              <a:r>
                <a:rPr lang="en-US" altLang="en-US" sz="2800">
                  <a:solidFill>
                    <a:srgbClr val="FFFFFF"/>
                  </a:solidFill>
                </a:rPr>
                <a:t>Daily scrum meeting</a:t>
              </a:r>
            </a:p>
          </p:txBody>
        </p:sp>
        <p:sp>
          <p:nvSpPr>
            <p:cNvPr id="35856" name="Rectangle 14">
              <a:extLst>
                <a:ext uri="{FF2B5EF4-FFF2-40B4-BE49-F238E27FC236}">
                  <a16:creationId xmlns:a16="http://schemas.microsoft.com/office/drawing/2014/main" id="{EE1D747E-4438-636C-024D-FADE0B68DF68}"/>
                </a:ext>
              </a:extLst>
            </p:cNvPr>
            <p:cNvSpPr>
              <a:spLocks/>
            </p:cNvSpPr>
            <p:nvPr/>
          </p:nvSpPr>
          <p:spPr bwMode="auto">
            <a:xfrm>
              <a:off x="304" y="0"/>
              <a:ext cx="1200" cy="376"/>
            </a:xfrm>
            <a:prstGeom prst="rect">
              <a:avLst/>
            </a:prstGeom>
            <a:solidFill>
              <a:srgbClr val="003C83"/>
            </a:solidFill>
            <a:ln>
              <a:noFill/>
            </a:ln>
            <a:extLst>
              <a:ext uri="{91240B29-F687-4F45-9708-019B960494DF}">
                <a14:hiddenLine xmlns:a14="http://schemas.microsoft.com/office/drawing/2010/main" w="25400">
                  <a:solidFill>
                    <a:schemeClr val="tx1"/>
                  </a:solidFill>
                  <a:miter lim="800000"/>
                  <a:headEnd/>
                  <a:tailEnd/>
                </a14:hiddenLine>
              </a:ext>
            </a:extLst>
          </p:spPr>
          <p:txBody>
            <a:bodyPr/>
            <a:lstStyle>
              <a:lvl1pPr>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algn="ctr" eaLnBrk="1" hangingPunct="1"/>
              <a:endParaRPr lang="en-US" altLang="en-US"/>
            </a:p>
          </p:txBody>
        </p:sp>
        <p:sp>
          <p:nvSpPr>
            <p:cNvPr id="35857" name="AutoShape 15">
              <a:extLst>
                <a:ext uri="{FF2B5EF4-FFF2-40B4-BE49-F238E27FC236}">
                  <a16:creationId xmlns:a16="http://schemas.microsoft.com/office/drawing/2014/main" id="{48DF37BF-D05C-0CDE-0D20-B2FF93792399}"/>
                </a:ext>
              </a:extLst>
            </p:cNvPr>
            <p:cNvSpPr>
              <a:spLocks/>
            </p:cNvSpPr>
            <p:nvPr/>
          </p:nvSpPr>
          <p:spPr bwMode="auto">
            <a:xfrm rot="10800000">
              <a:off x="1432" y="88"/>
              <a:ext cx="312" cy="288"/>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13734" y="65"/>
                  </a:moveTo>
                  <a:cubicBezTo>
                    <a:pt x="4547" y="550"/>
                    <a:pt x="111" y="6203"/>
                    <a:pt x="14" y="14130"/>
                  </a:cubicBezTo>
                  <a:cubicBezTo>
                    <a:pt x="9" y="16620"/>
                    <a:pt x="5" y="19110"/>
                    <a:pt x="0" y="21600"/>
                  </a:cubicBezTo>
                  <a:cubicBezTo>
                    <a:pt x="7200" y="21600"/>
                    <a:pt x="14400" y="21600"/>
                    <a:pt x="21600" y="21600"/>
                  </a:cubicBezTo>
                  <a:cubicBezTo>
                    <a:pt x="21600" y="14400"/>
                    <a:pt x="21600" y="7200"/>
                    <a:pt x="21600" y="0"/>
                  </a:cubicBezTo>
                  <a:cubicBezTo>
                    <a:pt x="18978" y="22"/>
                    <a:pt x="16356" y="43"/>
                    <a:pt x="13734" y="65"/>
                  </a:cubicBezTo>
                  <a:cubicBezTo>
                    <a:pt x="13734" y="65"/>
                    <a:pt x="13734" y="65"/>
                    <a:pt x="13734" y="65"/>
                  </a:cubicBezTo>
                  <a:cubicBezTo>
                    <a:pt x="13734" y="65"/>
                    <a:pt x="13734" y="65"/>
                    <a:pt x="13734" y="65"/>
                  </a:cubicBezTo>
                </a:path>
              </a:pathLst>
            </a:custGeom>
            <a:solidFill>
              <a:srgbClr val="003C83"/>
            </a:solidFill>
            <a:ln>
              <a:noFill/>
            </a:ln>
            <a:extLst>
              <a:ext uri="{91240B29-F687-4F45-9708-019B960494DF}">
                <a14:hiddenLine xmlns:a14="http://schemas.microsoft.com/office/drawing/2010/main" w="25400">
                  <a:solidFill>
                    <a:schemeClr val="tx1"/>
                  </a:solidFill>
                  <a:miter lim="800000"/>
                  <a:headEnd/>
                  <a:tailEnd/>
                </a14:hiddenLine>
              </a:ext>
            </a:extLst>
          </p:spPr>
          <p:txBody>
            <a:bodyPr/>
            <a:lstStyle/>
            <a:p>
              <a:endParaRPr lang="en-US"/>
            </a:p>
          </p:txBody>
        </p:sp>
        <p:sp>
          <p:nvSpPr>
            <p:cNvPr id="35858" name="AutoShape 16">
              <a:extLst>
                <a:ext uri="{FF2B5EF4-FFF2-40B4-BE49-F238E27FC236}">
                  <a16:creationId xmlns:a16="http://schemas.microsoft.com/office/drawing/2014/main" id="{7BFB9762-242A-C97E-BC3D-6178AE468150}"/>
                </a:ext>
              </a:extLst>
            </p:cNvPr>
            <p:cNvSpPr>
              <a:spLocks/>
            </p:cNvSpPr>
            <p:nvPr/>
          </p:nvSpPr>
          <p:spPr bwMode="auto">
            <a:xfrm>
              <a:off x="0" y="0"/>
              <a:ext cx="312" cy="288"/>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13734" y="65"/>
                  </a:moveTo>
                  <a:cubicBezTo>
                    <a:pt x="4547" y="550"/>
                    <a:pt x="111" y="6203"/>
                    <a:pt x="14" y="14130"/>
                  </a:cubicBezTo>
                  <a:cubicBezTo>
                    <a:pt x="9" y="16620"/>
                    <a:pt x="5" y="19110"/>
                    <a:pt x="0" y="21600"/>
                  </a:cubicBezTo>
                  <a:cubicBezTo>
                    <a:pt x="7200" y="21600"/>
                    <a:pt x="14400" y="21600"/>
                    <a:pt x="21600" y="21600"/>
                  </a:cubicBezTo>
                  <a:cubicBezTo>
                    <a:pt x="21600" y="14400"/>
                    <a:pt x="21600" y="7200"/>
                    <a:pt x="21600" y="0"/>
                  </a:cubicBezTo>
                  <a:cubicBezTo>
                    <a:pt x="18978" y="22"/>
                    <a:pt x="16356" y="43"/>
                    <a:pt x="13734" y="65"/>
                  </a:cubicBezTo>
                  <a:cubicBezTo>
                    <a:pt x="13734" y="65"/>
                    <a:pt x="13734" y="65"/>
                    <a:pt x="13734" y="65"/>
                  </a:cubicBezTo>
                  <a:cubicBezTo>
                    <a:pt x="13734" y="65"/>
                    <a:pt x="13734" y="65"/>
                    <a:pt x="13734" y="65"/>
                  </a:cubicBezTo>
                </a:path>
              </a:pathLst>
            </a:custGeom>
            <a:solidFill>
              <a:srgbClr val="003C83"/>
            </a:solidFill>
            <a:ln>
              <a:noFill/>
            </a:ln>
            <a:extLst>
              <a:ext uri="{91240B29-F687-4F45-9708-019B960494DF}">
                <a14:hiddenLine xmlns:a14="http://schemas.microsoft.com/office/drawing/2010/main" w="25400">
                  <a:solidFill>
                    <a:schemeClr val="tx1"/>
                  </a:solidFill>
                  <a:miter lim="800000"/>
                  <a:headEnd/>
                  <a:tailEnd/>
                </a14:hiddenLine>
              </a:ext>
            </a:extLst>
          </p:spPr>
          <p:txBody>
            <a:bodyPr/>
            <a:lstStyle/>
            <a:p>
              <a:endParaRPr lang="en-US"/>
            </a:p>
          </p:txBody>
        </p:sp>
        <p:sp>
          <p:nvSpPr>
            <p:cNvPr id="35859" name="Rectangle 17">
              <a:extLst>
                <a:ext uri="{FF2B5EF4-FFF2-40B4-BE49-F238E27FC236}">
                  <a16:creationId xmlns:a16="http://schemas.microsoft.com/office/drawing/2014/main" id="{26F8DC00-7F0C-3B34-EED9-027DE9EA4BEE}"/>
                </a:ext>
              </a:extLst>
            </p:cNvPr>
            <p:cNvSpPr>
              <a:spLocks/>
            </p:cNvSpPr>
            <p:nvPr/>
          </p:nvSpPr>
          <p:spPr bwMode="auto">
            <a:xfrm>
              <a:off x="0" y="216"/>
              <a:ext cx="392" cy="160"/>
            </a:xfrm>
            <a:prstGeom prst="rect">
              <a:avLst/>
            </a:prstGeom>
            <a:solidFill>
              <a:srgbClr val="003C83"/>
            </a:solidFill>
            <a:ln>
              <a:noFill/>
            </a:ln>
            <a:extLst>
              <a:ext uri="{91240B29-F687-4F45-9708-019B960494DF}">
                <a14:hiddenLine xmlns:a14="http://schemas.microsoft.com/office/drawing/2010/main" w="25400">
                  <a:solidFill>
                    <a:schemeClr val="tx1"/>
                  </a:solidFill>
                  <a:miter lim="800000"/>
                  <a:headEnd/>
                  <a:tailEnd/>
                </a14:hiddenLine>
              </a:ext>
            </a:extLst>
          </p:spPr>
          <p:txBody>
            <a:bodyPr/>
            <a:lstStyle>
              <a:lvl1pPr>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algn="ctr" eaLnBrk="1" hangingPunct="1"/>
              <a:endParaRPr lang="en-US" altLang="en-US"/>
            </a:p>
          </p:txBody>
        </p:sp>
        <p:sp>
          <p:nvSpPr>
            <p:cNvPr id="35860" name="Rectangle 18">
              <a:extLst>
                <a:ext uri="{FF2B5EF4-FFF2-40B4-BE49-F238E27FC236}">
                  <a16:creationId xmlns:a16="http://schemas.microsoft.com/office/drawing/2014/main" id="{BBB44FA9-1D43-6306-6DD7-301D65D230E3}"/>
                </a:ext>
              </a:extLst>
            </p:cNvPr>
            <p:cNvSpPr>
              <a:spLocks/>
            </p:cNvSpPr>
            <p:nvPr/>
          </p:nvSpPr>
          <p:spPr bwMode="auto">
            <a:xfrm>
              <a:off x="1352" y="0"/>
              <a:ext cx="392" cy="160"/>
            </a:xfrm>
            <a:prstGeom prst="rect">
              <a:avLst/>
            </a:prstGeom>
            <a:solidFill>
              <a:srgbClr val="003C83"/>
            </a:solidFill>
            <a:ln>
              <a:noFill/>
            </a:ln>
            <a:extLst>
              <a:ext uri="{91240B29-F687-4F45-9708-019B960494DF}">
                <a14:hiddenLine xmlns:a14="http://schemas.microsoft.com/office/drawing/2010/main" w="25400">
                  <a:solidFill>
                    <a:schemeClr val="tx1"/>
                  </a:solidFill>
                  <a:miter lim="800000"/>
                  <a:headEnd/>
                  <a:tailEnd/>
                </a14:hiddenLine>
              </a:ext>
            </a:extLst>
          </p:spPr>
          <p:txBody>
            <a:bodyPr/>
            <a:lstStyle>
              <a:lvl1pPr>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algn="ctr" eaLnBrk="1" hangingPunct="1"/>
              <a:endParaRPr lang="en-US" altLang="en-US"/>
            </a:p>
          </p:txBody>
        </p:sp>
        <p:sp>
          <p:nvSpPr>
            <p:cNvPr id="35861" name="Rectangle 19">
              <a:extLst>
                <a:ext uri="{FF2B5EF4-FFF2-40B4-BE49-F238E27FC236}">
                  <a16:creationId xmlns:a16="http://schemas.microsoft.com/office/drawing/2014/main" id="{BA39A50F-8449-5FC3-3B35-8A389B9FEDD1}"/>
                </a:ext>
              </a:extLst>
            </p:cNvPr>
            <p:cNvSpPr>
              <a:spLocks/>
            </p:cNvSpPr>
            <p:nvPr/>
          </p:nvSpPr>
          <p:spPr bwMode="auto">
            <a:xfrm>
              <a:off x="104" y="8"/>
              <a:ext cx="1512" cy="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50800" tIns="50800" rIns="50800" bIns="50800"/>
            <a:lstStyle>
              <a:lvl1pPr>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eaLnBrk="1" hangingPunct="1"/>
              <a:r>
                <a:rPr lang="en-US" altLang="en-US">
                  <a:solidFill>
                    <a:srgbClr val="FFFFFF"/>
                  </a:solidFill>
                </a:rPr>
                <a:t>Ceremonies</a:t>
              </a:r>
            </a:p>
          </p:txBody>
        </p:sp>
      </p:grpSp>
      <p:grpSp>
        <p:nvGrpSpPr>
          <p:cNvPr id="35845" name="Group 20">
            <a:extLst>
              <a:ext uri="{FF2B5EF4-FFF2-40B4-BE49-F238E27FC236}">
                <a16:creationId xmlns:a16="http://schemas.microsoft.com/office/drawing/2014/main" id="{B7BA09B8-BBA5-882B-4A05-33BFDB1C2E96}"/>
              </a:ext>
            </a:extLst>
          </p:cNvPr>
          <p:cNvGrpSpPr>
            <a:grpSpLocks/>
          </p:cNvGrpSpPr>
          <p:nvPr/>
        </p:nvGrpSpPr>
        <p:grpSpPr bwMode="auto">
          <a:xfrm>
            <a:off x="5105400" y="5105400"/>
            <a:ext cx="4140200" cy="2044700"/>
            <a:chOff x="0" y="0"/>
            <a:chExt cx="2608" cy="1288"/>
          </a:xfrm>
        </p:grpSpPr>
        <p:sp>
          <p:nvSpPr>
            <p:cNvPr id="21525" name="AutoShape 21">
              <a:extLst>
                <a:ext uri="{FF2B5EF4-FFF2-40B4-BE49-F238E27FC236}">
                  <a16:creationId xmlns:a16="http://schemas.microsoft.com/office/drawing/2014/main" id="{36DC4625-BD77-292B-E21D-04A7D637F8B6}"/>
                </a:ext>
              </a:extLst>
            </p:cNvPr>
            <p:cNvSpPr>
              <a:spLocks/>
            </p:cNvSpPr>
            <p:nvPr/>
          </p:nvSpPr>
          <p:spPr bwMode="auto">
            <a:xfrm>
              <a:off x="8" y="0"/>
              <a:ext cx="2600" cy="1288"/>
            </a:xfrm>
            <a:prstGeom prst="roundRect">
              <a:avLst>
                <a:gd name="adj" fmla="val 14903"/>
              </a:avLst>
            </a:prstGeom>
            <a:blipFill dpi="0" rotWithShape="0">
              <a:blip r:embed="rId3"/>
              <a:srcRect/>
              <a:tile tx="0" ty="0" sx="100000" sy="100000" flip="none" algn="tl"/>
            </a:blipFill>
            <a:ln w="25400">
              <a:solidFill>
                <a:srgbClr val="003C83"/>
              </a:solidFill>
              <a:round/>
              <a:headEnd/>
              <a:tailEnd/>
            </a:ln>
            <a:effectLst>
              <a:outerShdw blurRad="114300" dist="63500" dir="2700000" algn="ctr" rotWithShape="0">
                <a:schemeClr val="bg2">
                  <a:alpha val="29999"/>
                </a:schemeClr>
              </a:outerShdw>
            </a:effectLst>
          </p:spPr>
          <p:txBody>
            <a:bodyPr/>
            <a:lstStyle/>
            <a:p>
              <a:pPr algn="ctr" eaLnBrk="1" hangingPunct="1">
                <a:defRPr/>
              </a:pPr>
              <a:endParaRPr lang="en-US">
                <a:latin typeface="Gill Sans" pitchFamily="80" charset="0"/>
                <a:ea typeface="ヒラギノ角ゴ Pro W3" pitchFamily="80" charset="-128"/>
                <a:sym typeface="Gill Sans" pitchFamily="80" charset="0"/>
              </a:endParaRPr>
            </a:p>
          </p:txBody>
        </p:sp>
        <p:sp>
          <p:nvSpPr>
            <p:cNvPr id="35847" name="Rectangle 22">
              <a:extLst>
                <a:ext uri="{FF2B5EF4-FFF2-40B4-BE49-F238E27FC236}">
                  <a16:creationId xmlns:a16="http://schemas.microsoft.com/office/drawing/2014/main" id="{3FCB1813-718C-9EE4-1398-63D4E2C8E170}"/>
                </a:ext>
              </a:extLst>
            </p:cNvPr>
            <p:cNvSpPr>
              <a:spLocks/>
            </p:cNvSpPr>
            <p:nvPr/>
          </p:nvSpPr>
          <p:spPr bwMode="auto">
            <a:xfrm>
              <a:off x="96" y="392"/>
              <a:ext cx="2376" cy="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50800" tIns="50800" rIns="50800" bIns="50800"/>
            <a:lstStyle>
              <a:lvl1pPr>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eaLnBrk="1" hangingPunct="1">
                <a:buClr>
                  <a:srgbClr val="FFFFFF"/>
                </a:buClr>
                <a:buSzPct val="125000"/>
                <a:buFont typeface="Gill Sans" panose="020B0502020104020203" pitchFamily="34" charset="-79"/>
                <a:buChar char="•"/>
              </a:pPr>
              <a:r>
                <a:rPr lang="en-US" altLang="en-US" sz="2800">
                  <a:solidFill>
                    <a:srgbClr val="FFFFFF"/>
                  </a:solidFill>
                </a:rPr>
                <a:t>Product backlog</a:t>
              </a:r>
            </a:p>
            <a:p>
              <a:pPr eaLnBrk="1" hangingPunct="1">
                <a:buClr>
                  <a:srgbClr val="FFFFFF"/>
                </a:buClr>
                <a:buSzPct val="125000"/>
                <a:buFont typeface="Gill Sans" panose="020B0502020104020203" pitchFamily="34" charset="-79"/>
                <a:buChar char="•"/>
              </a:pPr>
              <a:r>
                <a:rPr lang="en-US" altLang="en-US" sz="2800">
                  <a:solidFill>
                    <a:srgbClr val="FFFFFF"/>
                  </a:solidFill>
                </a:rPr>
                <a:t>Sprint backlog</a:t>
              </a:r>
            </a:p>
            <a:p>
              <a:pPr eaLnBrk="1" hangingPunct="1">
                <a:buClr>
                  <a:srgbClr val="FFFFFF"/>
                </a:buClr>
                <a:buSzPct val="125000"/>
                <a:buFont typeface="Gill Sans" panose="020B0502020104020203" pitchFamily="34" charset="-79"/>
                <a:buChar char="•"/>
              </a:pPr>
              <a:r>
                <a:rPr lang="en-US" altLang="en-US" sz="2800">
                  <a:solidFill>
                    <a:srgbClr val="FFFFFF"/>
                  </a:solidFill>
                </a:rPr>
                <a:t>Burndown charts</a:t>
              </a:r>
            </a:p>
          </p:txBody>
        </p:sp>
        <p:sp>
          <p:nvSpPr>
            <p:cNvPr id="35848" name="Rectangle 23">
              <a:extLst>
                <a:ext uri="{FF2B5EF4-FFF2-40B4-BE49-F238E27FC236}">
                  <a16:creationId xmlns:a16="http://schemas.microsoft.com/office/drawing/2014/main" id="{DB84EAF6-57AA-CD29-5E0A-C3EF77AC953C}"/>
                </a:ext>
              </a:extLst>
            </p:cNvPr>
            <p:cNvSpPr>
              <a:spLocks/>
            </p:cNvSpPr>
            <p:nvPr/>
          </p:nvSpPr>
          <p:spPr bwMode="auto">
            <a:xfrm>
              <a:off x="304" y="0"/>
              <a:ext cx="1200" cy="376"/>
            </a:xfrm>
            <a:prstGeom prst="rect">
              <a:avLst/>
            </a:prstGeom>
            <a:solidFill>
              <a:srgbClr val="003C83"/>
            </a:solidFill>
            <a:ln>
              <a:noFill/>
            </a:ln>
            <a:extLst>
              <a:ext uri="{91240B29-F687-4F45-9708-019B960494DF}">
                <a14:hiddenLine xmlns:a14="http://schemas.microsoft.com/office/drawing/2010/main" w="25400">
                  <a:solidFill>
                    <a:schemeClr val="tx1"/>
                  </a:solidFill>
                  <a:miter lim="800000"/>
                  <a:headEnd/>
                  <a:tailEnd/>
                </a14:hiddenLine>
              </a:ext>
            </a:extLst>
          </p:spPr>
          <p:txBody>
            <a:bodyPr/>
            <a:lstStyle>
              <a:lvl1pPr>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algn="ctr" eaLnBrk="1" hangingPunct="1"/>
              <a:endParaRPr lang="en-US" altLang="en-US"/>
            </a:p>
          </p:txBody>
        </p:sp>
        <p:sp>
          <p:nvSpPr>
            <p:cNvPr id="35849" name="AutoShape 24">
              <a:extLst>
                <a:ext uri="{FF2B5EF4-FFF2-40B4-BE49-F238E27FC236}">
                  <a16:creationId xmlns:a16="http://schemas.microsoft.com/office/drawing/2014/main" id="{95820921-94EB-466E-DFA4-AB3EE166A5CC}"/>
                </a:ext>
              </a:extLst>
            </p:cNvPr>
            <p:cNvSpPr>
              <a:spLocks/>
            </p:cNvSpPr>
            <p:nvPr/>
          </p:nvSpPr>
          <p:spPr bwMode="auto">
            <a:xfrm rot="10800000">
              <a:off x="1432" y="88"/>
              <a:ext cx="312" cy="288"/>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13734" y="65"/>
                  </a:moveTo>
                  <a:cubicBezTo>
                    <a:pt x="4547" y="550"/>
                    <a:pt x="111" y="6203"/>
                    <a:pt x="14" y="14130"/>
                  </a:cubicBezTo>
                  <a:cubicBezTo>
                    <a:pt x="9" y="16620"/>
                    <a:pt x="5" y="19110"/>
                    <a:pt x="0" y="21600"/>
                  </a:cubicBezTo>
                  <a:cubicBezTo>
                    <a:pt x="7200" y="21600"/>
                    <a:pt x="14400" y="21600"/>
                    <a:pt x="21600" y="21600"/>
                  </a:cubicBezTo>
                  <a:cubicBezTo>
                    <a:pt x="21600" y="14400"/>
                    <a:pt x="21600" y="7200"/>
                    <a:pt x="21600" y="0"/>
                  </a:cubicBezTo>
                  <a:cubicBezTo>
                    <a:pt x="18978" y="22"/>
                    <a:pt x="16356" y="43"/>
                    <a:pt x="13734" y="65"/>
                  </a:cubicBezTo>
                  <a:cubicBezTo>
                    <a:pt x="13734" y="65"/>
                    <a:pt x="13734" y="65"/>
                    <a:pt x="13734" y="65"/>
                  </a:cubicBezTo>
                  <a:cubicBezTo>
                    <a:pt x="13734" y="65"/>
                    <a:pt x="13734" y="65"/>
                    <a:pt x="13734" y="65"/>
                  </a:cubicBezTo>
                </a:path>
              </a:pathLst>
            </a:custGeom>
            <a:solidFill>
              <a:srgbClr val="003C83"/>
            </a:solidFill>
            <a:ln>
              <a:noFill/>
            </a:ln>
            <a:extLst>
              <a:ext uri="{91240B29-F687-4F45-9708-019B960494DF}">
                <a14:hiddenLine xmlns:a14="http://schemas.microsoft.com/office/drawing/2010/main" w="25400">
                  <a:solidFill>
                    <a:schemeClr val="tx1"/>
                  </a:solidFill>
                  <a:miter lim="800000"/>
                  <a:headEnd/>
                  <a:tailEnd/>
                </a14:hiddenLine>
              </a:ext>
            </a:extLst>
          </p:spPr>
          <p:txBody>
            <a:bodyPr/>
            <a:lstStyle/>
            <a:p>
              <a:endParaRPr lang="en-US"/>
            </a:p>
          </p:txBody>
        </p:sp>
        <p:sp>
          <p:nvSpPr>
            <p:cNvPr id="35850" name="AutoShape 25">
              <a:extLst>
                <a:ext uri="{FF2B5EF4-FFF2-40B4-BE49-F238E27FC236}">
                  <a16:creationId xmlns:a16="http://schemas.microsoft.com/office/drawing/2014/main" id="{496677E3-EA4E-0126-565C-1AEE43843D8A}"/>
                </a:ext>
              </a:extLst>
            </p:cNvPr>
            <p:cNvSpPr>
              <a:spLocks/>
            </p:cNvSpPr>
            <p:nvPr/>
          </p:nvSpPr>
          <p:spPr bwMode="auto">
            <a:xfrm>
              <a:off x="0" y="0"/>
              <a:ext cx="312" cy="288"/>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13734" y="65"/>
                  </a:moveTo>
                  <a:cubicBezTo>
                    <a:pt x="4547" y="550"/>
                    <a:pt x="111" y="6203"/>
                    <a:pt x="14" y="14130"/>
                  </a:cubicBezTo>
                  <a:cubicBezTo>
                    <a:pt x="9" y="16620"/>
                    <a:pt x="5" y="19110"/>
                    <a:pt x="0" y="21600"/>
                  </a:cubicBezTo>
                  <a:cubicBezTo>
                    <a:pt x="7200" y="21600"/>
                    <a:pt x="14400" y="21600"/>
                    <a:pt x="21600" y="21600"/>
                  </a:cubicBezTo>
                  <a:cubicBezTo>
                    <a:pt x="21600" y="14400"/>
                    <a:pt x="21600" y="7200"/>
                    <a:pt x="21600" y="0"/>
                  </a:cubicBezTo>
                  <a:cubicBezTo>
                    <a:pt x="18978" y="22"/>
                    <a:pt x="16356" y="43"/>
                    <a:pt x="13734" y="65"/>
                  </a:cubicBezTo>
                  <a:cubicBezTo>
                    <a:pt x="13734" y="65"/>
                    <a:pt x="13734" y="65"/>
                    <a:pt x="13734" y="65"/>
                  </a:cubicBezTo>
                  <a:cubicBezTo>
                    <a:pt x="13734" y="65"/>
                    <a:pt x="13734" y="65"/>
                    <a:pt x="13734" y="65"/>
                  </a:cubicBezTo>
                </a:path>
              </a:pathLst>
            </a:custGeom>
            <a:solidFill>
              <a:srgbClr val="003C83"/>
            </a:solidFill>
            <a:ln>
              <a:noFill/>
            </a:ln>
            <a:extLst>
              <a:ext uri="{91240B29-F687-4F45-9708-019B960494DF}">
                <a14:hiddenLine xmlns:a14="http://schemas.microsoft.com/office/drawing/2010/main" w="25400">
                  <a:solidFill>
                    <a:schemeClr val="tx1"/>
                  </a:solidFill>
                  <a:miter lim="800000"/>
                  <a:headEnd/>
                  <a:tailEnd/>
                </a14:hiddenLine>
              </a:ext>
            </a:extLst>
          </p:spPr>
          <p:txBody>
            <a:bodyPr/>
            <a:lstStyle/>
            <a:p>
              <a:endParaRPr lang="en-US"/>
            </a:p>
          </p:txBody>
        </p:sp>
        <p:sp>
          <p:nvSpPr>
            <p:cNvPr id="35851" name="Rectangle 26">
              <a:extLst>
                <a:ext uri="{FF2B5EF4-FFF2-40B4-BE49-F238E27FC236}">
                  <a16:creationId xmlns:a16="http://schemas.microsoft.com/office/drawing/2014/main" id="{DD3C16F3-3820-7211-9BF3-0A03D23D4DC6}"/>
                </a:ext>
              </a:extLst>
            </p:cNvPr>
            <p:cNvSpPr>
              <a:spLocks/>
            </p:cNvSpPr>
            <p:nvPr/>
          </p:nvSpPr>
          <p:spPr bwMode="auto">
            <a:xfrm>
              <a:off x="0" y="216"/>
              <a:ext cx="392" cy="160"/>
            </a:xfrm>
            <a:prstGeom prst="rect">
              <a:avLst/>
            </a:prstGeom>
            <a:solidFill>
              <a:srgbClr val="003C83"/>
            </a:solidFill>
            <a:ln>
              <a:noFill/>
            </a:ln>
            <a:extLst>
              <a:ext uri="{91240B29-F687-4F45-9708-019B960494DF}">
                <a14:hiddenLine xmlns:a14="http://schemas.microsoft.com/office/drawing/2010/main" w="25400">
                  <a:solidFill>
                    <a:schemeClr val="tx1"/>
                  </a:solidFill>
                  <a:miter lim="800000"/>
                  <a:headEnd/>
                  <a:tailEnd/>
                </a14:hiddenLine>
              </a:ext>
            </a:extLst>
          </p:spPr>
          <p:txBody>
            <a:bodyPr/>
            <a:lstStyle>
              <a:lvl1pPr>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algn="ctr" eaLnBrk="1" hangingPunct="1"/>
              <a:endParaRPr lang="en-US" altLang="en-US"/>
            </a:p>
          </p:txBody>
        </p:sp>
        <p:sp>
          <p:nvSpPr>
            <p:cNvPr id="35852" name="Rectangle 27">
              <a:extLst>
                <a:ext uri="{FF2B5EF4-FFF2-40B4-BE49-F238E27FC236}">
                  <a16:creationId xmlns:a16="http://schemas.microsoft.com/office/drawing/2014/main" id="{F3B2ABED-8B5D-B7A2-FCD9-4EE9A39E1109}"/>
                </a:ext>
              </a:extLst>
            </p:cNvPr>
            <p:cNvSpPr>
              <a:spLocks/>
            </p:cNvSpPr>
            <p:nvPr/>
          </p:nvSpPr>
          <p:spPr bwMode="auto">
            <a:xfrm>
              <a:off x="1352" y="0"/>
              <a:ext cx="392" cy="160"/>
            </a:xfrm>
            <a:prstGeom prst="rect">
              <a:avLst/>
            </a:prstGeom>
            <a:solidFill>
              <a:srgbClr val="003C83"/>
            </a:solidFill>
            <a:ln>
              <a:noFill/>
            </a:ln>
            <a:extLst>
              <a:ext uri="{91240B29-F687-4F45-9708-019B960494DF}">
                <a14:hiddenLine xmlns:a14="http://schemas.microsoft.com/office/drawing/2010/main" w="25400">
                  <a:solidFill>
                    <a:schemeClr val="tx1"/>
                  </a:solidFill>
                  <a:miter lim="800000"/>
                  <a:headEnd/>
                  <a:tailEnd/>
                </a14:hiddenLine>
              </a:ext>
            </a:extLst>
          </p:spPr>
          <p:txBody>
            <a:bodyPr/>
            <a:lstStyle>
              <a:lvl1pPr>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algn="ctr" eaLnBrk="1" hangingPunct="1"/>
              <a:endParaRPr lang="en-US" altLang="en-US"/>
            </a:p>
          </p:txBody>
        </p:sp>
        <p:sp>
          <p:nvSpPr>
            <p:cNvPr id="35853" name="Rectangle 28">
              <a:extLst>
                <a:ext uri="{FF2B5EF4-FFF2-40B4-BE49-F238E27FC236}">
                  <a16:creationId xmlns:a16="http://schemas.microsoft.com/office/drawing/2014/main" id="{3827E902-D8C5-227F-01AD-611D69EA4146}"/>
                </a:ext>
              </a:extLst>
            </p:cNvPr>
            <p:cNvSpPr>
              <a:spLocks/>
            </p:cNvSpPr>
            <p:nvPr/>
          </p:nvSpPr>
          <p:spPr bwMode="auto">
            <a:xfrm>
              <a:off x="104" y="8"/>
              <a:ext cx="1336" cy="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50800" tIns="50800" rIns="50800" bIns="50800"/>
            <a:lstStyle>
              <a:lvl1pPr>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eaLnBrk="1" hangingPunct="1"/>
              <a:r>
                <a:rPr lang="en-US" altLang="en-US">
                  <a:solidFill>
                    <a:srgbClr val="FFFFFF"/>
                  </a:solidFill>
                </a:rPr>
                <a:t>Artifacts</a:t>
              </a:r>
            </a:p>
          </p:txBody>
        </p:sp>
      </p:grpSp>
    </p:spTree>
  </p:cSld>
  <p:clrMapOvr>
    <a:masterClrMapping/>
  </p:clrMapOvr>
  <p:transition spd="med">
    <p:dissolv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1">
            <a:extLst>
              <a:ext uri="{FF2B5EF4-FFF2-40B4-BE49-F238E27FC236}">
                <a16:creationId xmlns:a16="http://schemas.microsoft.com/office/drawing/2014/main" id="{6C79AEDF-D3C8-D0EF-7A57-3331E53324EF}"/>
              </a:ext>
            </a:extLst>
          </p:cNvPr>
          <p:cNvSpPr>
            <a:spLocks noGrp="1" noChangeArrowheads="1"/>
          </p:cNvSpPr>
          <p:nvPr>
            <p:ph type="title"/>
          </p:nvPr>
        </p:nvSpPr>
        <p:spPr/>
        <p:txBody>
          <a:bodyPr/>
          <a:lstStyle/>
          <a:p>
            <a:pPr eaLnBrk="1" hangingPunct="1"/>
            <a:r>
              <a:rPr lang="en-US" altLang="en-US"/>
              <a:t>Scrum framework</a:t>
            </a:r>
          </a:p>
        </p:txBody>
      </p:sp>
      <p:grpSp>
        <p:nvGrpSpPr>
          <p:cNvPr id="37891" name="Group 2">
            <a:extLst>
              <a:ext uri="{FF2B5EF4-FFF2-40B4-BE49-F238E27FC236}">
                <a16:creationId xmlns:a16="http://schemas.microsoft.com/office/drawing/2014/main" id="{1AC7BA5D-084C-CBF3-7D47-4ED590C0745C}"/>
              </a:ext>
            </a:extLst>
          </p:cNvPr>
          <p:cNvGrpSpPr>
            <a:grpSpLocks/>
          </p:cNvGrpSpPr>
          <p:nvPr/>
        </p:nvGrpSpPr>
        <p:grpSpPr bwMode="auto">
          <a:xfrm>
            <a:off x="3162300" y="2692400"/>
            <a:ext cx="4140200" cy="2527300"/>
            <a:chOff x="0" y="0"/>
            <a:chExt cx="2608" cy="1592"/>
          </a:xfrm>
        </p:grpSpPr>
        <p:sp>
          <p:nvSpPr>
            <p:cNvPr id="22531" name="AutoShape 3">
              <a:extLst>
                <a:ext uri="{FF2B5EF4-FFF2-40B4-BE49-F238E27FC236}">
                  <a16:creationId xmlns:a16="http://schemas.microsoft.com/office/drawing/2014/main" id="{4426DBE4-B050-D73B-A1DE-6C4D465D5B82}"/>
                </a:ext>
              </a:extLst>
            </p:cNvPr>
            <p:cNvSpPr>
              <a:spLocks/>
            </p:cNvSpPr>
            <p:nvPr/>
          </p:nvSpPr>
          <p:spPr bwMode="auto">
            <a:xfrm>
              <a:off x="8" y="0"/>
              <a:ext cx="2600" cy="1592"/>
            </a:xfrm>
            <a:prstGeom prst="roundRect">
              <a:avLst>
                <a:gd name="adj" fmla="val 12060"/>
              </a:avLst>
            </a:prstGeom>
            <a:solidFill>
              <a:srgbClr val="E6E6E6"/>
            </a:solidFill>
            <a:ln w="25400">
              <a:solidFill>
                <a:srgbClr val="B3B3B3"/>
              </a:solidFill>
              <a:round/>
              <a:headEnd/>
              <a:tailEnd/>
            </a:ln>
            <a:effectLst>
              <a:outerShdw blurRad="114300" dist="63500" dir="2700000" algn="ctr" rotWithShape="0">
                <a:schemeClr val="bg2">
                  <a:alpha val="29999"/>
                </a:schemeClr>
              </a:outerShdw>
            </a:effectLst>
          </p:spPr>
          <p:txBody>
            <a:bodyPr/>
            <a:lstStyle/>
            <a:p>
              <a:pPr algn="ctr" eaLnBrk="1" hangingPunct="1">
                <a:defRPr/>
              </a:pPr>
              <a:endParaRPr lang="en-US">
                <a:latin typeface="Gill Sans" pitchFamily="80" charset="0"/>
                <a:ea typeface="ヒラギノ角ゴ Pro W3" pitchFamily="80" charset="-128"/>
                <a:sym typeface="Gill Sans" pitchFamily="80" charset="0"/>
              </a:endParaRPr>
            </a:p>
          </p:txBody>
        </p:sp>
        <p:sp>
          <p:nvSpPr>
            <p:cNvPr id="37910" name="Rectangle 4">
              <a:extLst>
                <a:ext uri="{FF2B5EF4-FFF2-40B4-BE49-F238E27FC236}">
                  <a16:creationId xmlns:a16="http://schemas.microsoft.com/office/drawing/2014/main" id="{2A7F0E0E-7684-42A2-B3F8-B2CA7559935F}"/>
                </a:ext>
              </a:extLst>
            </p:cNvPr>
            <p:cNvSpPr>
              <a:spLocks/>
            </p:cNvSpPr>
            <p:nvPr/>
          </p:nvSpPr>
          <p:spPr bwMode="auto">
            <a:xfrm>
              <a:off x="96" y="392"/>
              <a:ext cx="2320" cy="1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50800" tIns="50800" rIns="50800" bIns="50800"/>
            <a:lstStyle>
              <a:lvl1pPr>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eaLnBrk="1" hangingPunct="1">
                <a:buClr>
                  <a:srgbClr val="B3B3B3"/>
                </a:buClr>
                <a:buSzPct val="125000"/>
                <a:buFont typeface="Lucida Grande" panose="020B0600040502020204" pitchFamily="34" charset="0"/>
                <a:buChar char="•"/>
              </a:pPr>
              <a:r>
                <a:rPr lang="en-US" altLang="en-US" sz="2800">
                  <a:solidFill>
                    <a:srgbClr val="B3B3B3"/>
                  </a:solidFill>
                </a:rPr>
                <a:t>Sprint planning</a:t>
              </a:r>
            </a:p>
            <a:p>
              <a:pPr eaLnBrk="1" hangingPunct="1">
                <a:buClr>
                  <a:srgbClr val="B3B3B3"/>
                </a:buClr>
                <a:buSzPct val="125000"/>
                <a:buFont typeface="Lucida Grande" panose="020B0600040502020204" pitchFamily="34" charset="0"/>
                <a:buChar char="•"/>
              </a:pPr>
              <a:r>
                <a:rPr lang="en-US" altLang="en-US" sz="2800">
                  <a:solidFill>
                    <a:srgbClr val="B3B3B3"/>
                  </a:solidFill>
                </a:rPr>
                <a:t>Sprint review</a:t>
              </a:r>
            </a:p>
            <a:p>
              <a:pPr eaLnBrk="1" hangingPunct="1">
                <a:buClr>
                  <a:srgbClr val="B3B3B3"/>
                </a:buClr>
                <a:buSzPct val="125000"/>
                <a:buFont typeface="Lucida Grande" panose="020B0600040502020204" pitchFamily="34" charset="0"/>
                <a:buChar char="•"/>
              </a:pPr>
              <a:r>
                <a:rPr lang="en-US" altLang="en-US" sz="2800">
                  <a:solidFill>
                    <a:srgbClr val="B3B3B3"/>
                  </a:solidFill>
                </a:rPr>
                <a:t>Sprint retrospective</a:t>
              </a:r>
            </a:p>
            <a:p>
              <a:pPr eaLnBrk="1" hangingPunct="1">
                <a:buClr>
                  <a:srgbClr val="B3B3B3"/>
                </a:buClr>
                <a:buSzPct val="125000"/>
                <a:buFont typeface="Lucida Grande" panose="020B0600040502020204" pitchFamily="34" charset="0"/>
                <a:buChar char="•"/>
              </a:pPr>
              <a:r>
                <a:rPr lang="en-US" altLang="en-US" sz="2800">
                  <a:solidFill>
                    <a:srgbClr val="B3B3B3"/>
                  </a:solidFill>
                </a:rPr>
                <a:t>Daily scrum meeting</a:t>
              </a:r>
            </a:p>
          </p:txBody>
        </p:sp>
        <p:sp>
          <p:nvSpPr>
            <p:cNvPr id="37911" name="Rectangle 5">
              <a:extLst>
                <a:ext uri="{FF2B5EF4-FFF2-40B4-BE49-F238E27FC236}">
                  <a16:creationId xmlns:a16="http://schemas.microsoft.com/office/drawing/2014/main" id="{D3F23F59-3CAD-96CB-2B0F-D35CC99A2AFE}"/>
                </a:ext>
              </a:extLst>
            </p:cNvPr>
            <p:cNvSpPr>
              <a:spLocks/>
            </p:cNvSpPr>
            <p:nvPr/>
          </p:nvSpPr>
          <p:spPr bwMode="auto">
            <a:xfrm>
              <a:off x="304" y="0"/>
              <a:ext cx="1200" cy="376"/>
            </a:xfrm>
            <a:prstGeom prst="rect">
              <a:avLst/>
            </a:prstGeom>
            <a:solidFill>
              <a:srgbClr val="B3B3B3"/>
            </a:solidFill>
            <a:ln>
              <a:noFill/>
            </a:ln>
            <a:extLst>
              <a:ext uri="{91240B29-F687-4F45-9708-019B960494DF}">
                <a14:hiddenLine xmlns:a14="http://schemas.microsoft.com/office/drawing/2010/main" w="25400">
                  <a:solidFill>
                    <a:schemeClr val="tx1"/>
                  </a:solidFill>
                  <a:miter lim="800000"/>
                  <a:headEnd/>
                  <a:tailEnd/>
                </a14:hiddenLine>
              </a:ext>
            </a:extLst>
          </p:spPr>
          <p:txBody>
            <a:bodyPr/>
            <a:lstStyle>
              <a:lvl1pPr>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algn="ctr" eaLnBrk="1" hangingPunct="1"/>
              <a:endParaRPr lang="en-US" altLang="en-US"/>
            </a:p>
          </p:txBody>
        </p:sp>
        <p:sp>
          <p:nvSpPr>
            <p:cNvPr id="37912" name="AutoShape 6">
              <a:extLst>
                <a:ext uri="{FF2B5EF4-FFF2-40B4-BE49-F238E27FC236}">
                  <a16:creationId xmlns:a16="http://schemas.microsoft.com/office/drawing/2014/main" id="{ABDFF7C3-01F2-434E-1143-FDD1D761EE1C}"/>
                </a:ext>
              </a:extLst>
            </p:cNvPr>
            <p:cNvSpPr>
              <a:spLocks/>
            </p:cNvSpPr>
            <p:nvPr/>
          </p:nvSpPr>
          <p:spPr bwMode="auto">
            <a:xfrm rot="10800000">
              <a:off x="1432" y="88"/>
              <a:ext cx="312" cy="288"/>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13734" y="65"/>
                  </a:moveTo>
                  <a:cubicBezTo>
                    <a:pt x="4547" y="550"/>
                    <a:pt x="111" y="6203"/>
                    <a:pt x="14" y="14130"/>
                  </a:cubicBezTo>
                  <a:cubicBezTo>
                    <a:pt x="9" y="16620"/>
                    <a:pt x="5" y="19110"/>
                    <a:pt x="0" y="21600"/>
                  </a:cubicBezTo>
                  <a:cubicBezTo>
                    <a:pt x="7200" y="21600"/>
                    <a:pt x="14400" y="21600"/>
                    <a:pt x="21600" y="21600"/>
                  </a:cubicBezTo>
                  <a:cubicBezTo>
                    <a:pt x="21600" y="14400"/>
                    <a:pt x="21600" y="7200"/>
                    <a:pt x="21600" y="0"/>
                  </a:cubicBezTo>
                  <a:cubicBezTo>
                    <a:pt x="18978" y="22"/>
                    <a:pt x="16356" y="43"/>
                    <a:pt x="13734" y="65"/>
                  </a:cubicBezTo>
                  <a:cubicBezTo>
                    <a:pt x="13734" y="65"/>
                    <a:pt x="13734" y="65"/>
                    <a:pt x="13734" y="65"/>
                  </a:cubicBezTo>
                  <a:cubicBezTo>
                    <a:pt x="13734" y="65"/>
                    <a:pt x="13734" y="65"/>
                    <a:pt x="13734" y="65"/>
                  </a:cubicBezTo>
                </a:path>
              </a:pathLst>
            </a:custGeom>
            <a:solidFill>
              <a:srgbClr val="B3B3B3"/>
            </a:solidFill>
            <a:ln>
              <a:noFill/>
            </a:ln>
            <a:extLst>
              <a:ext uri="{91240B29-F687-4F45-9708-019B960494DF}">
                <a14:hiddenLine xmlns:a14="http://schemas.microsoft.com/office/drawing/2010/main" w="25400">
                  <a:solidFill>
                    <a:schemeClr val="tx1"/>
                  </a:solidFill>
                  <a:miter lim="800000"/>
                  <a:headEnd/>
                  <a:tailEnd/>
                </a14:hiddenLine>
              </a:ext>
            </a:extLst>
          </p:spPr>
          <p:txBody>
            <a:bodyPr/>
            <a:lstStyle/>
            <a:p>
              <a:endParaRPr lang="en-US"/>
            </a:p>
          </p:txBody>
        </p:sp>
        <p:sp>
          <p:nvSpPr>
            <p:cNvPr id="37913" name="AutoShape 7">
              <a:extLst>
                <a:ext uri="{FF2B5EF4-FFF2-40B4-BE49-F238E27FC236}">
                  <a16:creationId xmlns:a16="http://schemas.microsoft.com/office/drawing/2014/main" id="{425A0EF4-00A7-AB3C-6473-766E63FD2225}"/>
                </a:ext>
              </a:extLst>
            </p:cNvPr>
            <p:cNvSpPr>
              <a:spLocks/>
            </p:cNvSpPr>
            <p:nvPr/>
          </p:nvSpPr>
          <p:spPr bwMode="auto">
            <a:xfrm>
              <a:off x="0" y="0"/>
              <a:ext cx="312" cy="288"/>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13734" y="65"/>
                  </a:moveTo>
                  <a:cubicBezTo>
                    <a:pt x="4547" y="550"/>
                    <a:pt x="111" y="6203"/>
                    <a:pt x="14" y="14130"/>
                  </a:cubicBezTo>
                  <a:cubicBezTo>
                    <a:pt x="9" y="16620"/>
                    <a:pt x="5" y="19110"/>
                    <a:pt x="0" y="21600"/>
                  </a:cubicBezTo>
                  <a:cubicBezTo>
                    <a:pt x="7200" y="21600"/>
                    <a:pt x="14400" y="21600"/>
                    <a:pt x="21600" y="21600"/>
                  </a:cubicBezTo>
                  <a:cubicBezTo>
                    <a:pt x="21600" y="14400"/>
                    <a:pt x="21600" y="7200"/>
                    <a:pt x="21600" y="0"/>
                  </a:cubicBezTo>
                  <a:cubicBezTo>
                    <a:pt x="18978" y="22"/>
                    <a:pt x="16356" y="43"/>
                    <a:pt x="13734" y="65"/>
                  </a:cubicBezTo>
                  <a:cubicBezTo>
                    <a:pt x="13734" y="65"/>
                    <a:pt x="13734" y="65"/>
                    <a:pt x="13734" y="65"/>
                  </a:cubicBezTo>
                  <a:cubicBezTo>
                    <a:pt x="13734" y="65"/>
                    <a:pt x="13734" y="65"/>
                    <a:pt x="13734" y="65"/>
                  </a:cubicBezTo>
                </a:path>
              </a:pathLst>
            </a:custGeom>
            <a:solidFill>
              <a:srgbClr val="B3B3B3"/>
            </a:solidFill>
            <a:ln>
              <a:noFill/>
            </a:ln>
            <a:extLst>
              <a:ext uri="{91240B29-F687-4F45-9708-019B960494DF}">
                <a14:hiddenLine xmlns:a14="http://schemas.microsoft.com/office/drawing/2010/main" w="25400">
                  <a:solidFill>
                    <a:schemeClr val="tx1"/>
                  </a:solidFill>
                  <a:miter lim="800000"/>
                  <a:headEnd/>
                  <a:tailEnd/>
                </a14:hiddenLine>
              </a:ext>
            </a:extLst>
          </p:spPr>
          <p:txBody>
            <a:bodyPr/>
            <a:lstStyle/>
            <a:p>
              <a:endParaRPr lang="en-US"/>
            </a:p>
          </p:txBody>
        </p:sp>
        <p:sp>
          <p:nvSpPr>
            <p:cNvPr id="37914" name="Rectangle 8">
              <a:extLst>
                <a:ext uri="{FF2B5EF4-FFF2-40B4-BE49-F238E27FC236}">
                  <a16:creationId xmlns:a16="http://schemas.microsoft.com/office/drawing/2014/main" id="{9909AD50-F8A1-CB67-2CF2-B81F1305C828}"/>
                </a:ext>
              </a:extLst>
            </p:cNvPr>
            <p:cNvSpPr>
              <a:spLocks/>
            </p:cNvSpPr>
            <p:nvPr/>
          </p:nvSpPr>
          <p:spPr bwMode="auto">
            <a:xfrm>
              <a:off x="0" y="216"/>
              <a:ext cx="392" cy="160"/>
            </a:xfrm>
            <a:prstGeom prst="rect">
              <a:avLst/>
            </a:prstGeom>
            <a:solidFill>
              <a:srgbClr val="B3B3B3"/>
            </a:solidFill>
            <a:ln>
              <a:noFill/>
            </a:ln>
            <a:extLst>
              <a:ext uri="{91240B29-F687-4F45-9708-019B960494DF}">
                <a14:hiddenLine xmlns:a14="http://schemas.microsoft.com/office/drawing/2010/main" w="25400">
                  <a:solidFill>
                    <a:schemeClr val="tx1"/>
                  </a:solidFill>
                  <a:miter lim="800000"/>
                  <a:headEnd/>
                  <a:tailEnd/>
                </a14:hiddenLine>
              </a:ext>
            </a:extLst>
          </p:spPr>
          <p:txBody>
            <a:bodyPr/>
            <a:lstStyle>
              <a:lvl1pPr>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algn="ctr" eaLnBrk="1" hangingPunct="1"/>
              <a:endParaRPr lang="en-US" altLang="en-US"/>
            </a:p>
          </p:txBody>
        </p:sp>
        <p:sp>
          <p:nvSpPr>
            <p:cNvPr id="37915" name="Rectangle 9">
              <a:extLst>
                <a:ext uri="{FF2B5EF4-FFF2-40B4-BE49-F238E27FC236}">
                  <a16:creationId xmlns:a16="http://schemas.microsoft.com/office/drawing/2014/main" id="{181DD384-8262-74A5-DF26-C098B34F1748}"/>
                </a:ext>
              </a:extLst>
            </p:cNvPr>
            <p:cNvSpPr>
              <a:spLocks/>
            </p:cNvSpPr>
            <p:nvPr/>
          </p:nvSpPr>
          <p:spPr bwMode="auto">
            <a:xfrm>
              <a:off x="1352" y="0"/>
              <a:ext cx="392" cy="160"/>
            </a:xfrm>
            <a:prstGeom prst="rect">
              <a:avLst/>
            </a:prstGeom>
            <a:solidFill>
              <a:srgbClr val="B3B3B3"/>
            </a:solidFill>
            <a:ln>
              <a:noFill/>
            </a:ln>
            <a:extLst>
              <a:ext uri="{91240B29-F687-4F45-9708-019B960494DF}">
                <a14:hiddenLine xmlns:a14="http://schemas.microsoft.com/office/drawing/2010/main" w="25400">
                  <a:solidFill>
                    <a:schemeClr val="tx1"/>
                  </a:solidFill>
                  <a:miter lim="800000"/>
                  <a:headEnd/>
                  <a:tailEnd/>
                </a14:hiddenLine>
              </a:ext>
            </a:extLst>
          </p:spPr>
          <p:txBody>
            <a:bodyPr/>
            <a:lstStyle>
              <a:lvl1pPr>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algn="ctr" eaLnBrk="1" hangingPunct="1"/>
              <a:endParaRPr lang="en-US" altLang="en-US"/>
            </a:p>
          </p:txBody>
        </p:sp>
        <p:sp>
          <p:nvSpPr>
            <p:cNvPr id="37916" name="Rectangle 10">
              <a:extLst>
                <a:ext uri="{FF2B5EF4-FFF2-40B4-BE49-F238E27FC236}">
                  <a16:creationId xmlns:a16="http://schemas.microsoft.com/office/drawing/2014/main" id="{0561A9E5-77A9-1381-41D4-76C22681DCF3}"/>
                </a:ext>
              </a:extLst>
            </p:cNvPr>
            <p:cNvSpPr>
              <a:spLocks/>
            </p:cNvSpPr>
            <p:nvPr/>
          </p:nvSpPr>
          <p:spPr bwMode="auto">
            <a:xfrm>
              <a:off x="104" y="8"/>
              <a:ext cx="1640" cy="352"/>
            </a:xfrm>
            <a:prstGeom prst="rect">
              <a:avLst/>
            </a:prstGeom>
            <a:solidFill>
              <a:srgbClr val="B3B3B3"/>
            </a:solidFill>
            <a:ln>
              <a:noFill/>
            </a:ln>
            <a:extLst>
              <a:ext uri="{91240B29-F687-4F45-9708-019B960494DF}">
                <a14:hiddenLine xmlns:a14="http://schemas.microsoft.com/office/drawing/2010/main" w="9525">
                  <a:solidFill>
                    <a:schemeClr val="tx1"/>
                  </a:solidFill>
                  <a:miter lim="800000"/>
                  <a:headEnd/>
                  <a:tailEnd/>
                </a14:hiddenLine>
              </a:ext>
            </a:extLst>
          </p:spPr>
          <p:txBody>
            <a:bodyPr lIns="50800" tIns="50800" rIns="50800" bIns="50800"/>
            <a:lstStyle>
              <a:lvl1pPr>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eaLnBrk="1" hangingPunct="1"/>
              <a:r>
                <a:rPr lang="en-US" altLang="en-US">
                  <a:solidFill>
                    <a:srgbClr val="FFFFFF"/>
                  </a:solidFill>
                </a:rPr>
                <a:t>Ceremonies</a:t>
              </a:r>
            </a:p>
          </p:txBody>
        </p:sp>
      </p:grpSp>
      <p:sp>
        <p:nvSpPr>
          <p:cNvPr id="22539" name="AutoShape 11">
            <a:extLst>
              <a:ext uri="{FF2B5EF4-FFF2-40B4-BE49-F238E27FC236}">
                <a16:creationId xmlns:a16="http://schemas.microsoft.com/office/drawing/2014/main" id="{D5B10507-CA1E-5301-C518-DEDEEB94812B}"/>
              </a:ext>
            </a:extLst>
          </p:cNvPr>
          <p:cNvSpPr>
            <a:spLocks/>
          </p:cNvSpPr>
          <p:nvPr/>
        </p:nvSpPr>
        <p:spPr bwMode="auto">
          <a:xfrm>
            <a:off x="5118100" y="5105400"/>
            <a:ext cx="4127500" cy="2044700"/>
          </a:xfrm>
          <a:prstGeom prst="roundRect">
            <a:avLst>
              <a:gd name="adj" fmla="val 14903"/>
            </a:avLst>
          </a:prstGeom>
          <a:solidFill>
            <a:srgbClr val="E6E6E6"/>
          </a:solidFill>
          <a:ln w="25400">
            <a:solidFill>
              <a:srgbClr val="B3B3B3"/>
            </a:solidFill>
            <a:round/>
            <a:headEnd/>
            <a:tailEnd/>
          </a:ln>
          <a:effectLst>
            <a:outerShdw blurRad="114300" dist="63500" dir="2700000" algn="ctr" rotWithShape="0">
              <a:schemeClr val="bg2">
                <a:alpha val="29999"/>
              </a:schemeClr>
            </a:outerShdw>
          </a:effectLst>
        </p:spPr>
        <p:txBody>
          <a:bodyPr/>
          <a:lstStyle/>
          <a:p>
            <a:pPr algn="ctr" eaLnBrk="1" hangingPunct="1">
              <a:defRPr/>
            </a:pPr>
            <a:endParaRPr lang="en-US">
              <a:latin typeface="Gill Sans" pitchFamily="80" charset="0"/>
              <a:ea typeface="ヒラギノ角ゴ Pro W3" pitchFamily="80" charset="-128"/>
              <a:sym typeface="Gill Sans" pitchFamily="80" charset="0"/>
            </a:endParaRPr>
          </a:p>
        </p:txBody>
      </p:sp>
      <p:sp>
        <p:nvSpPr>
          <p:cNvPr id="37893" name="Rectangle 12">
            <a:extLst>
              <a:ext uri="{FF2B5EF4-FFF2-40B4-BE49-F238E27FC236}">
                <a16:creationId xmlns:a16="http://schemas.microsoft.com/office/drawing/2014/main" id="{BC59E925-5B75-342E-4868-B79F846752A8}"/>
              </a:ext>
            </a:extLst>
          </p:cNvPr>
          <p:cNvSpPr>
            <a:spLocks/>
          </p:cNvSpPr>
          <p:nvPr/>
        </p:nvSpPr>
        <p:spPr bwMode="auto">
          <a:xfrm>
            <a:off x="5257800" y="5727700"/>
            <a:ext cx="3771900" cy="132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50800" tIns="50800" rIns="50800" bIns="50800"/>
          <a:lstStyle>
            <a:lvl1pPr>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eaLnBrk="1" hangingPunct="1">
              <a:buClr>
                <a:srgbClr val="B3B3B3"/>
              </a:buClr>
              <a:buSzPct val="125000"/>
              <a:buFont typeface="Lucida Grande" panose="020B0600040502020204" pitchFamily="34" charset="0"/>
              <a:buChar char="•"/>
            </a:pPr>
            <a:r>
              <a:rPr lang="en-US" altLang="en-US" sz="2800">
                <a:solidFill>
                  <a:srgbClr val="B3B3B3"/>
                </a:solidFill>
              </a:rPr>
              <a:t>Product backlog</a:t>
            </a:r>
          </a:p>
          <a:p>
            <a:pPr eaLnBrk="1" hangingPunct="1">
              <a:buClr>
                <a:srgbClr val="B3B3B3"/>
              </a:buClr>
              <a:buSzPct val="125000"/>
              <a:buFont typeface="Lucida Grande" panose="020B0600040502020204" pitchFamily="34" charset="0"/>
              <a:buChar char="•"/>
            </a:pPr>
            <a:r>
              <a:rPr lang="en-US" altLang="en-US" sz="2800">
                <a:solidFill>
                  <a:srgbClr val="B3B3B3"/>
                </a:solidFill>
              </a:rPr>
              <a:t>Sprint backlog</a:t>
            </a:r>
          </a:p>
          <a:p>
            <a:pPr eaLnBrk="1" hangingPunct="1">
              <a:buClr>
                <a:srgbClr val="B3B3B3"/>
              </a:buClr>
              <a:buSzPct val="125000"/>
              <a:buFont typeface="Lucida Grande" panose="020B0600040502020204" pitchFamily="34" charset="0"/>
              <a:buChar char="•"/>
            </a:pPr>
            <a:r>
              <a:rPr lang="en-US" altLang="en-US" sz="2800">
                <a:solidFill>
                  <a:srgbClr val="B3B3B3"/>
                </a:solidFill>
              </a:rPr>
              <a:t>Burndown charts</a:t>
            </a:r>
          </a:p>
        </p:txBody>
      </p:sp>
      <p:sp>
        <p:nvSpPr>
          <p:cNvPr id="37894" name="Rectangle 13">
            <a:extLst>
              <a:ext uri="{FF2B5EF4-FFF2-40B4-BE49-F238E27FC236}">
                <a16:creationId xmlns:a16="http://schemas.microsoft.com/office/drawing/2014/main" id="{C63E90BA-FC5D-9C6A-247C-E888FA813620}"/>
              </a:ext>
            </a:extLst>
          </p:cNvPr>
          <p:cNvSpPr>
            <a:spLocks/>
          </p:cNvSpPr>
          <p:nvPr/>
        </p:nvSpPr>
        <p:spPr bwMode="auto">
          <a:xfrm>
            <a:off x="5588000" y="5105400"/>
            <a:ext cx="1905000" cy="596900"/>
          </a:xfrm>
          <a:prstGeom prst="rect">
            <a:avLst/>
          </a:prstGeom>
          <a:solidFill>
            <a:srgbClr val="B3B3B3"/>
          </a:solidFill>
          <a:ln>
            <a:noFill/>
          </a:ln>
          <a:extLst>
            <a:ext uri="{91240B29-F687-4F45-9708-019B960494DF}">
              <a14:hiddenLine xmlns:a14="http://schemas.microsoft.com/office/drawing/2010/main" w="25400">
                <a:solidFill>
                  <a:schemeClr val="tx1"/>
                </a:solidFill>
                <a:miter lim="800000"/>
                <a:headEnd/>
                <a:tailEnd/>
              </a14:hiddenLine>
            </a:ext>
          </a:extLst>
        </p:spPr>
        <p:txBody>
          <a:bodyPr/>
          <a:lstStyle>
            <a:lvl1pPr>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algn="ctr" eaLnBrk="1" hangingPunct="1"/>
            <a:endParaRPr lang="en-US" altLang="en-US"/>
          </a:p>
        </p:txBody>
      </p:sp>
      <p:sp>
        <p:nvSpPr>
          <p:cNvPr id="37895" name="AutoShape 14">
            <a:extLst>
              <a:ext uri="{FF2B5EF4-FFF2-40B4-BE49-F238E27FC236}">
                <a16:creationId xmlns:a16="http://schemas.microsoft.com/office/drawing/2014/main" id="{128C6D97-5925-4965-8D8C-E36245660DD8}"/>
              </a:ext>
            </a:extLst>
          </p:cNvPr>
          <p:cNvSpPr>
            <a:spLocks/>
          </p:cNvSpPr>
          <p:nvPr/>
        </p:nvSpPr>
        <p:spPr bwMode="auto">
          <a:xfrm rot="10800000">
            <a:off x="7378700" y="5245100"/>
            <a:ext cx="495300" cy="457200"/>
          </a:xfrm>
          <a:custGeom>
            <a:avLst/>
            <a:gdLst>
              <a:gd name="T0" fmla="*/ 2147483646 w 21600"/>
              <a:gd name="T1" fmla="*/ 2147483646 h 21600"/>
              <a:gd name="T2" fmla="*/ 2147483646 w 21600"/>
              <a:gd name="T3" fmla="*/ 2147483646 h 21600"/>
              <a:gd name="T4" fmla="*/ 0 w 21600"/>
              <a:gd name="T5" fmla="*/ 2147483646 h 21600"/>
              <a:gd name="T6" fmla="*/ 2147483646 w 21600"/>
              <a:gd name="T7" fmla="*/ 2147483646 h 21600"/>
              <a:gd name="T8" fmla="*/ 2147483646 w 21600"/>
              <a:gd name="T9" fmla="*/ 0 h 21600"/>
              <a:gd name="T10" fmla="*/ 2147483646 w 21600"/>
              <a:gd name="T11" fmla="*/ 2147483646 h 21600"/>
              <a:gd name="T12" fmla="*/ 2147483646 w 21600"/>
              <a:gd name="T13" fmla="*/ 2147483646 h 21600"/>
              <a:gd name="T14" fmla="*/ 2147483646 w 21600"/>
              <a:gd name="T15" fmla="*/ 2147483646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13734" y="65"/>
                </a:moveTo>
                <a:cubicBezTo>
                  <a:pt x="4547" y="550"/>
                  <a:pt x="111" y="6203"/>
                  <a:pt x="14" y="14130"/>
                </a:cubicBezTo>
                <a:cubicBezTo>
                  <a:pt x="9" y="16620"/>
                  <a:pt x="5" y="19110"/>
                  <a:pt x="0" y="21600"/>
                </a:cubicBezTo>
                <a:cubicBezTo>
                  <a:pt x="7200" y="21600"/>
                  <a:pt x="14400" y="21600"/>
                  <a:pt x="21600" y="21600"/>
                </a:cubicBezTo>
                <a:cubicBezTo>
                  <a:pt x="21600" y="14400"/>
                  <a:pt x="21600" y="7200"/>
                  <a:pt x="21600" y="0"/>
                </a:cubicBezTo>
                <a:cubicBezTo>
                  <a:pt x="18978" y="22"/>
                  <a:pt x="16356" y="43"/>
                  <a:pt x="13734" y="65"/>
                </a:cubicBezTo>
                <a:cubicBezTo>
                  <a:pt x="13734" y="65"/>
                  <a:pt x="13734" y="65"/>
                  <a:pt x="13734" y="65"/>
                </a:cubicBezTo>
                <a:cubicBezTo>
                  <a:pt x="13734" y="65"/>
                  <a:pt x="13734" y="65"/>
                  <a:pt x="13734" y="65"/>
                </a:cubicBezTo>
              </a:path>
            </a:pathLst>
          </a:custGeom>
          <a:solidFill>
            <a:srgbClr val="B3B3B3"/>
          </a:solidFill>
          <a:ln>
            <a:noFill/>
          </a:ln>
          <a:extLst>
            <a:ext uri="{91240B29-F687-4F45-9708-019B960494DF}">
              <a14:hiddenLine xmlns:a14="http://schemas.microsoft.com/office/drawing/2010/main" w="25400">
                <a:solidFill>
                  <a:schemeClr val="tx1"/>
                </a:solidFill>
                <a:miter lim="800000"/>
                <a:headEnd/>
                <a:tailEnd/>
              </a14:hiddenLine>
            </a:ext>
          </a:extLst>
        </p:spPr>
        <p:txBody>
          <a:bodyPr/>
          <a:lstStyle/>
          <a:p>
            <a:endParaRPr lang="en-US"/>
          </a:p>
        </p:txBody>
      </p:sp>
      <p:sp>
        <p:nvSpPr>
          <p:cNvPr id="37896" name="AutoShape 15">
            <a:extLst>
              <a:ext uri="{FF2B5EF4-FFF2-40B4-BE49-F238E27FC236}">
                <a16:creationId xmlns:a16="http://schemas.microsoft.com/office/drawing/2014/main" id="{AD22E755-7CD7-D852-AEEE-CDE24D35A396}"/>
              </a:ext>
            </a:extLst>
          </p:cNvPr>
          <p:cNvSpPr>
            <a:spLocks/>
          </p:cNvSpPr>
          <p:nvPr/>
        </p:nvSpPr>
        <p:spPr bwMode="auto">
          <a:xfrm>
            <a:off x="5105400" y="5105400"/>
            <a:ext cx="495300" cy="457200"/>
          </a:xfrm>
          <a:custGeom>
            <a:avLst/>
            <a:gdLst>
              <a:gd name="T0" fmla="*/ 2147483646 w 21600"/>
              <a:gd name="T1" fmla="*/ 2147483646 h 21600"/>
              <a:gd name="T2" fmla="*/ 2147483646 w 21600"/>
              <a:gd name="T3" fmla="*/ 2147483646 h 21600"/>
              <a:gd name="T4" fmla="*/ 0 w 21600"/>
              <a:gd name="T5" fmla="*/ 2147483646 h 21600"/>
              <a:gd name="T6" fmla="*/ 2147483646 w 21600"/>
              <a:gd name="T7" fmla="*/ 2147483646 h 21600"/>
              <a:gd name="T8" fmla="*/ 2147483646 w 21600"/>
              <a:gd name="T9" fmla="*/ 0 h 21600"/>
              <a:gd name="T10" fmla="*/ 2147483646 w 21600"/>
              <a:gd name="T11" fmla="*/ 2147483646 h 21600"/>
              <a:gd name="T12" fmla="*/ 2147483646 w 21600"/>
              <a:gd name="T13" fmla="*/ 2147483646 h 21600"/>
              <a:gd name="T14" fmla="*/ 2147483646 w 21600"/>
              <a:gd name="T15" fmla="*/ 2147483646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13734" y="65"/>
                </a:moveTo>
                <a:cubicBezTo>
                  <a:pt x="4547" y="550"/>
                  <a:pt x="111" y="6203"/>
                  <a:pt x="14" y="14130"/>
                </a:cubicBezTo>
                <a:cubicBezTo>
                  <a:pt x="9" y="16620"/>
                  <a:pt x="5" y="19110"/>
                  <a:pt x="0" y="21600"/>
                </a:cubicBezTo>
                <a:cubicBezTo>
                  <a:pt x="7200" y="21600"/>
                  <a:pt x="14400" y="21600"/>
                  <a:pt x="21600" y="21600"/>
                </a:cubicBezTo>
                <a:cubicBezTo>
                  <a:pt x="21600" y="14400"/>
                  <a:pt x="21600" y="7200"/>
                  <a:pt x="21600" y="0"/>
                </a:cubicBezTo>
                <a:cubicBezTo>
                  <a:pt x="18978" y="22"/>
                  <a:pt x="16356" y="43"/>
                  <a:pt x="13734" y="65"/>
                </a:cubicBezTo>
                <a:cubicBezTo>
                  <a:pt x="13734" y="65"/>
                  <a:pt x="13734" y="65"/>
                  <a:pt x="13734" y="65"/>
                </a:cubicBezTo>
                <a:cubicBezTo>
                  <a:pt x="13734" y="65"/>
                  <a:pt x="13734" y="65"/>
                  <a:pt x="13734" y="65"/>
                </a:cubicBezTo>
              </a:path>
            </a:pathLst>
          </a:custGeom>
          <a:solidFill>
            <a:srgbClr val="B3B3B3"/>
          </a:solidFill>
          <a:ln>
            <a:noFill/>
          </a:ln>
          <a:extLst>
            <a:ext uri="{91240B29-F687-4F45-9708-019B960494DF}">
              <a14:hiddenLine xmlns:a14="http://schemas.microsoft.com/office/drawing/2010/main" w="25400">
                <a:solidFill>
                  <a:schemeClr val="tx1"/>
                </a:solidFill>
                <a:miter lim="800000"/>
                <a:headEnd/>
                <a:tailEnd/>
              </a14:hiddenLine>
            </a:ext>
          </a:extLst>
        </p:spPr>
        <p:txBody>
          <a:bodyPr/>
          <a:lstStyle/>
          <a:p>
            <a:endParaRPr lang="en-US"/>
          </a:p>
        </p:txBody>
      </p:sp>
      <p:sp>
        <p:nvSpPr>
          <p:cNvPr id="37897" name="Rectangle 16">
            <a:extLst>
              <a:ext uri="{FF2B5EF4-FFF2-40B4-BE49-F238E27FC236}">
                <a16:creationId xmlns:a16="http://schemas.microsoft.com/office/drawing/2014/main" id="{3E0E77E9-B1FC-9CCF-DA24-792F8BA05315}"/>
              </a:ext>
            </a:extLst>
          </p:cNvPr>
          <p:cNvSpPr>
            <a:spLocks/>
          </p:cNvSpPr>
          <p:nvPr/>
        </p:nvSpPr>
        <p:spPr bwMode="auto">
          <a:xfrm>
            <a:off x="5105400" y="5448300"/>
            <a:ext cx="622300" cy="254000"/>
          </a:xfrm>
          <a:prstGeom prst="rect">
            <a:avLst/>
          </a:prstGeom>
          <a:solidFill>
            <a:srgbClr val="B3B3B3"/>
          </a:solidFill>
          <a:ln>
            <a:noFill/>
          </a:ln>
          <a:extLst>
            <a:ext uri="{91240B29-F687-4F45-9708-019B960494DF}">
              <a14:hiddenLine xmlns:a14="http://schemas.microsoft.com/office/drawing/2010/main" w="25400">
                <a:solidFill>
                  <a:schemeClr val="tx1"/>
                </a:solidFill>
                <a:miter lim="800000"/>
                <a:headEnd/>
                <a:tailEnd/>
              </a14:hiddenLine>
            </a:ext>
          </a:extLst>
        </p:spPr>
        <p:txBody>
          <a:bodyPr/>
          <a:lstStyle>
            <a:lvl1pPr>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algn="ctr" eaLnBrk="1" hangingPunct="1"/>
            <a:endParaRPr lang="en-US" altLang="en-US"/>
          </a:p>
        </p:txBody>
      </p:sp>
      <p:sp>
        <p:nvSpPr>
          <p:cNvPr id="37898" name="Rectangle 17">
            <a:extLst>
              <a:ext uri="{FF2B5EF4-FFF2-40B4-BE49-F238E27FC236}">
                <a16:creationId xmlns:a16="http://schemas.microsoft.com/office/drawing/2014/main" id="{17A6A76E-EBA2-C59D-DAD5-0AB0646BD949}"/>
              </a:ext>
            </a:extLst>
          </p:cNvPr>
          <p:cNvSpPr>
            <a:spLocks/>
          </p:cNvSpPr>
          <p:nvPr/>
        </p:nvSpPr>
        <p:spPr bwMode="auto">
          <a:xfrm>
            <a:off x="7251700" y="5105400"/>
            <a:ext cx="622300" cy="254000"/>
          </a:xfrm>
          <a:prstGeom prst="rect">
            <a:avLst/>
          </a:prstGeom>
          <a:solidFill>
            <a:srgbClr val="B3B3B3"/>
          </a:solidFill>
          <a:ln>
            <a:noFill/>
          </a:ln>
          <a:extLst>
            <a:ext uri="{91240B29-F687-4F45-9708-019B960494DF}">
              <a14:hiddenLine xmlns:a14="http://schemas.microsoft.com/office/drawing/2010/main" w="25400">
                <a:solidFill>
                  <a:schemeClr val="tx1"/>
                </a:solidFill>
                <a:miter lim="800000"/>
                <a:headEnd/>
                <a:tailEnd/>
              </a14:hiddenLine>
            </a:ext>
          </a:extLst>
        </p:spPr>
        <p:txBody>
          <a:bodyPr/>
          <a:lstStyle>
            <a:lvl1pPr>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algn="ctr" eaLnBrk="1" hangingPunct="1"/>
            <a:endParaRPr lang="en-US" altLang="en-US"/>
          </a:p>
        </p:txBody>
      </p:sp>
      <p:sp>
        <p:nvSpPr>
          <p:cNvPr id="37899" name="Rectangle 18">
            <a:extLst>
              <a:ext uri="{FF2B5EF4-FFF2-40B4-BE49-F238E27FC236}">
                <a16:creationId xmlns:a16="http://schemas.microsoft.com/office/drawing/2014/main" id="{A893EFF6-3DDC-A51F-394B-3423B2A6D335}"/>
              </a:ext>
            </a:extLst>
          </p:cNvPr>
          <p:cNvSpPr>
            <a:spLocks/>
          </p:cNvSpPr>
          <p:nvPr/>
        </p:nvSpPr>
        <p:spPr bwMode="auto">
          <a:xfrm>
            <a:off x="5270500" y="5118100"/>
            <a:ext cx="2120900"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50800" tIns="50800" rIns="50800" bIns="50800"/>
          <a:lstStyle>
            <a:lvl1pPr>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eaLnBrk="1" hangingPunct="1"/>
            <a:r>
              <a:rPr lang="en-US" altLang="en-US">
                <a:solidFill>
                  <a:srgbClr val="FFFFFF"/>
                </a:solidFill>
              </a:rPr>
              <a:t>Artifacts</a:t>
            </a:r>
          </a:p>
        </p:txBody>
      </p:sp>
      <p:grpSp>
        <p:nvGrpSpPr>
          <p:cNvPr id="37900" name="Group 19">
            <a:extLst>
              <a:ext uri="{FF2B5EF4-FFF2-40B4-BE49-F238E27FC236}">
                <a16:creationId xmlns:a16="http://schemas.microsoft.com/office/drawing/2014/main" id="{F186A40E-DF5E-8164-8F36-6C37103E3641}"/>
              </a:ext>
            </a:extLst>
          </p:cNvPr>
          <p:cNvGrpSpPr>
            <a:grpSpLocks/>
          </p:cNvGrpSpPr>
          <p:nvPr/>
        </p:nvGrpSpPr>
        <p:grpSpPr bwMode="auto">
          <a:xfrm>
            <a:off x="723900" y="1079500"/>
            <a:ext cx="4140200" cy="2044700"/>
            <a:chOff x="0" y="0"/>
            <a:chExt cx="2608" cy="1288"/>
          </a:xfrm>
        </p:grpSpPr>
        <p:sp>
          <p:nvSpPr>
            <p:cNvPr id="22548" name="AutoShape 20">
              <a:extLst>
                <a:ext uri="{FF2B5EF4-FFF2-40B4-BE49-F238E27FC236}">
                  <a16:creationId xmlns:a16="http://schemas.microsoft.com/office/drawing/2014/main" id="{2C9CC737-4277-3AAA-3194-E7F0C0A05619}"/>
                </a:ext>
              </a:extLst>
            </p:cNvPr>
            <p:cNvSpPr>
              <a:spLocks/>
            </p:cNvSpPr>
            <p:nvPr/>
          </p:nvSpPr>
          <p:spPr bwMode="auto">
            <a:xfrm>
              <a:off x="8" y="0"/>
              <a:ext cx="2600" cy="1288"/>
            </a:xfrm>
            <a:prstGeom prst="roundRect">
              <a:avLst>
                <a:gd name="adj" fmla="val 14903"/>
              </a:avLst>
            </a:prstGeom>
            <a:blipFill dpi="0" rotWithShape="0">
              <a:blip r:embed="rId3"/>
              <a:srcRect/>
              <a:tile tx="0" ty="0" sx="100000" sy="100000" flip="none" algn="tl"/>
            </a:blipFill>
            <a:ln w="25400">
              <a:solidFill>
                <a:srgbClr val="003C83"/>
              </a:solidFill>
              <a:round/>
              <a:headEnd/>
              <a:tailEnd/>
            </a:ln>
            <a:effectLst>
              <a:outerShdw blurRad="114300" dist="63500" dir="2700000" algn="ctr" rotWithShape="0">
                <a:schemeClr val="bg2">
                  <a:alpha val="29999"/>
                </a:schemeClr>
              </a:outerShdw>
            </a:effectLst>
          </p:spPr>
          <p:txBody>
            <a:bodyPr/>
            <a:lstStyle/>
            <a:p>
              <a:pPr algn="ctr" eaLnBrk="1" hangingPunct="1">
                <a:defRPr/>
              </a:pPr>
              <a:endParaRPr lang="en-US">
                <a:latin typeface="Gill Sans" pitchFamily="80" charset="0"/>
                <a:ea typeface="ヒラギノ角ゴ Pro W3" pitchFamily="80" charset="-128"/>
                <a:sym typeface="Gill Sans" pitchFamily="80" charset="0"/>
              </a:endParaRPr>
            </a:p>
          </p:txBody>
        </p:sp>
        <p:sp>
          <p:nvSpPr>
            <p:cNvPr id="37902" name="Rectangle 21">
              <a:extLst>
                <a:ext uri="{FF2B5EF4-FFF2-40B4-BE49-F238E27FC236}">
                  <a16:creationId xmlns:a16="http://schemas.microsoft.com/office/drawing/2014/main" id="{331013B3-F41B-DD8A-D526-CAABD63670AD}"/>
                </a:ext>
              </a:extLst>
            </p:cNvPr>
            <p:cNvSpPr>
              <a:spLocks/>
            </p:cNvSpPr>
            <p:nvPr/>
          </p:nvSpPr>
          <p:spPr bwMode="auto">
            <a:xfrm>
              <a:off x="96" y="392"/>
              <a:ext cx="1768" cy="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50800" tIns="50800" rIns="50800" bIns="50800"/>
            <a:lstStyle>
              <a:lvl1pPr>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eaLnBrk="1" hangingPunct="1">
                <a:buClr>
                  <a:srgbClr val="FFFFFF"/>
                </a:buClr>
                <a:buSzPct val="125000"/>
                <a:buFont typeface="Gill Sans" panose="020B0502020104020203" pitchFamily="34" charset="-79"/>
                <a:buChar char="•"/>
              </a:pPr>
              <a:r>
                <a:rPr lang="en-US" altLang="en-US" sz="2800">
                  <a:solidFill>
                    <a:srgbClr val="FFFFFF"/>
                  </a:solidFill>
                </a:rPr>
                <a:t>Product owner</a:t>
              </a:r>
            </a:p>
            <a:p>
              <a:pPr eaLnBrk="1" hangingPunct="1">
                <a:buClr>
                  <a:srgbClr val="FFFFFF"/>
                </a:buClr>
                <a:buSzPct val="125000"/>
                <a:buFont typeface="Gill Sans" panose="020B0502020104020203" pitchFamily="34" charset="-79"/>
                <a:buChar char="•"/>
              </a:pPr>
              <a:r>
                <a:rPr lang="en-US" altLang="en-US" sz="2800">
                  <a:solidFill>
                    <a:srgbClr val="FFFFFF"/>
                  </a:solidFill>
                </a:rPr>
                <a:t>ScrumMaster</a:t>
              </a:r>
            </a:p>
            <a:p>
              <a:pPr eaLnBrk="1" hangingPunct="1">
                <a:buClr>
                  <a:srgbClr val="FFFFFF"/>
                </a:buClr>
                <a:buSzPct val="125000"/>
                <a:buFont typeface="Gill Sans" panose="020B0502020104020203" pitchFamily="34" charset="-79"/>
                <a:buChar char="•"/>
              </a:pPr>
              <a:r>
                <a:rPr lang="en-US" altLang="en-US" sz="2800">
                  <a:solidFill>
                    <a:srgbClr val="FFFFFF"/>
                  </a:solidFill>
                </a:rPr>
                <a:t>Team</a:t>
              </a:r>
            </a:p>
          </p:txBody>
        </p:sp>
        <p:sp>
          <p:nvSpPr>
            <p:cNvPr id="37903" name="Rectangle 22">
              <a:extLst>
                <a:ext uri="{FF2B5EF4-FFF2-40B4-BE49-F238E27FC236}">
                  <a16:creationId xmlns:a16="http://schemas.microsoft.com/office/drawing/2014/main" id="{C1BC520C-0AF8-D3AB-1AE9-FD3F70CA02F8}"/>
                </a:ext>
              </a:extLst>
            </p:cNvPr>
            <p:cNvSpPr>
              <a:spLocks/>
            </p:cNvSpPr>
            <p:nvPr/>
          </p:nvSpPr>
          <p:spPr bwMode="auto">
            <a:xfrm>
              <a:off x="304" y="0"/>
              <a:ext cx="1200" cy="376"/>
            </a:xfrm>
            <a:prstGeom prst="rect">
              <a:avLst/>
            </a:prstGeom>
            <a:solidFill>
              <a:srgbClr val="003C83"/>
            </a:solidFill>
            <a:ln>
              <a:noFill/>
            </a:ln>
            <a:extLst>
              <a:ext uri="{91240B29-F687-4F45-9708-019B960494DF}">
                <a14:hiddenLine xmlns:a14="http://schemas.microsoft.com/office/drawing/2010/main" w="25400">
                  <a:solidFill>
                    <a:schemeClr val="tx1"/>
                  </a:solidFill>
                  <a:miter lim="800000"/>
                  <a:headEnd/>
                  <a:tailEnd/>
                </a14:hiddenLine>
              </a:ext>
            </a:extLst>
          </p:spPr>
          <p:txBody>
            <a:bodyPr/>
            <a:lstStyle>
              <a:lvl1pPr>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algn="ctr" eaLnBrk="1" hangingPunct="1"/>
              <a:endParaRPr lang="en-US" altLang="en-US"/>
            </a:p>
          </p:txBody>
        </p:sp>
        <p:sp>
          <p:nvSpPr>
            <p:cNvPr id="37904" name="AutoShape 23">
              <a:extLst>
                <a:ext uri="{FF2B5EF4-FFF2-40B4-BE49-F238E27FC236}">
                  <a16:creationId xmlns:a16="http://schemas.microsoft.com/office/drawing/2014/main" id="{DE64E016-C22D-A380-33A4-DBAC4BC95FF5}"/>
                </a:ext>
              </a:extLst>
            </p:cNvPr>
            <p:cNvSpPr>
              <a:spLocks/>
            </p:cNvSpPr>
            <p:nvPr/>
          </p:nvSpPr>
          <p:spPr bwMode="auto">
            <a:xfrm rot="10800000">
              <a:off x="1432" y="88"/>
              <a:ext cx="312" cy="288"/>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13734" y="65"/>
                  </a:moveTo>
                  <a:cubicBezTo>
                    <a:pt x="4547" y="550"/>
                    <a:pt x="111" y="6203"/>
                    <a:pt x="14" y="14130"/>
                  </a:cubicBezTo>
                  <a:cubicBezTo>
                    <a:pt x="9" y="16620"/>
                    <a:pt x="5" y="19110"/>
                    <a:pt x="0" y="21600"/>
                  </a:cubicBezTo>
                  <a:cubicBezTo>
                    <a:pt x="7200" y="21600"/>
                    <a:pt x="14400" y="21600"/>
                    <a:pt x="21600" y="21600"/>
                  </a:cubicBezTo>
                  <a:cubicBezTo>
                    <a:pt x="21600" y="14400"/>
                    <a:pt x="21600" y="7200"/>
                    <a:pt x="21600" y="0"/>
                  </a:cubicBezTo>
                  <a:cubicBezTo>
                    <a:pt x="18978" y="22"/>
                    <a:pt x="16356" y="43"/>
                    <a:pt x="13734" y="65"/>
                  </a:cubicBezTo>
                  <a:cubicBezTo>
                    <a:pt x="13734" y="65"/>
                    <a:pt x="13734" y="65"/>
                    <a:pt x="13734" y="65"/>
                  </a:cubicBezTo>
                  <a:cubicBezTo>
                    <a:pt x="13734" y="65"/>
                    <a:pt x="13734" y="65"/>
                    <a:pt x="13734" y="65"/>
                  </a:cubicBezTo>
                </a:path>
              </a:pathLst>
            </a:custGeom>
            <a:solidFill>
              <a:srgbClr val="003C83"/>
            </a:solidFill>
            <a:ln>
              <a:noFill/>
            </a:ln>
            <a:extLst>
              <a:ext uri="{91240B29-F687-4F45-9708-019B960494DF}">
                <a14:hiddenLine xmlns:a14="http://schemas.microsoft.com/office/drawing/2010/main" w="25400">
                  <a:solidFill>
                    <a:schemeClr val="tx1"/>
                  </a:solidFill>
                  <a:miter lim="800000"/>
                  <a:headEnd/>
                  <a:tailEnd/>
                </a14:hiddenLine>
              </a:ext>
            </a:extLst>
          </p:spPr>
          <p:txBody>
            <a:bodyPr/>
            <a:lstStyle/>
            <a:p>
              <a:endParaRPr lang="en-US"/>
            </a:p>
          </p:txBody>
        </p:sp>
        <p:sp>
          <p:nvSpPr>
            <p:cNvPr id="37905" name="AutoShape 24">
              <a:extLst>
                <a:ext uri="{FF2B5EF4-FFF2-40B4-BE49-F238E27FC236}">
                  <a16:creationId xmlns:a16="http://schemas.microsoft.com/office/drawing/2014/main" id="{231856C9-2E09-49F8-3DD9-96CE079AEB23}"/>
                </a:ext>
              </a:extLst>
            </p:cNvPr>
            <p:cNvSpPr>
              <a:spLocks/>
            </p:cNvSpPr>
            <p:nvPr/>
          </p:nvSpPr>
          <p:spPr bwMode="auto">
            <a:xfrm>
              <a:off x="0" y="0"/>
              <a:ext cx="312" cy="288"/>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13734" y="65"/>
                  </a:moveTo>
                  <a:cubicBezTo>
                    <a:pt x="4547" y="550"/>
                    <a:pt x="111" y="6203"/>
                    <a:pt x="14" y="14130"/>
                  </a:cubicBezTo>
                  <a:cubicBezTo>
                    <a:pt x="9" y="16620"/>
                    <a:pt x="5" y="19110"/>
                    <a:pt x="0" y="21600"/>
                  </a:cubicBezTo>
                  <a:cubicBezTo>
                    <a:pt x="7200" y="21600"/>
                    <a:pt x="14400" y="21600"/>
                    <a:pt x="21600" y="21600"/>
                  </a:cubicBezTo>
                  <a:cubicBezTo>
                    <a:pt x="21600" y="14400"/>
                    <a:pt x="21600" y="7200"/>
                    <a:pt x="21600" y="0"/>
                  </a:cubicBezTo>
                  <a:cubicBezTo>
                    <a:pt x="18978" y="22"/>
                    <a:pt x="16356" y="43"/>
                    <a:pt x="13734" y="65"/>
                  </a:cubicBezTo>
                  <a:cubicBezTo>
                    <a:pt x="13734" y="65"/>
                    <a:pt x="13734" y="65"/>
                    <a:pt x="13734" y="65"/>
                  </a:cubicBezTo>
                  <a:cubicBezTo>
                    <a:pt x="13734" y="65"/>
                    <a:pt x="13734" y="65"/>
                    <a:pt x="13734" y="65"/>
                  </a:cubicBezTo>
                </a:path>
              </a:pathLst>
            </a:custGeom>
            <a:solidFill>
              <a:srgbClr val="003C83"/>
            </a:solidFill>
            <a:ln>
              <a:noFill/>
            </a:ln>
            <a:extLst>
              <a:ext uri="{91240B29-F687-4F45-9708-019B960494DF}">
                <a14:hiddenLine xmlns:a14="http://schemas.microsoft.com/office/drawing/2010/main" w="25400">
                  <a:solidFill>
                    <a:schemeClr val="tx1"/>
                  </a:solidFill>
                  <a:miter lim="800000"/>
                  <a:headEnd/>
                  <a:tailEnd/>
                </a14:hiddenLine>
              </a:ext>
            </a:extLst>
          </p:spPr>
          <p:txBody>
            <a:bodyPr/>
            <a:lstStyle/>
            <a:p>
              <a:endParaRPr lang="en-US"/>
            </a:p>
          </p:txBody>
        </p:sp>
        <p:sp>
          <p:nvSpPr>
            <p:cNvPr id="37906" name="Rectangle 25">
              <a:extLst>
                <a:ext uri="{FF2B5EF4-FFF2-40B4-BE49-F238E27FC236}">
                  <a16:creationId xmlns:a16="http://schemas.microsoft.com/office/drawing/2014/main" id="{A61DA5C7-DF15-19DD-CC6A-305DCC473080}"/>
                </a:ext>
              </a:extLst>
            </p:cNvPr>
            <p:cNvSpPr>
              <a:spLocks/>
            </p:cNvSpPr>
            <p:nvPr/>
          </p:nvSpPr>
          <p:spPr bwMode="auto">
            <a:xfrm>
              <a:off x="0" y="216"/>
              <a:ext cx="392" cy="160"/>
            </a:xfrm>
            <a:prstGeom prst="rect">
              <a:avLst/>
            </a:prstGeom>
            <a:solidFill>
              <a:srgbClr val="003C83"/>
            </a:solidFill>
            <a:ln>
              <a:noFill/>
            </a:ln>
            <a:extLst>
              <a:ext uri="{91240B29-F687-4F45-9708-019B960494DF}">
                <a14:hiddenLine xmlns:a14="http://schemas.microsoft.com/office/drawing/2010/main" w="25400">
                  <a:solidFill>
                    <a:schemeClr val="tx1"/>
                  </a:solidFill>
                  <a:miter lim="800000"/>
                  <a:headEnd/>
                  <a:tailEnd/>
                </a14:hiddenLine>
              </a:ext>
            </a:extLst>
          </p:spPr>
          <p:txBody>
            <a:bodyPr/>
            <a:lstStyle>
              <a:lvl1pPr>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algn="ctr" eaLnBrk="1" hangingPunct="1"/>
              <a:endParaRPr lang="en-US" altLang="en-US"/>
            </a:p>
          </p:txBody>
        </p:sp>
        <p:sp>
          <p:nvSpPr>
            <p:cNvPr id="37907" name="Rectangle 26">
              <a:extLst>
                <a:ext uri="{FF2B5EF4-FFF2-40B4-BE49-F238E27FC236}">
                  <a16:creationId xmlns:a16="http://schemas.microsoft.com/office/drawing/2014/main" id="{416B534B-44C2-D22D-C64D-2306F162163D}"/>
                </a:ext>
              </a:extLst>
            </p:cNvPr>
            <p:cNvSpPr>
              <a:spLocks/>
            </p:cNvSpPr>
            <p:nvPr/>
          </p:nvSpPr>
          <p:spPr bwMode="auto">
            <a:xfrm>
              <a:off x="1352" y="0"/>
              <a:ext cx="392" cy="160"/>
            </a:xfrm>
            <a:prstGeom prst="rect">
              <a:avLst/>
            </a:prstGeom>
            <a:solidFill>
              <a:srgbClr val="003C83"/>
            </a:solidFill>
            <a:ln>
              <a:noFill/>
            </a:ln>
            <a:extLst>
              <a:ext uri="{91240B29-F687-4F45-9708-019B960494DF}">
                <a14:hiddenLine xmlns:a14="http://schemas.microsoft.com/office/drawing/2010/main" w="25400">
                  <a:solidFill>
                    <a:schemeClr val="tx1"/>
                  </a:solidFill>
                  <a:miter lim="800000"/>
                  <a:headEnd/>
                  <a:tailEnd/>
                </a14:hiddenLine>
              </a:ext>
            </a:extLst>
          </p:spPr>
          <p:txBody>
            <a:bodyPr/>
            <a:lstStyle>
              <a:lvl1pPr>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algn="ctr" eaLnBrk="1" hangingPunct="1"/>
              <a:endParaRPr lang="en-US" altLang="en-US"/>
            </a:p>
          </p:txBody>
        </p:sp>
        <p:sp>
          <p:nvSpPr>
            <p:cNvPr id="37908" name="Rectangle 27">
              <a:extLst>
                <a:ext uri="{FF2B5EF4-FFF2-40B4-BE49-F238E27FC236}">
                  <a16:creationId xmlns:a16="http://schemas.microsoft.com/office/drawing/2014/main" id="{5EAE61FB-DF74-045E-BF77-892803135EF5}"/>
                </a:ext>
              </a:extLst>
            </p:cNvPr>
            <p:cNvSpPr>
              <a:spLocks/>
            </p:cNvSpPr>
            <p:nvPr/>
          </p:nvSpPr>
          <p:spPr bwMode="auto">
            <a:xfrm>
              <a:off x="104" y="8"/>
              <a:ext cx="1336" cy="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50800" tIns="50800" rIns="50800" bIns="50800"/>
            <a:lstStyle>
              <a:lvl1pPr>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eaLnBrk="1" hangingPunct="1"/>
              <a:r>
                <a:rPr lang="en-US" altLang="en-US">
                  <a:solidFill>
                    <a:srgbClr val="FFFFFF"/>
                  </a:solidFill>
                </a:rPr>
                <a:t>Roles</a:t>
              </a:r>
            </a:p>
          </p:txBody>
        </p:sp>
      </p:gr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1">
            <a:extLst>
              <a:ext uri="{FF2B5EF4-FFF2-40B4-BE49-F238E27FC236}">
                <a16:creationId xmlns:a16="http://schemas.microsoft.com/office/drawing/2014/main" id="{BD8FAF01-DFFB-5159-CDCB-EE911CAA4A9A}"/>
              </a:ext>
            </a:extLst>
          </p:cNvPr>
          <p:cNvSpPr>
            <a:spLocks noGrp="1" noChangeArrowheads="1"/>
          </p:cNvSpPr>
          <p:nvPr>
            <p:ph type="title"/>
          </p:nvPr>
        </p:nvSpPr>
        <p:spPr/>
        <p:txBody>
          <a:bodyPr/>
          <a:lstStyle/>
          <a:p>
            <a:r>
              <a:rPr lang="en-US" altLang="en-US"/>
              <a:t>Product owner</a:t>
            </a:r>
          </a:p>
        </p:txBody>
      </p:sp>
      <p:sp>
        <p:nvSpPr>
          <p:cNvPr id="39939" name="Rectangle 2">
            <a:extLst>
              <a:ext uri="{FF2B5EF4-FFF2-40B4-BE49-F238E27FC236}">
                <a16:creationId xmlns:a16="http://schemas.microsoft.com/office/drawing/2014/main" id="{5118EA1C-C1BE-7D00-22F0-D6CCA4CD8AE2}"/>
              </a:ext>
            </a:extLst>
          </p:cNvPr>
          <p:cNvSpPr>
            <a:spLocks noGrp="1" noChangeArrowheads="1"/>
          </p:cNvSpPr>
          <p:nvPr>
            <p:ph type="body" idx="1"/>
          </p:nvPr>
        </p:nvSpPr>
        <p:spPr/>
        <p:txBody>
          <a:bodyPr/>
          <a:lstStyle/>
          <a:p>
            <a:r>
              <a:rPr lang="en-US" altLang="en-US" sz="2800">
                <a:latin typeface="Calibri" panose="020F0502020204030204" pitchFamily="34" charset="0"/>
                <a:cs typeface="Calibri" panose="020F0502020204030204" pitchFamily="34" charset="0"/>
              </a:rPr>
              <a:t>Define the features of the product.</a:t>
            </a:r>
          </a:p>
          <a:p>
            <a:r>
              <a:rPr lang="en-US" altLang="en-US" sz="2800">
                <a:latin typeface="Calibri" panose="020F0502020204030204" pitchFamily="34" charset="0"/>
                <a:cs typeface="Calibri" panose="020F0502020204030204" pitchFamily="34" charset="0"/>
              </a:rPr>
              <a:t>Decide on release date and content.</a:t>
            </a:r>
          </a:p>
          <a:p>
            <a:r>
              <a:rPr lang="en-US" altLang="en-US" sz="2800">
                <a:latin typeface="Calibri" panose="020F0502020204030204" pitchFamily="34" charset="0"/>
                <a:cs typeface="Calibri" panose="020F0502020204030204" pitchFamily="34" charset="0"/>
              </a:rPr>
              <a:t>Be responsible for the profitability of the product (ROI).</a:t>
            </a:r>
          </a:p>
          <a:p>
            <a:r>
              <a:rPr lang="en-US" altLang="en-US" sz="2800">
                <a:latin typeface="Calibri" panose="020F0502020204030204" pitchFamily="34" charset="0"/>
                <a:cs typeface="Calibri" panose="020F0502020204030204" pitchFamily="34" charset="0"/>
              </a:rPr>
              <a:t>Prioritize features according to market value.</a:t>
            </a:r>
          </a:p>
          <a:p>
            <a:r>
              <a:rPr lang="en-US" altLang="en-US" sz="2800">
                <a:latin typeface="Calibri" panose="020F0502020204030204" pitchFamily="34" charset="0"/>
                <a:cs typeface="Calibri" panose="020F0502020204030204" pitchFamily="34" charset="0"/>
              </a:rPr>
              <a:t>Adjust features and priority every iteration, as needed.</a:t>
            </a:r>
          </a:p>
          <a:p>
            <a:r>
              <a:rPr lang="en-US" altLang="en-US" sz="2800">
                <a:latin typeface="Calibri" panose="020F0502020204030204" pitchFamily="34" charset="0"/>
                <a:cs typeface="Calibri" panose="020F0502020204030204" pitchFamily="34" charset="0"/>
              </a:rPr>
              <a:t>Accept or reject work results.</a:t>
            </a:r>
          </a:p>
          <a:p>
            <a:endParaRPr lang="en-US" altLang="en-US" sz="3200">
              <a:latin typeface="Calibri" panose="020F0502020204030204" pitchFamily="34" charset="0"/>
              <a:cs typeface="Calibri" panose="020F0502020204030204" pitchFamily="34" charset="0"/>
            </a:endParaRPr>
          </a:p>
        </p:txBody>
      </p:sp>
      <p:pic>
        <p:nvPicPr>
          <p:cNvPr id="39940" name="Picture 3">
            <a:extLst>
              <a:ext uri="{FF2B5EF4-FFF2-40B4-BE49-F238E27FC236}">
                <a16:creationId xmlns:a16="http://schemas.microsoft.com/office/drawing/2014/main" id="{232B3D14-5E67-B480-B54A-F2B98ABC18B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29500" y="211138"/>
            <a:ext cx="2438400" cy="188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spd="med">
    <p:wip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1">
            <a:extLst>
              <a:ext uri="{FF2B5EF4-FFF2-40B4-BE49-F238E27FC236}">
                <a16:creationId xmlns:a16="http://schemas.microsoft.com/office/drawing/2014/main" id="{64FD8C97-7450-4A1A-E217-E926AA6E5140}"/>
              </a:ext>
            </a:extLst>
          </p:cNvPr>
          <p:cNvSpPr>
            <a:spLocks noGrp="1" noChangeArrowheads="1"/>
          </p:cNvSpPr>
          <p:nvPr>
            <p:ph type="title"/>
          </p:nvPr>
        </p:nvSpPr>
        <p:spPr/>
        <p:txBody>
          <a:bodyPr/>
          <a:lstStyle/>
          <a:p>
            <a:pPr eaLnBrk="1" hangingPunct="1"/>
            <a:r>
              <a:rPr lang="en-US" altLang="en-US"/>
              <a:t>The ScrumMaster</a:t>
            </a:r>
          </a:p>
        </p:txBody>
      </p:sp>
      <p:sp>
        <p:nvSpPr>
          <p:cNvPr id="41987" name="Rectangle 2">
            <a:extLst>
              <a:ext uri="{FF2B5EF4-FFF2-40B4-BE49-F238E27FC236}">
                <a16:creationId xmlns:a16="http://schemas.microsoft.com/office/drawing/2014/main" id="{1BF8B50A-A015-289F-9213-335ACBE126FC}"/>
              </a:ext>
            </a:extLst>
          </p:cNvPr>
          <p:cNvSpPr>
            <a:spLocks noGrp="1" noChangeArrowheads="1"/>
          </p:cNvSpPr>
          <p:nvPr>
            <p:ph type="body" idx="1"/>
          </p:nvPr>
        </p:nvSpPr>
        <p:spPr/>
        <p:txBody>
          <a:bodyPr/>
          <a:lstStyle/>
          <a:p>
            <a:pPr marL="698500" eaLnBrk="1" hangingPunct="1"/>
            <a:r>
              <a:rPr lang="en-US" altLang="en-US" sz="2800">
                <a:latin typeface="Calibri" panose="020F0502020204030204" pitchFamily="34" charset="0"/>
                <a:cs typeface="Calibri" panose="020F0502020204030204" pitchFamily="34" charset="0"/>
              </a:rPr>
              <a:t>Represents management to the project.</a:t>
            </a:r>
          </a:p>
          <a:p>
            <a:pPr marL="698500" eaLnBrk="1" hangingPunct="1">
              <a:spcBef>
                <a:spcPts val="1100"/>
              </a:spcBef>
            </a:pPr>
            <a:r>
              <a:rPr lang="en-US" altLang="en-US" sz="2800">
                <a:latin typeface="Calibri" panose="020F0502020204030204" pitchFamily="34" charset="0"/>
                <a:cs typeface="Calibri" panose="020F0502020204030204" pitchFamily="34" charset="0"/>
              </a:rPr>
              <a:t>Responsible for enacting Scrum values and practices.</a:t>
            </a:r>
          </a:p>
          <a:p>
            <a:pPr marL="698500" eaLnBrk="1" hangingPunct="1">
              <a:spcBef>
                <a:spcPts val="1100"/>
              </a:spcBef>
            </a:pPr>
            <a:r>
              <a:rPr lang="en-US" altLang="en-US" sz="2800">
                <a:latin typeface="Calibri" panose="020F0502020204030204" pitchFamily="34" charset="0"/>
                <a:cs typeface="Calibri" panose="020F0502020204030204" pitchFamily="34" charset="0"/>
              </a:rPr>
              <a:t>Removes impediments.</a:t>
            </a:r>
          </a:p>
          <a:p>
            <a:pPr marL="698500" eaLnBrk="1" hangingPunct="1">
              <a:spcBef>
                <a:spcPts val="1100"/>
              </a:spcBef>
            </a:pPr>
            <a:r>
              <a:rPr lang="en-US" altLang="en-US" sz="2800">
                <a:latin typeface="Calibri" panose="020F0502020204030204" pitchFamily="34" charset="0"/>
                <a:cs typeface="Calibri" panose="020F0502020204030204" pitchFamily="34" charset="0"/>
              </a:rPr>
              <a:t>Ensure that the team is fully functional and productive.</a:t>
            </a:r>
          </a:p>
          <a:p>
            <a:pPr marL="698500" eaLnBrk="1" hangingPunct="1">
              <a:spcBef>
                <a:spcPts val="1100"/>
              </a:spcBef>
            </a:pPr>
            <a:r>
              <a:rPr lang="en-US" altLang="en-US" sz="2800">
                <a:latin typeface="Calibri" panose="020F0502020204030204" pitchFamily="34" charset="0"/>
                <a:cs typeface="Calibri" panose="020F0502020204030204" pitchFamily="34" charset="0"/>
              </a:rPr>
              <a:t>Enable close cooperation across all roles and functions.</a:t>
            </a:r>
          </a:p>
          <a:p>
            <a:pPr marL="698500" eaLnBrk="1" hangingPunct="1">
              <a:spcBef>
                <a:spcPts val="1100"/>
              </a:spcBef>
            </a:pPr>
            <a:r>
              <a:rPr lang="en-US" altLang="en-US" sz="2800">
                <a:latin typeface="Calibri" panose="020F0502020204030204" pitchFamily="34" charset="0"/>
                <a:cs typeface="Calibri" panose="020F0502020204030204" pitchFamily="34" charset="0"/>
              </a:rPr>
              <a:t>Shield the team from external interferences.</a:t>
            </a:r>
          </a:p>
        </p:txBody>
      </p:sp>
      <p:pic>
        <p:nvPicPr>
          <p:cNvPr id="41988" name="Picture 3">
            <a:extLst>
              <a:ext uri="{FF2B5EF4-FFF2-40B4-BE49-F238E27FC236}">
                <a16:creationId xmlns:a16="http://schemas.microsoft.com/office/drawing/2014/main" id="{C1E96220-B5AC-4D94-72E5-2972F476202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86700" y="374650"/>
            <a:ext cx="1828800" cy="1543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1">
            <a:extLst>
              <a:ext uri="{FF2B5EF4-FFF2-40B4-BE49-F238E27FC236}">
                <a16:creationId xmlns:a16="http://schemas.microsoft.com/office/drawing/2014/main" id="{FDD884C1-1041-66DD-3325-F9C0EB6A5C8E}"/>
              </a:ext>
            </a:extLst>
          </p:cNvPr>
          <p:cNvSpPr>
            <a:spLocks noGrp="1" noChangeArrowheads="1"/>
          </p:cNvSpPr>
          <p:nvPr>
            <p:ph type="title"/>
          </p:nvPr>
        </p:nvSpPr>
        <p:spPr/>
        <p:txBody>
          <a:bodyPr/>
          <a:lstStyle/>
          <a:p>
            <a:pPr eaLnBrk="1" hangingPunct="1"/>
            <a:r>
              <a:rPr lang="en-US" altLang="en-US"/>
              <a:t>The team</a:t>
            </a:r>
          </a:p>
        </p:txBody>
      </p:sp>
      <p:sp>
        <p:nvSpPr>
          <p:cNvPr id="44035" name="Rectangle 2">
            <a:extLst>
              <a:ext uri="{FF2B5EF4-FFF2-40B4-BE49-F238E27FC236}">
                <a16:creationId xmlns:a16="http://schemas.microsoft.com/office/drawing/2014/main" id="{D2F4C84F-C492-AAF4-C8DA-2B65295215D5}"/>
              </a:ext>
            </a:extLst>
          </p:cNvPr>
          <p:cNvSpPr>
            <a:spLocks noGrp="1" noChangeArrowheads="1"/>
          </p:cNvSpPr>
          <p:nvPr>
            <p:ph type="body" idx="1"/>
          </p:nvPr>
        </p:nvSpPr>
        <p:spPr>
          <a:xfrm>
            <a:off x="292100" y="1600200"/>
            <a:ext cx="9664700" cy="5080000"/>
          </a:xfrm>
        </p:spPr>
        <p:txBody>
          <a:bodyPr/>
          <a:lstStyle/>
          <a:p>
            <a:pPr marL="698500" eaLnBrk="1" hangingPunct="1">
              <a:lnSpc>
                <a:spcPct val="90000"/>
              </a:lnSpc>
            </a:pPr>
            <a:r>
              <a:rPr lang="en-US" altLang="en-US" sz="2800">
                <a:latin typeface="Calibri" panose="020F0502020204030204" pitchFamily="34" charset="0"/>
                <a:cs typeface="Calibri" panose="020F0502020204030204" pitchFamily="34" charset="0"/>
              </a:rPr>
              <a:t>Typically 5-9 people.</a:t>
            </a:r>
          </a:p>
          <a:p>
            <a:pPr marL="698500" eaLnBrk="1" hangingPunct="1">
              <a:lnSpc>
                <a:spcPct val="90000"/>
              </a:lnSpc>
              <a:spcBef>
                <a:spcPts val="1400"/>
              </a:spcBef>
            </a:pPr>
            <a:r>
              <a:rPr lang="en-US" altLang="en-US" sz="2800">
                <a:latin typeface="Calibri" panose="020F0502020204030204" pitchFamily="34" charset="0"/>
                <a:cs typeface="Calibri" panose="020F0502020204030204" pitchFamily="34" charset="0"/>
              </a:rPr>
              <a:t>Cross-functional:</a:t>
            </a:r>
          </a:p>
          <a:p>
            <a:pPr marL="1054100" lvl="1" indent="-457200" eaLnBrk="1" hangingPunct="1">
              <a:lnSpc>
                <a:spcPct val="90000"/>
              </a:lnSpc>
              <a:spcBef>
                <a:spcPts val="1400"/>
              </a:spcBef>
              <a:buFont typeface="Wingdings" pitchFamily="2" charset="2"/>
              <a:buChar char="§"/>
            </a:pPr>
            <a:r>
              <a:rPr lang="en-US" altLang="en-US" sz="2800">
                <a:latin typeface="Calibri" panose="020F0502020204030204" pitchFamily="34" charset="0"/>
                <a:cs typeface="Calibri" panose="020F0502020204030204" pitchFamily="34" charset="0"/>
              </a:rPr>
              <a:t>Programmers, testers, user experience designers, etc.</a:t>
            </a:r>
          </a:p>
          <a:p>
            <a:pPr marL="698500" eaLnBrk="1" hangingPunct="1">
              <a:lnSpc>
                <a:spcPct val="90000"/>
              </a:lnSpc>
              <a:spcBef>
                <a:spcPts val="1400"/>
              </a:spcBef>
            </a:pPr>
            <a:r>
              <a:rPr lang="en-US" altLang="en-US" sz="2800">
                <a:latin typeface="Calibri" panose="020F0502020204030204" pitchFamily="34" charset="0"/>
                <a:cs typeface="Calibri" panose="020F0502020204030204" pitchFamily="34" charset="0"/>
              </a:rPr>
              <a:t>Members should be full-time.</a:t>
            </a:r>
          </a:p>
          <a:p>
            <a:pPr marL="1054100" lvl="2" indent="-457200" eaLnBrk="1" hangingPunct="1">
              <a:lnSpc>
                <a:spcPct val="90000"/>
              </a:lnSpc>
              <a:spcBef>
                <a:spcPts val="1400"/>
              </a:spcBef>
              <a:buClr>
                <a:srgbClr val="5F7BAE"/>
              </a:buClr>
              <a:buFont typeface="Wingdings" pitchFamily="2" charset="2"/>
              <a:buChar char="§"/>
            </a:pPr>
            <a:r>
              <a:rPr lang="en-US" altLang="en-US">
                <a:latin typeface="Calibri" panose="020F0502020204030204" pitchFamily="34" charset="0"/>
                <a:cs typeface="Calibri" panose="020F0502020204030204" pitchFamily="34" charset="0"/>
              </a:rPr>
              <a:t>May be exceptions (e.g., database administrator).</a:t>
            </a:r>
          </a:p>
        </p:txBody>
      </p:sp>
      <p:grpSp>
        <p:nvGrpSpPr>
          <p:cNvPr id="44036" name="Group 3">
            <a:extLst>
              <a:ext uri="{FF2B5EF4-FFF2-40B4-BE49-F238E27FC236}">
                <a16:creationId xmlns:a16="http://schemas.microsoft.com/office/drawing/2014/main" id="{38641535-6678-C34A-99D4-3AB946F57D36}"/>
              </a:ext>
            </a:extLst>
          </p:cNvPr>
          <p:cNvGrpSpPr>
            <a:grpSpLocks/>
          </p:cNvGrpSpPr>
          <p:nvPr/>
        </p:nvGrpSpPr>
        <p:grpSpPr bwMode="auto">
          <a:xfrm>
            <a:off x="6546850" y="577850"/>
            <a:ext cx="2705100" cy="2138363"/>
            <a:chOff x="0" y="0"/>
            <a:chExt cx="1704" cy="1346"/>
          </a:xfrm>
        </p:grpSpPr>
        <p:pic>
          <p:nvPicPr>
            <p:cNvPr id="44037" name="Picture 4">
              <a:extLst>
                <a:ext uri="{FF2B5EF4-FFF2-40B4-BE49-F238E27FC236}">
                  <a16:creationId xmlns:a16="http://schemas.microsoft.com/office/drawing/2014/main" id="{F884A532-620B-464D-3A82-BD12B64D7FB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8" y="453"/>
              <a:ext cx="507" cy="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44038" name="Group 5">
              <a:extLst>
                <a:ext uri="{FF2B5EF4-FFF2-40B4-BE49-F238E27FC236}">
                  <a16:creationId xmlns:a16="http://schemas.microsoft.com/office/drawing/2014/main" id="{9242EA0F-6D80-6EE1-2C04-DBE07F784E83}"/>
                </a:ext>
              </a:extLst>
            </p:cNvPr>
            <p:cNvGrpSpPr>
              <a:grpSpLocks/>
            </p:cNvGrpSpPr>
            <p:nvPr/>
          </p:nvGrpSpPr>
          <p:grpSpPr bwMode="auto">
            <a:xfrm>
              <a:off x="0" y="0"/>
              <a:ext cx="1704" cy="1346"/>
              <a:chOff x="0" y="0"/>
              <a:chExt cx="1704" cy="1346"/>
            </a:xfrm>
          </p:grpSpPr>
          <p:grpSp>
            <p:nvGrpSpPr>
              <p:cNvPr id="44039" name="Group 6">
                <a:extLst>
                  <a:ext uri="{FF2B5EF4-FFF2-40B4-BE49-F238E27FC236}">
                    <a16:creationId xmlns:a16="http://schemas.microsoft.com/office/drawing/2014/main" id="{1468C9EA-0B3F-69FA-709C-08DEABECEE7F}"/>
                  </a:ext>
                </a:extLst>
              </p:cNvPr>
              <p:cNvGrpSpPr>
                <a:grpSpLocks/>
              </p:cNvGrpSpPr>
              <p:nvPr/>
            </p:nvGrpSpPr>
            <p:grpSpPr bwMode="auto">
              <a:xfrm>
                <a:off x="0" y="0"/>
                <a:ext cx="1704" cy="440"/>
                <a:chOff x="0" y="0"/>
                <a:chExt cx="1704" cy="440"/>
              </a:xfrm>
            </p:grpSpPr>
            <p:pic>
              <p:nvPicPr>
                <p:cNvPr id="44045" name="Picture 7">
                  <a:extLst>
                    <a:ext uri="{FF2B5EF4-FFF2-40B4-BE49-F238E27FC236}">
                      <a16:creationId xmlns:a16="http://schemas.microsoft.com/office/drawing/2014/main" id="{BB74CFFC-F1E1-D992-0E25-CB52D5CF325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507" cy="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4046" name="Picture 8">
                  <a:extLst>
                    <a:ext uri="{FF2B5EF4-FFF2-40B4-BE49-F238E27FC236}">
                      <a16:creationId xmlns:a16="http://schemas.microsoft.com/office/drawing/2014/main" id="{DDDFED81-181C-199B-E312-DFE1BA4CF91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8" y="0"/>
                  <a:ext cx="507" cy="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4047" name="Picture 9">
                  <a:extLst>
                    <a:ext uri="{FF2B5EF4-FFF2-40B4-BE49-F238E27FC236}">
                      <a16:creationId xmlns:a16="http://schemas.microsoft.com/office/drawing/2014/main" id="{93851093-23CC-9C2F-83E9-3DA5EB07B6F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96" y="0"/>
                  <a:ext cx="508" cy="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grpSp>
          <p:pic>
            <p:nvPicPr>
              <p:cNvPr id="44040" name="Picture 10">
                <a:extLst>
                  <a:ext uri="{FF2B5EF4-FFF2-40B4-BE49-F238E27FC236}">
                    <a16:creationId xmlns:a16="http://schemas.microsoft.com/office/drawing/2014/main" id="{B58A2EEF-3D91-F3AB-76B2-C47F8018067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0" y="469"/>
                <a:ext cx="507" cy="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44041" name="Group 11">
                <a:extLst>
                  <a:ext uri="{FF2B5EF4-FFF2-40B4-BE49-F238E27FC236}">
                    <a16:creationId xmlns:a16="http://schemas.microsoft.com/office/drawing/2014/main" id="{5A404674-C489-B6F7-A79D-F80D40023BFC}"/>
                  </a:ext>
                </a:extLst>
              </p:cNvPr>
              <p:cNvGrpSpPr>
                <a:grpSpLocks/>
              </p:cNvGrpSpPr>
              <p:nvPr/>
            </p:nvGrpSpPr>
            <p:grpSpPr bwMode="auto">
              <a:xfrm>
                <a:off x="0" y="906"/>
                <a:ext cx="1704" cy="440"/>
                <a:chOff x="0" y="0"/>
                <a:chExt cx="1704" cy="440"/>
              </a:xfrm>
            </p:grpSpPr>
            <p:pic>
              <p:nvPicPr>
                <p:cNvPr id="44042" name="Picture 12">
                  <a:extLst>
                    <a:ext uri="{FF2B5EF4-FFF2-40B4-BE49-F238E27FC236}">
                      <a16:creationId xmlns:a16="http://schemas.microsoft.com/office/drawing/2014/main" id="{94F0A4F7-C0E7-B260-0B42-3BB8F01A7CD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16"/>
                  <a:ext cx="507" cy="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4043" name="Picture 13">
                  <a:extLst>
                    <a:ext uri="{FF2B5EF4-FFF2-40B4-BE49-F238E27FC236}">
                      <a16:creationId xmlns:a16="http://schemas.microsoft.com/office/drawing/2014/main" id="{1C693581-0B7F-262D-1D32-B254D853786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96" y="0"/>
                  <a:ext cx="508" cy="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4044" name="Picture 14">
                  <a:extLst>
                    <a:ext uri="{FF2B5EF4-FFF2-40B4-BE49-F238E27FC236}">
                      <a16:creationId xmlns:a16="http://schemas.microsoft.com/office/drawing/2014/main" id="{A72F2C9E-F8C0-7187-BDFC-56C3C6B3B6B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8" y="0"/>
                  <a:ext cx="507" cy="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grpSp>
        </p:grpSp>
      </p:grpSp>
    </p:spTree>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1">
            <a:extLst>
              <a:ext uri="{FF2B5EF4-FFF2-40B4-BE49-F238E27FC236}">
                <a16:creationId xmlns:a16="http://schemas.microsoft.com/office/drawing/2014/main" id="{27484A75-C86C-524B-0B9F-7CF75D39276C}"/>
              </a:ext>
            </a:extLst>
          </p:cNvPr>
          <p:cNvSpPr>
            <a:spLocks noGrp="1" noChangeArrowheads="1"/>
          </p:cNvSpPr>
          <p:nvPr>
            <p:ph type="title"/>
          </p:nvPr>
        </p:nvSpPr>
        <p:spPr/>
        <p:txBody>
          <a:bodyPr/>
          <a:lstStyle/>
          <a:p>
            <a:pPr eaLnBrk="1" hangingPunct="1"/>
            <a:r>
              <a:rPr lang="en-US" altLang="en-US"/>
              <a:t>The team</a:t>
            </a:r>
          </a:p>
        </p:txBody>
      </p:sp>
      <p:sp>
        <p:nvSpPr>
          <p:cNvPr id="46083" name="Rectangle 2">
            <a:extLst>
              <a:ext uri="{FF2B5EF4-FFF2-40B4-BE49-F238E27FC236}">
                <a16:creationId xmlns:a16="http://schemas.microsoft.com/office/drawing/2014/main" id="{350AD307-60FD-300B-5D10-0EF461434876}"/>
              </a:ext>
            </a:extLst>
          </p:cNvPr>
          <p:cNvSpPr>
            <a:spLocks noGrp="1" noChangeArrowheads="1"/>
          </p:cNvSpPr>
          <p:nvPr>
            <p:ph type="body" idx="1"/>
          </p:nvPr>
        </p:nvSpPr>
        <p:spPr>
          <a:xfrm>
            <a:off x="292100" y="1600200"/>
            <a:ext cx="9664700" cy="5080000"/>
          </a:xfrm>
        </p:spPr>
        <p:txBody>
          <a:bodyPr/>
          <a:lstStyle/>
          <a:p>
            <a:pPr marL="698500" eaLnBrk="1" hangingPunct="1">
              <a:lnSpc>
                <a:spcPct val="90000"/>
              </a:lnSpc>
              <a:spcBef>
                <a:spcPts val="1400"/>
              </a:spcBef>
            </a:pPr>
            <a:endParaRPr lang="en-US" altLang="en-US" sz="3500"/>
          </a:p>
          <a:p>
            <a:pPr marL="698500" eaLnBrk="1" hangingPunct="1">
              <a:lnSpc>
                <a:spcPct val="90000"/>
              </a:lnSpc>
              <a:spcBef>
                <a:spcPts val="1400"/>
              </a:spcBef>
            </a:pPr>
            <a:r>
              <a:rPr lang="en-US" altLang="en-US" sz="3500"/>
              <a:t>Teams are self-organizing</a:t>
            </a:r>
          </a:p>
          <a:p>
            <a:pPr marL="1054100" lvl="1" indent="-457200" eaLnBrk="1" hangingPunct="1">
              <a:lnSpc>
                <a:spcPct val="90000"/>
              </a:lnSpc>
              <a:spcBef>
                <a:spcPts val="1400"/>
              </a:spcBef>
              <a:buFont typeface="Wingdings" pitchFamily="2" charset="2"/>
              <a:buChar char="§"/>
            </a:pPr>
            <a:r>
              <a:rPr lang="en-US" altLang="en-US" sz="3100"/>
              <a:t>Ideally, no titles but occasionally a possibility (like lead developer)</a:t>
            </a:r>
          </a:p>
          <a:p>
            <a:pPr marL="698500" eaLnBrk="1" hangingPunct="1">
              <a:lnSpc>
                <a:spcPct val="90000"/>
              </a:lnSpc>
              <a:spcBef>
                <a:spcPts val="1400"/>
              </a:spcBef>
            </a:pPr>
            <a:r>
              <a:rPr lang="en-US" altLang="en-US" sz="3500"/>
              <a:t>Membership should change only between sprints</a:t>
            </a:r>
          </a:p>
        </p:txBody>
      </p:sp>
      <p:grpSp>
        <p:nvGrpSpPr>
          <p:cNvPr id="46084" name="Group 3">
            <a:extLst>
              <a:ext uri="{FF2B5EF4-FFF2-40B4-BE49-F238E27FC236}">
                <a16:creationId xmlns:a16="http://schemas.microsoft.com/office/drawing/2014/main" id="{95D20968-B357-0087-3542-F4A7AE389E72}"/>
              </a:ext>
            </a:extLst>
          </p:cNvPr>
          <p:cNvGrpSpPr>
            <a:grpSpLocks/>
          </p:cNvGrpSpPr>
          <p:nvPr/>
        </p:nvGrpSpPr>
        <p:grpSpPr bwMode="auto">
          <a:xfrm>
            <a:off x="6546850" y="577850"/>
            <a:ext cx="2705100" cy="2138363"/>
            <a:chOff x="0" y="0"/>
            <a:chExt cx="1704" cy="1346"/>
          </a:xfrm>
        </p:grpSpPr>
        <p:pic>
          <p:nvPicPr>
            <p:cNvPr id="46085" name="Picture 4">
              <a:extLst>
                <a:ext uri="{FF2B5EF4-FFF2-40B4-BE49-F238E27FC236}">
                  <a16:creationId xmlns:a16="http://schemas.microsoft.com/office/drawing/2014/main" id="{73B9B8E4-1A17-770D-5D74-7C736EB608B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8" y="453"/>
              <a:ext cx="507" cy="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46086" name="Group 5">
              <a:extLst>
                <a:ext uri="{FF2B5EF4-FFF2-40B4-BE49-F238E27FC236}">
                  <a16:creationId xmlns:a16="http://schemas.microsoft.com/office/drawing/2014/main" id="{DCB2E41E-8CC8-3892-7AFB-F6CAEAAF4FD5}"/>
                </a:ext>
              </a:extLst>
            </p:cNvPr>
            <p:cNvGrpSpPr>
              <a:grpSpLocks/>
            </p:cNvGrpSpPr>
            <p:nvPr/>
          </p:nvGrpSpPr>
          <p:grpSpPr bwMode="auto">
            <a:xfrm>
              <a:off x="0" y="0"/>
              <a:ext cx="1704" cy="1346"/>
              <a:chOff x="0" y="0"/>
              <a:chExt cx="1704" cy="1346"/>
            </a:xfrm>
          </p:grpSpPr>
          <p:grpSp>
            <p:nvGrpSpPr>
              <p:cNvPr id="46087" name="Group 6">
                <a:extLst>
                  <a:ext uri="{FF2B5EF4-FFF2-40B4-BE49-F238E27FC236}">
                    <a16:creationId xmlns:a16="http://schemas.microsoft.com/office/drawing/2014/main" id="{57D041B5-D4C6-9389-77CA-2F197D742FF7}"/>
                  </a:ext>
                </a:extLst>
              </p:cNvPr>
              <p:cNvGrpSpPr>
                <a:grpSpLocks/>
              </p:cNvGrpSpPr>
              <p:nvPr/>
            </p:nvGrpSpPr>
            <p:grpSpPr bwMode="auto">
              <a:xfrm>
                <a:off x="0" y="0"/>
                <a:ext cx="1704" cy="440"/>
                <a:chOff x="0" y="0"/>
                <a:chExt cx="1704" cy="440"/>
              </a:xfrm>
            </p:grpSpPr>
            <p:pic>
              <p:nvPicPr>
                <p:cNvPr id="46093" name="Picture 7">
                  <a:extLst>
                    <a:ext uri="{FF2B5EF4-FFF2-40B4-BE49-F238E27FC236}">
                      <a16:creationId xmlns:a16="http://schemas.microsoft.com/office/drawing/2014/main" id="{F2343035-0A3D-BDF2-7689-4A106F51397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507" cy="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6094" name="Picture 8">
                  <a:extLst>
                    <a:ext uri="{FF2B5EF4-FFF2-40B4-BE49-F238E27FC236}">
                      <a16:creationId xmlns:a16="http://schemas.microsoft.com/office/drawing/2014/main" id="{5E689310-E891-C866-8E00-42910755B6C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8" y="0"/>
                  <a:ext cx="507" cy="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6095" name="Picture 9">
                  <a:extLst>
                    <a:ext uri="{FF2B5EF4-FFF2-40B4-BE49-F238E27FC236}">
                      <a16:creationId xmlns:a16="http://schemas.microsoft.com/office/drawing/2014/main" id="{5260C13E-5E35-24EE-79BE-F0F54033833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96" y="0"/>
                  <a:ext cx="508" cy="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grpSp>
          <p:pic>
            <p:nvPicPr>
              <p:cNvPr id="46088" name="Picture 10">
                <a:extLst>
                  <a:ext uri="{FF2B5EF4-FFF2-40B4-BE49-F238E27FC236}">
                    <a16:creationId xmlns:a16="http://schemas.microsoft.com/office/drawing/2014/main" id="{BC517627-7FD7-DA7A-ECE2-47020838B7B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0" y="469"/>
                <a:ext cx="507" cy="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46089" name="Group 11">
                <a:extLst>
                  <a:ext uri="{FF2B5EF4-FFF2-40B4-BE49-F238E27FC236}">
                    <a16:creationId xmlns:a16="http://schemas.microsoft.com/office/drawing/2014/main" id="{573853C0-701B-F6BC-6781-7B2EA1D8152A}"/>
                  </a:ext>
                </a:extLst>
              </p:cNvPr>
              <p:cNvGrpSpPr>
                <a:grpSpLocks/>
              </p:cNvGrpSpPr>
              <p:nvPr/>
            </p:nvGrpSpPr>
            <p:grpSpPr bwMode="auto">
              <a:xfrm>
                <a:off x="0" y="906"/>
                <a:ext cx="1704" cy="440"/>
                <a:chOff x="0" y="0"/>
                <a:chExt cx="1704" cy="440"/>
              </a:xfrm>
            </p:grpSpPr>
            <p:pic>
              <p:nvPicPr>
                <p:cNvPr id="46090" name="Picture 12">
                  <a:extLst>
                    <a:ext uri="{FF2B5EF4-FFF2-40B4-BE49-F238E27FC236}">
                      <a16:creationId xmlns:a16="http://schemas.microsoft.com/office/drawing/2014/main" id="{05EA319C-B0AC-077D-F73B-F19204E608B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16"/>
                  <a:ext cx="507" cy="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6091" name="Picture 13">
                  <a:extLst>
                    <a:ext uri="{FF2B5EF4-FFF2-40B4-BE49-F238E27FC236}">
                      <a16:creationId xmlns:a16="http://schemas.microsoft.com/office/drawing/2014/main" id="{5C0A1FAA-CD15-BA8C-A5B5-243DA1BEEED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96" y="0"/>
                  <a:ext cx="508" cy="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6092" name="Picture 14">
                  <a:extLst>
                    <a:ext uri="{FF2B5EF4-FFF2-40B4-BE49-F238E27FC236}">
                      <a16:creationId xmlns:a16="http://schemas.microsoft.com/office/drawing/2014/main" id="{A9CE6E56-9E8A-EDB5-FD46-BAC11A8F6DE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8" y="0"/>
                  <a:ext cx="507" cy="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grpSp>
        </p:grpSp>
      </p:grpSp>
    </p:spTree>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8130" name="Group 1">
            <a:extLst>
              <a:ext uri="{FF2B5EF4-FFF2-40B4-BE49-F238E27FC236}">
                <a16:creationId xmlns:a16="http://schemas.microsoft.com/office/drawing/2014/main" id="{A0240E34-247A-225C-8173-B49974B27C88}"/>
              </a:ext>
            </a:extLst>
          </p:cNvPr>
          <p:cNvGrpSpPr>
            <a:grpSpLocks/>
          </p:cNvGrpSpPr>
          <p:nvPr/>
        </p:nvGrpSpPr>
        <p:grpSpPr bwMode="auto">
          <a:xfrm>
            <a:off x="723900" y="1079500"/>
            <a:ext cx="4140200" cy="2044700"/>
            <a:chOff x="0" y="0"/>
            <a:chExt cx="2608" cy="1288"/>
          </a:xfrm>
        </p:grpSpPr>
        <p:sp>
          <p:nvSpPr>
            <p:cNvPr id="2" name="AutoShape 2">
              <a:extLst>
                <a:ext uri="{FF2B5EF4-FFF2-40B4-BE49-F238E27FC236}">
                  <a16:creationId xmlns:a16="http://schemas.microsoft.com/office/drawing/2014/main" id="{AA8BE4DC-CA0C-1182-959F-7046503F45FE}"/>
                </a:ext>
              </a:extLst>
            </p:cNvPr>
            <p:cNvSpPr>
              <a:spLocks/>
            </p:cNvSpPr>
            <p:nvPr/>
          </p:nvSpPr>
          <p:spPr bwMode="auto">
            <a:xfrm>
              <a:off x="8" y="0"/>
              <a:ext cx="2600" cy="1288"/>
            </a:xfrm>
            <a:prstGeom prst="roundRect">
              <a:avLst>
                <a:gd name="adj" fmla="val 14903"/>
              </a:avLst>
            </a:prstGeom>
            <a:solidFill>
              <a:srgbClr val="E6E6E6"/>
            </a:solidFill>
            <a:ln w="25400">
              <a:solidFill>
                <a:srgbClr val="B3B3B3"/>
              </a:solidFill>
              <a:round/>
              <a:headEnd/>
              <a:tailEnd/>
            </a:ln>
            <a:effectLst>
              <a:outerShdw blurRad="114300" dist="63500" dir="2700000" algn="ctr" rotWithShape="0">
                <a:schemeClr val="bg2">
                  <a:alpha val="29999"/>
                </a:schemeClr>
              </a:outerShdw>
            </a:effectLst>
          </p:spPr>
          <p:txBody>
            <a:bodyPr/>
            <a:lstStyle/>
            <a:p>
              <a:pPr algn="ctr" eaLnBrk="1" hangingPunct="1">
                <a:defRPr/>
              </a:pPr>
              <a:endParaRPr lang="en-US">
                <a:latin typeface="Gill Sans" pitchFamily="80" charset="0"/>
                <a:ea typeface="ヒラギノ角ゴ Pro W3" pitchFamily="80" charset="-128"/>
                <a:sym typeface="Gill Sans" pitchFamily="80" charset="0"/>
              </a:endParaRPr>
            </a:p>
          </p:txBody>
        </p:sp>
        <p:sp>
          <p:nvSpPr>
            <p:cNvPr id="48151" name="Rectangle 3">
              <a:extLst>
                <a:ext uri="{FF2B5EF4-FFF2-40B4-BE49-F238E27FC236}">
                  <a16:creationId xmlns:a16="http://schemas.microsoft.com/office/drawing/2014/main" id="{B8603FEF-1EB1-129B-70DE-6A0DDA7A83D2}"/>
                </a:ext>
              </a:extLst>
            </p:cNvPr>
            <p:cNvSpPr>
              <a:spLocks/>
            </p:cNvSpPr>
            <p:nvPr/>
          </p:nvSpPr>
          <p:spPr bwMode="auto">
            <a:xfrm>
              <a:off x="96" y="392"/>
              <a:ext cx="1768" cy="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50800" tIns="50800" rIns="50800" bIns="50800"/>
            <a:lstStyle>
              <a:lvl1pPr>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eaLnBrk="1" hangingPunct="1">
                <a:buClr>
                  <a:srgbClr val="B3B3B3"/>
                </a:buClr>
                <a:buSzPct val="125000"/>
                <a:buFont typeface="Lucida Grande" panose="020B0600040502020204" pitchFamily="34" charset="0"/>
                <a:buChar char="•"/>
              </a:pPr>
              <a:r>
                <a:rPr lang="en-US" altLang="en-US" sz="2800">
                  <a:solidFill>
                    <a:srgbClr val="B3B3B3"/>
                  </a:solidFill>
                </a:rPr>
                <a:t>Product owner</a:t>
              </a:r>
            </a:p>
            <a:p>
              <a:pPr eaLnBrk="1" hangingPunct="1">
                <a:buClr>
                  <a:srgbClr val="B3B3B3"/>
                </a:buClr>
                <a:buSzPct val="125000"/>
                <a:buFont typeface="Lucida Grande" panose="020B0600040502020204" pitchFamily="34" charset="0"/>
                <a:buChar char="•"/>
              </a:pPr>
              <a:r>
                <a:rPr lang="en-US" altLang="en-US" sz="2800">
                  <a:solidFill>
                    <a:srgbClr val="B3B3B3"/>
                  </a:solidFill>
                </a:rPr>
                <a:t>ScrumMaster</a:t>
              </a:r>
            </a:p>
            <a:p>
              <a:pPr eaLnBrk="1" hangingPunct="1">
                <a:buClr>
                  <a:srgbClr val="B3B3B3"/>
                </a:buClr>
                <a:buSzPct val="125000"/>
                <a:buFont typeface="Lucida Grande" panose="020B0600040502020204" pitchFamily="34" charset="0"/>
                <a:buChar char="•"/>
              </a:pPr>
              <a:r>
                <a:rPr lang="en-US" altLang="en-US" sz="2800">
                  <a:solidFill>
                    <a:srgbClr val="B3B3B3"/>
                  </a:solidFill>
                </a:rPr>
                <a:t>Team</a:t>
              </a:r>
            </a:p>
          </p:txBody>
        </p:sp>
        <p:sp>
          <p:nvSpPr>
            <p:cNvPr id="48152" name="Rectangle 4">
              <a:extLst>
                <a:ext uri="{FF2B5EF4-FFF2-40B4-BE49-F238E27FC236}">
                  <a16:creationId xmlns:a16="http://schemas.microsoft.com/office/drawing/2014/main" id="{E0A10B1A-5065-091D-D99C-75BE69FE9867}"/>
                </a:ext>
              </a:extLst>
            </p:cNvPr>
            <p:cNvSpPr>
              <a:spLocks/>
            </p:cNvSpPr>
            <p:nvPr/>
          </p:nvSpPr>
          <p:spPr bwMode="auto">
            <a:xfrm>
              <a:off x="304" y="0"/>
              <a:ext cx="1200" cy="376"/>
            </a:xfrm>
            <a:prstGeom prst="rect">
              <a:avLst/>
            </a:prstGeom>
            <a:solidFill>
              <a:srgbClr val="B3B3B3"/>
            </a:solidFill>
            <a:ln>
              <a:noFill/>
            </a:ln>
            <a:extLst>
              <a:ext uri="{91240B29-F687-4F45-9708-019B960494DF}">
                <a14:hiddenLine xmlns:a14="http://schemas.microsoft.com/office/drawing/2010/main" w="25400">
                  <a:solidFill>
                    <a:schemeClr val="tx1"/>
                  </a:solidFill>
                  <a:miter lim="800000"/>
                  <a:headEnd/>
                  <a:tailEnd/>
                </a14:hiddenLine>
              </a:ext>
            </a:extLst>
          </p:spPr>
          <p:txBody>
            <a:bodyPr/>
            <a:lstStyle>
              <a:lvl1pPr>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algn="ctr" eaLnBrk="1" hangingPunct="1"/>
              <a:endParaRPr lang="en-US" altLang="en-US"/>
            </a:p>
          </p:txBody>
        </p:sp>
        <p:sp>
          <p:nvSpPr>
            <p:cNvPr id="48153" name="AutoShape 5">
              <a:extLst>
                <a:ext uri="{FF2B5EF4-FFF2-40B4-BE49-F238E27FC236}">
                  <a16:creationId xmlns:a16="http://schemas.microsoft.com/office/drawing/2014/main" id="{E7A5F465-AD28-66A9-8ADD-9B64A22EB52A}"/>
                </a:ext>
              </a:extLst>
            </p:cNvPr>
            <p:cNvSpPr>
              <a:spLocks/>
            </p:cNvSpPr>
            <p:nvPr/>
          </p:nvSpPr>
          <p:spPr bwMode="auto">
            <a:xfrm rot="10800000">
              <a:off x="1432" y="88"/>
              <a:ext cx="312" cy="288"/>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13734" y="65"/>
                  </a:moveTo>
                  <a:cubicBezTo>
                    <a:pt x="4547" y="550"/>
                    <a:pt x="111" y="6203"/>
                    <a:pt x="14" y="14130"/>
                  </a:cubicBezTo>
                  <a:cubicBezTo>
                    <a:pt x="9" y="16620"/>
                    <a:pt x="5" y="19110"/>
                    <a:pt x="0" y="21600"/>
                  </a:cubicBezTo>
                  <a:cubicBezTo>
                    <a:pt x="7200" y="21600"/>
                    <a:pt x="14400" y="21600"/>
                    <a:pt x="21600" y="21600"/>
                  </a:cubicBezTo>
                  <a:cubicBezTo>
                    <a:pt x="21600" y="14400"/>
                    <a:pt x="21600" y="7200"/>
                    <a:pt x="21600" y="0"/>
                  </a:cubicBezTo>
                  <a:cubicBezTo>
                    <a:pt x="18978" y="22"/>
                    <a:pt x="16356" y="43"/>
                    <a:pt x="13734" y="65"/>
                  </a:cubicBezTo>
                  <a:cubicBezTo>
                    <a:pt x="13734" y="65"/>
                    <a:pt x="13734" y="65"/>
                    <a:pt x="13734" y="65"/>
                  </a:cubicBezTo>
                  <a:cubicBezTo>
                    <a:pt x="13734" y="65"/>
                    <a:pt x="13734" y="65"/>
                    <a:pt x="13734" y="65"/>
                  </a:cubicBezTo>
                </a:path>
              </a:pathLst>
            </a:custGeom>
            <a:solidFill>
              <a:srgbClr val="B3B3B3"/>
            </a:solidFill>
            <a:ln>
              <a:noFill/>
            </a:ln>
            <a:extLst>
              <a:ext uri="{91240B29-F687-4F45-9708-019B960494DF}">
                <a14:hiddenLine xmlns:a14="http://schemas.microsoft.com/office/drawing/2010/main" w="25400">
                  <a:solidFill>
                    <a:schemeClr val="tx1"/>
                  </a:solidFill>
                  <a:miter lim="800000"/>
                  <a:headEnd/>
                  <a:tailEnd/>
                </a14:hiddenLine>
              </a:ext>
            </a:extLst>
          </p:spPr>
          <p:txBody>
            <a:bodyPr/>
            <a:lstStyle/>
            <a:p>
              <a:endParaRPr lang="en-US"/>
            </a:p>
          </p:txBody>
        </p:sp>
        <p:sp>
          <p:nvSpPr>
            <p:cNvPr id="48154" name="AutoShape 6">
              <a:extLst>
                <a:ext uri="{FF2B5EF4-FFF2-40B4-BE49-F238E27FC236}">
                  <a16:creationId xmlns:a16="http://schemas.microsoft.com/office/drawing/2014/main" id="{7D2AFC00-3A03-D027-C3F3-D2F86F13F1C3}"/>
                </a:ext>
              </a:extLst>
            </p:cNvPr>
            <p:cNvSpPr>
              <a:spLocks/>
            </p:cNvSpPr>
            <p:nvPr/>
          </p:nvSpPr>
          <p:spPr bwMode="auto">
            <a:xfrm>
              <a:off x="0" y="0"/>
              <a:ext cx="312" cy="288"/>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13734" y="65"/>
                  </a:moveTo>
                  <a:cubicBezTo>
                    <a:pt x="4547" y="550"/>
                    <a:pt x="111" y="6203"/>
                    <a:pt x="14" y="14130"/>
                  </a:cubicBezTo>
                  <a:cubicBezTo>
                    <a:pt x="9" y="16620"/>
                    <a:pt x="5" y="19110"/>
                    <a:pt x="0" y="21600"/>
                  </a:cubicBezTo>
                  <a:cubicBezTo>
                    <a:pt x="7200" y="21600"/>
                    <a:pt x="14400" y="21600"/>
                    <a:pt x="21600" y="21600"/>
                  </a:cubicBezTo>
                  <a:cubicBezTo>
                    <a:pt x="21600" y="14400"/>
                    <a:pt x="21600" y="7200"/>
                    <a:pt x="21600" y="0"/>
                  </a:cubicBezTo>
                  <a:cubicBezTo>
                    <a:pt x="18978" y="22"/>
                    <a:pt x="16356" y="43"/>
                    <a:pt x="13734" y="65"/>
                  </a:cubicBezTo>
                  <a:cubicBezTo>
                    <a:pt x="13734" y="65"/>
                    <a:pt x="13734" y="65"/>
                    <a:pt x="13734" y="65"/>
                  </a:cubicBezTo>
                  <a:cubicBezTo>
                    <a:pt x="13734" y="65"/>
                    <a:pt x="13734" y="65"/>
                    <a:pt x="13734" y="65"/>
                  </a:cubicBezTo>
                </a:path>
              </a:pathLst>
            </a:custGeom>
            <a:solidFill>
              <a:srgbClr val="B3B3B3"/>
            </a:solidFill>
            <a:ln>
              <a:noFill/>
            </a:ln>
            <a:extLst>
              <a:ext uri="{91240B29-F687-4F45-9708-019B960494DF}">
                <a14:hiddenLine xmlns:a14="http://schemas.microsoft.com/office/drawing/2010/main" w="25400">
                  <a:solidFill>
                    <a:schemeClr val="tx1"/>
                  </a:solidFill>
                  <a:miter lim="800000"/>
                  <a:headEnd/>
                  <a:tailEnd/>
                </a14:hiddenLine>
              </a:ext>
            </a:extLst>
          </p:spPr>
          <p:txBody>
            <a:bodyPr/>
            <a:lstStyle/>
            <a:p>
              <a:endParaRPr lang="en-US"/>
            </a:p>
          </p:txBody>
        </p:sp>
        <p:sp>
          <p:nvSpPr>
            <p:cNvPr id="48155" name="Rectangle 7">
              <a:extLst>
                <a:ext uri="{FF2B5EF4-FFF2-40B4-BE49-F238E27FC236}">
                  <a16:creationId xmlns:a16="http://schemas.microsoft.com/office/drawing/2014/main" id="{F11EEF0F-017F-5D4B-AEB7-B0114E1A5A46}"/>
                </a:ext>
              </a:extLst>
            </p:cNvPr>
            <p:cNvSpPr>
              <a:spLocks/>
            </p:cNvSpPr>
            <p:nvPr/>
          </p:nvSpPr>
          <p:spPr bwMode="auto">
            <a:xfrm>
              <a:off x="0" y="216"/>
              <a:ext cx="392" cy="160"/>
            </a:xfrm>
            <a:prstGeom prst="rect">
              <a:avLst/>
            </a:prstGeom>
            <a:solidFill>
              <a:srgbClr val="B3B3B3"/>
            </a:solidFill>
            <a:ln>
              <a:noFill/>
            </a:ln>
            <a:extLst>
              <a:ext uri="{91240B29-F687-4F45-9708-019B960494DF}">
                <a14:hiddenLine xmlns:a14="http://schemas.microsoft.com/office/drawing/2010/main" w="25400">
                  <a:solidFill>
                    <a:schemeClr val="tx1"/>
                  </a:solidFill>
                  <a:miter lim="800000"/>
                  <a:headEnd/>
                  <a:tailEnd/>
                </a14:hiddenLine>
              </a:ext>
            </a:extLst>
          </p:spPr>
          <p:txBody>
            <a:bodyPr/>
            <a:lstStyle>
              <a:lvl1pPr>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algn="ctr" eaLnBrk="1" hangingPunct="1"/>
              <a:endParaRPr lang="en-US" altLang="en-US"/>
            </a:p>
          </p:txBody>
        </p:sp>
        <p:sp>
          <p:nvSpPr>
            <p:cNvPr id="48156" name="Rectangle 8">
              <a:extLst>
                <a:ext uri="{FF2B5EF4-FFF2-40B4-BE49-F238E27FC236}">
                  <a16:creationId xmlns:a16="http://schemas.microsoft.com/office/drawing/2014/main" id="{55FFFB9A-5ABF-952D-E123-A89EC743A795}"/>
                </a:ext>
              </a:extLst>
            </p:cNvPr>
            <p:cNvSpPr>
              <a:spLocks/>
            </p:cNvSpPr>
            <p:nvPr/>
          </p:nvSpPr>
          <p:spPr bwMode="auto">
            <a:xfrm>
              <a:off x="1352" y="0"/>
              <a:ext cx="392" cy="160"/>
            </a:xfrm>
            <a:prstGeom prst="rect">
              <a:avLst/>
            </a:prstGeom>
            <a:solidFill>
              <a:srgbClr val="B3B3B3"/>
            </a:solidFill>
            <a:ln>
              <a:noFill/>
            </a:ln>
            <a:extLst>
              <a:ext uri="{91240B29-F687-4F45-9708-019B960494DF}">
                <a14:hiddenLine xmlns:a14="http://schemas.microsoft.com/office/drawing/2010/main" w="25400">
                  <a:solidFill>
                    <a:schemeClr val="tx1"/>
                  </a:solidFill>
                  <a:miter lim="800000"/>
                  <a:headEnd/>
                  <a:tailEnd/>
                </a14:hiddenLine>
              </a:ext>
            </a:extLst>
          </p:spPr>
          <p:txBody>
            <a:bodyPr/>
            <a:lstStyle>
              <a:lvl1pPr>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algn="ctr" eaLnBrk="1" hangingPunct="1"/>
              <a:endParaRPr lang="en-US" altLang="en-US"/>
            </a:p>
          </p:txBody>
        </p:sp>
        <p:sp>
          <p:nvSpPr>
            <p:cNvPr id="48157" name="Rectangle 9">
              <a:extLst>
                <a:ext uri="{FF2B5EF4-FFF2-40B4-BE49-F238E27FC236}">
                  <a16:creationId xmlns:a16="http://schemas.microsoft.com/office/drawing/2014/main" id="{13E83E59-BD58-BEB2-A36E-73D27CACAE2A}"/>
                </a:ext>
              </a:extLst>
            </p:cNvPr>
            <p:cNvSpPr>
              <a:spLocks/>
            </p:cNvSpPr>
            <p:nvPr/>
          </p:nvSpPr>
          <p:spPr bwMode="auto">
            <a:xfrm>
              <a:off x="104" y="8"/>
              <a:ext cx="1336" cy="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50800" tIns="50800" rIns="50800" bIns="50800"/>
            <a:lstStyle>
              <a:lvl1pPr>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eaLnBrk="1" hangingPunct="1"/>
              <a:r>
                <a:rPr lang="en-US" altLang="en-US">
                  <a:solidFill>
                    <a:srgbClr val="FFFFFF"/>
                  </a:solidFill>
                </a:rPr>
                <a:t>Roles</a:t>
              </a:r>
            </a:p>
          </p:txBody>
        </p:sp>
      </p:grpSp>
      <p:sp>
        <p:nvSpPr>
          <p:cNvPr id="48131" name="Rectangle 10">
            <a:extLst>
              <a:ext uri="{FF2B5EF4-FFF2-40B4-BE49-F238E27FC236}">
                <a16:creationId xmlns:a16="http://schemas.microsoft.com/office/drawing/2014/main" id="{8D7AEC71-B128-2A27-92EF-416F9A41171A}"/>
              </a:ext>
            </a:extLst>
          </p:cNvPr>
          <p:cNvSpPr>
            <a:spLocks noGrp="1" noChangeArrowheads="1"/>
          </p:cNvSpPr>
          <p:nvPr>
            <p:ph type="title"/>
          </p:nvPr>
        </p:nvSpPr>
        <p:spPr/>
        <p:txBody>
          <a:bodyPr/>
          <a:lstStyle/>
          <a:p>
            <a:pPr eaLnBrk="1" hangingPunct="1"/>
            <a:r>
              <a:rPr lang="en-US" altLang="en-US"/>
              <a:t>Scrum framework</a:t>
            </a:r>
          </a:p>
        </p:txBody>
      </p:sp>
      <p:grpSp>
        <p:nvGrpSpPr>
          <p:cNvPr id="48132" name="Group 11">
            <a:extLst>
              <a:ext uri="{FF2B5EF4-FFF2-40B4-BE49-F238E27FC236}">
                <a16:creationId xmlns:a16="http://schemas.microsoft.com/office/drawing/2014/main" id="{F3B4CAD3-8079-20CF-39AE-780480D6DA73}"/>
              </a:ext>
            </a:extLst>
          </p:cNvPr>
          <p:cNvGrpSpPr>
            <a:grpSpLocks/>
          </p:cNvGrpSpPr>
          <p:nvPr/>
        </p:nvGrpSpPr>
        <p:grpSpPr bwMode="auto">
          <a:xfrm>
            <a:off x="5105400" y="5105400"/>
            <a:ext cx="4140200" cy="2044700"/>
            <a:chOff x="0" y="0"/>
            <a:chExt cx="2608" cy="1288"/>
          </a:xfrm>
        </p:grpSpPr>
        <p:sp>
          <p:nvSpPr>
            <p:cNvPr id="3" name="AutoShape 12">
              <a:extLst>
                <a:ext uri="{FF2B5EF4-FFF2-40B4-BE49-F238E27FC236}">
                  <a16:creationId xmlns:a16="http://schemas.microsoft.com/office/drawing/2014/main" id="{79631F02-D12E-579A-4521-EA24896C57D5}"/>
                </a:ext>
              </a:extLst>
            </p:cNvPr>
            <p:cNvSpPr>
              <a:spLocks/>
            </p:cNvSpPr>
            <p:nvPr/>
          </p:nvSpPr>
          <p:spPr bwMode="auto">
            <a:xfrm>
              <a:off x="8" y="0"/>
              <a:ext cx="2600" cy="1288"/>
            </a:xfrm>
            <a:prstGeom prst="roundRect">
              <a:avLst>
                <a:gd name="adj" fmla="val 14903"/>
              </a:avLst>
            </a:prstGeom>
            <a:solidFill>
              <a:srgbClr val="E6E6E6"/>
            </a:solidFill>
            <a:ln w="25400">
              <a:solidFill>
                <a:srgbClr val="B3B3B3"/>
              </a:solidFill>
              <a:round/>
              <a:headEnd/>
              <a:tailEnd/>
            </a:ln>
            <a:effectLst>
              <a:outerShdw blurRad="114300" dist="63500" dir="2700000" algn="ctr" rotWithShape="0">
                <a:schemeClr val="bg2">
                  <a:alpha val="29999"/>
                </a:schemeClr>
              </a:outerShdw>
            </a:effectLst>
          </p:spPr>
          <p:txBody>
            <a:bodyPr/>
            <a:lstStyle/>
            <a:p>
              <a:pPr algn="ctr" eaLnBrk="1" hangingPunct="1">
                <a:defRPr/>
              </a:pPr>
              <a:endParaRPr lang="en-US">
                <a:latin typeface="Gill Sans" pitchFamily="80" charset="0"/>
                <a:ea typeface="ヒラギノ角ゴ Pro W3" pitchFamily="80" charset="-128"/>
                <a:sym typeface="Gill Sans" pitchFamily="80" charset="0"/>
              </a:endParaRPr>
            </a:p>
          </p:txBody>
        </p:sp>
        <p:sp>
          <p:nvSpPr>
            <p:cNvPr id="48143" name="Rectangle 13">
              <a:extLst>
                <a:ext uri="{FF2B5EF4-FFF2-40B4-BE49-F238E27FC236}">
                  <a16:creationId xmlns:a16="http://schemas.microsoft.com/office/drawing/2014/main" id="{28E68A15-BB48-BA8B-4FE6-B824F726A0B6}"/>
                </a:ext>
              </a:extLst>
            </p:cNvPr>
            <p:cNvSpPr>
              <a:spLocks/>
            </p:cNvSpPr>
            <p:nvPr/>
          </p:nvSpPr>
          <p:spPr bwMode="auto">
            <a:xfrm>
              <a:off x="96" y="392"/>
              <a:ext cx="2376" cy="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50800" tIns="50800" rIns="50800" bIns="50800"/>
            <a:lstStyle>
              <a:lvl1pPr>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eaLnBrk="1" hangingPunct="1">
                <a:buClr>
                  <a:srgbClr val="B3B3B3"/>
                </a:buClr>
                <a:buSzPct val="125000"/>
                <a:buFont typeface="Lucida Grande" panose="020B0600040502020204" pitchFamily="34" charset="0"/>
                <a:buChar char="•"/>
              </a:pPr>
              <a:r>
                <a:rPr lang="en-US" altLang="en-US" sz="2800">
                  <a:solidFill>
                    <a:srgbClr val="B3B3B3"/>
                  </a:solidFill>
                </a:rPr>
                <a:t>Product backlog</a:t>
              </a:r>
            </a:p>
            <a:p>
              <a:pPr eaLnBrk="1" hangingPunct="1">
                <a:buClr>
                  <a:srgbClr val="B3B3B3"/>
                </a:buClr>
                <a:buSzPct val="125000"/>
                <a:buFont typeface="Lucida Grande" panose="020B0600040502020204" pitchFamily="34" charset="0"/>
                <a:buChar char="•"/>
              </a:pPr>
              <a:r>
                <a:rPr lang="en-US" altLang="en-US" sz="2800">
                  <a:solidFill>
                    <a:srgbClr val="B3B3B3"/>
                  </a:solidFill>
                </a:rPr>
                <a:t>Sprint backlog</a:t>
              </a:r>
            </a:p>
            <a:p>
              <a:pPr eaLnBrk="1" hangingPunct="1">
                <a:buClr>
                  <a:srgbClr val="B3B3B3"/>
                </a:buClr>
                <a:buSzPct val="125000"/>
                <a:buFont typeface="Lucida Grande" panose="020B0600040502020204" pitchFamily="34" charset="0"/>
                <a:buChar char="•"/>
              </a:pPr>
              <a:r>
                <a:rPr lang="en-US" altLang="en-US" sz="2800">
                  <a:solidFill>
                    <a:srgbClr val="B3B3B3"/>
                  </a:solidFill>
                </a:rPr>
                <a:t>Burndown charts</a:t>
              </a:r>
            </a:p>
          </p:txBody>
        </p:sp>
        <p:sp>
          <p:nvSpPr>
            <p:cNvPr id="48144" name="Rectangle 14">
              <a:extLst>
                <a:ext uri="{FF2B5EF4-FFF2-40B4-BE49-F238E27FC236}">
                  <a16:creationId xmlns:a16="http://schemas.microsoft.com/office/drawing/2014/main" id="{30BCC0A9-DB6E-EEB7-E7A0-47A06FB4FF67}"/>
                </a:ext>
              </a:extLst>
            </p:cNvPr>
            <p:cNvSpPr>
              <a:spLocks/>
            </p:cNvSpPr>
            <p:nvPr/>
          </p:nvSpPr>
          <p:spPr bwMode="auto">
            <a:xfrm>
              <a:off x="304" y="0"/>
              <a:ext cx="1200" cy="376"/>
            </a:xfrm>
            <a:prstGeom prst="rect">
              <a:avLst/>
            </a:prstGeom>
            <a:solidFill>
              <a:srgbClr val="B3B3B3"/>
            </a:solidFill>
            <a:ln>
              <a:noFill/>
            </a:ln>
            <a:extLst>
              <a:ext uri="{91240B29-F687-4F45-9708-019B960494DF}">
                <a14:hiddenLine xmlns:a14="http://schemas.microsoft.com/office/drawing/2010/main" w="25400">
                  <a:solidFill>
                    <a:schemeClr val="tx1"/>
                  </a:solidFill>
                  <a:miter lim="800000"/>
                  <a:headEnd/>
                  <a:tailEnd/>
                </a14:hiddenLine>
              </a:ext>
            </a:extLst>
          </p:spPr>
          <p:txBody>
            <a:bodyPr/>
            <a:lstStyle>
              <a:lvl1pPr>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algn="ctr" eaLnBrk="1" hangingPunct="1"/>
              <a:endParaRPr lang="en-US" altLang="en-US"/>
            </a:p>
          </p:txBody>
        </p:sp>
        <p:sp>
          <p:nvSpPr>
            <p:cNvPr id="48145" name="AutoShape 15">
              <a:extLst>
                <a:ext uri="{FF2B5EF4-FFF2-40B4-BE49-F238E27FC236}">
                  <a16:creationId xmlns:a16="http://schemas.microsoft.com/office/drawing/2014/main" id="{990D19DF-7C6A-D4A3-2566-B824A465F881}"/>
                </a:ext>
              </a:extLst>
            </p:cNvPr>
            <p:cNvSpPr>
              <a:spLocks/>
            </p:cNvSpPr>
            <p:nvPr/>
          </p:nvSpPr>
          <p:spPr bwMode="auto">
            <a:xfrm rot="10800000">
              <a:off x="1432" y="88"/>
              <a:ext cx="312" cy="288"/>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13734" y="65"/>
                  </a:moveTo>
                  <a:cubicBezTo>
                    <a:pt x="4547" y="550"/>
                    <a:pt x="111" y="6203"/>
                    <a:pt x="14" y="14130"/>
                  </a:cubicBezTo>
                  <a:cubicBezTo>
                    <a:pt x="9" y="16620"/>
                    <a:pt x="5" y="19110"/>
                    <a:pt x="0" y="21600"/>
                  </a:cubicBezTo>
                  <a:cubicBezTo>
                    <a:pt x="7200" y="21600"/>
                    <a:pt x="14400" y="21600"/>
                    <a:pt x="21600" y="21600"/>
                  </a:cubicBezTo>
                  <a:cubicBezTo>
                    <a:pt x="21600" y="14400"/>
                    <a:pt x="21600" y="7200"/>
                    <a:pt x="21600" y="0"/>
                  </a:cubicBezTo>
                  <a:cubicBezTo>
                    <a:pt x="18978" y="22"/>
                    <a:pt x="16356" y="43"/>
                    <a:pt x="13734" y="65"/>
                  </a:cubicBezTo>
                  <a:cubicBezTo>
                    <a:pt x="13734" y="65"/>
                    <a:pt x="13734" y="65"/>
                    <a:pt x="13734" y="65"/>
                  </a:cubicBezTo>
                  <a:cubicBezTo>
                    <a:pt x="13734" y="65"/>
                    <a:pt x="13734" y="65"/>
                    <a:pt x="13734" y="65"/>
                  </a:cubicBezTo>
                </a:path>
              </a:pathLst>
            </a:custGeom>
            <a:solidFill>
              <a:srgbClr val="B3B3B3"/>
            </a:solidFill>
            <a:ln>
              <a:noFill/>
            </a:ln>
            <a:extLst>
              <a:ext uri="{91240B29-F687-4F45-9708-019B960494DF}">
                <a14:hiddenLine xmlns:a14="http://schemas.microsoft.com/office/drawing/2010/main" w="25400">
                  <a:solidFill>
                    <a:schemeClr val="tx1"/>
                  </a:solidFill>
                  <a:miter lim="800000"/>
                  <a:headEnd/>
                  <a:tailEnd/>
                </a14:hiddenLine>
              </a:ext>
            </a:extLst>
          </p:spPr>
          <p:txBody>
            <a:bodyPr/>
            <a:lstStyle/>
            <a:p>
              <a:endParaRPr lang="en-US"/>
            </a:p>
          </p:txBody>
        </p:sp>
        <p:sp>
          <p:nvSpPr>
            <p:cNvPr id="48146" name="AutoShape 16">
              <a:extLst>
                <a:ext uri="{FF2B5EF4-FFF2-40B4-BE49-F238E27FC236}">
                  <a16:creationId xmlns:a16="http://schemas.microsoft.com/office/drawing/2014/main" id="{578E2589-D2CC-E006-6AEA-B0520A3E9158}"/>
                </a:ext>
              </a:extLst>
            </p:cNvPr>
            <p:cNvSpPr>
              <a:spLocks/>
            </p:cNvSpPr>
            <p:nvPr/>
          </p:nvSpPr>
          <p:spPr bwMode="auto">
            <a:xfrm>
              <a:off x="0" y="0"/>
              <a:ext cx="312" cy="288"/>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13734" y="65"/>
                  </a:moveTo>
                  <a:cubicBezTo>
                    <a:pt x="4547" y="550"/>
                    <a:pt x="111" y="6203"/>
                    <a:pt x="14" y="14130"/>
                  </a:cubicBezTo>
                  <a:cubicBezTo>
                    <a:pt x="9" y="16620"/>
                    <a:pt x="5" y="19110"/>
                    <a:pt x="0" y="21600"/>
                  </a:cubicBezTo>
                  <a:cubicBezTo>
                    <a:pt x="7200" y="21600"/>
                    <a:pt x="14400" y="21600"/>
                    <a:pt x="21600" y="21600"/>
                  </a:cubicBezTo>
                  <a:cubicBezTo>
                    <a:pt x="21600" y="14400"/>
                    <a:pt x="21600" y="7200"/>
                    <a:pt x="21600" y="0"/>
                  </a:cubicBezTo>
                  <a:cubicBezTo>
                    <a:pt x="18978" y="22"/>
                    <a:pt x="16356" y="43"/>
                    <a:pt x="13734" y="65"/>
                  </a:cubicBezTo>
                  <a:cubicBezTo>
                    <a:pt x="13734" y="65"/>
                    <a:pt x="13734" y="65"/>
                    <a:pt x="13734" y="65"/>
                  </a:cubicBezTo>
                  <a:cubicBezTo>
                    <a:pt x="13734" y="65"/>
                    <a:pt x="13734" y="65"/>
                    <a:pt x="13734" y="65"/>
                  </a:cubicBezTo>
                </a:path>
              </a:pathLst>
            </a:custGeom>
            <a:solidFill>
              <a:srgbClr val="B3B3B3"/>
            </a:solidFill>
            <a:ln>
              <a:noFill/>
            </a:ln>
            <a:extLst>
              <a:ext uri="{91240B29-F687-4F45-9708-019B960494DF}">
                <a14:hiddenLine xmlns:a14="http://schemas.microsoft.com/office/drawing/2010/main" w="25400">
                  <a:solidFill>
                    <a:schemeClr val="tx1"/>
                  </a:solidFill>
                  <a:miter lim="800000"/>
                  <a:headEnd/>
                  <a:tailEnd/>
                </a14:hiddenLine>
              </a:ext>
            </a:extLst>
          </p:spPr>
          <p:txBody>
            <a:bodyPr/>
            <a:lstStyle/>
            <a:p>
              <a:endParaRPr lang="en-US"/>
            </a:p>
          </p:txBody>
        </p:sp>
        <p:sp>
          <p:nvSpPr>
            <p:cNvPr id="48147" name="Rectangle 17">
              <a:extLst>
                <a:ext uri="{FF2B5EF4-FFF2-40B4-BE49-F238E27FC236}">
                  <a16:creationId xmlns:a16="http://schemas.microsoft.com/office/drawing/2014/main" id="{38E1A547-62F5-7661-C5A4-1CF62823BBB3}"/>
                </a:ext>
              </a:extLst>
            </p:cNvPr>
            <p:cNvSpPr>
              <a:spLocks/>
            </p:cNvSpPr>
            <p:nvPr/>
          </p:nvSpPr>
          <p:spPr bwMode="auto">
            <a:xfrm>
              <a:off x="0" y="216"/>
              <a:ext cx="392" cy="160"/>
            </a:xfrm>
            <a:prstGeom prst="rect">
              <a:avLst/>
            </a:prstGeom>
            <a:solidFill>
              <a:srgbClr val="B3B3B3"/>
            </a:solidFill>
            <a:ln>
              <a:noFill/>
            </a:ln>
            <a:extLst>
              <a:ext uri="{91240B29-F687-4F45-9708-019B960494DF}">
                <a14:hiddenLine xmlns:a14="http://schemas.microsoft.com/office/drawing/2010/main" w="25400">
                  <a:solidFill>
                    <a:schemeClr val="tx1"/>
                  </a:solidFill>
                  <a:miter lim="800000"/>
                  <a:headEnd/>
                  <a:tailEnd/>
                </a14:hiddenLine>
              </a:ext>
            </a:extLst>
          </p:spPr>
          <p:txBody>
            <a:bodyPr/>
            <a:lstStyle>
              <a:lvl1pPr>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algn="ctr" eaLnBrk="1" hangingPunct="1"/>
              <a:endParaRPr lang="en-US" altLang="en-US"/>
            </a:p>
          </p:txBody>
        </p:sp>
        <p:sp>
          <p:nvSpPr>
            <p:cNvPr id="48148" name="Rectangle 18">
              <a:extLst>
                <a:ext uri="{FF2B5EF4-FFF2-40B4-BE49-F238E27FC236}">
                  <a16:creationId xmlns:a16="http://schemas.microsoft.com/office/drawing/2014/main" id="{A4B66523-AACD-61E3-F9F5-F14912C71DE3}"/>
                </a:ext>
              </a:extLst>
            </p:cNvPr>
            <p:cNvSpPr>
              <a:spLocks/>
            </p:cNvSpPr>
            <p:nvPr/>
          </p:nvSpPr>
          <p:spPr bwMode="auto">
            <a:xfrm>
              <a:off x="1352" y="0"/>
              <a:ext cx="392" cy="160"/>
            </a:xfrm>
            <a:prstGeom prst="rect">
              <a:avLst/>
            </a:prstGeom>
            <a:solidFill>
              <a:srgbClr val="B3B3B3"/>
            </a:solidFill>
            <a:ln>
              <a:noFill/>
            </a:ln>
            <a:extLst>
              <a:ext uri="{91240B29-F687-4F45-9708-019B960494DF}">
                <a14:hiddenLine xmlns:a14="http://schemas.microsoft.com/office/drawing/2010/main" w="25400">
                  <a:solidFill>
                    <a:schemeClr val="tx1"/>
                  </a:solidFill>
                  <a:miter lim="800000"/>
                  <a:headEnd/>
                  <a:tailEnd/>
                </a14:hiddenLine>
              </a:ext>
            </a:extLst>
          </p:spPr>
          <p:txBody>
            <a:bodyPr/>
            <a:lstStyle>
              <a:lvl1pPr>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algn="ctr" eaLnBrk="1" hangingPunct="1"/>
              <a:endParaRPr lang="en-US" altLang="en-US"/>
            </a:p>
          </p:txBody>
        </p:sp>
        <p:sp>
          <p:nvSpPr>
            <p:cNvPr id="48149" name="Rectangle 19">
              <a:extLst>
                <a:ext uri="{FF2B5EF4-FFF2-40B4-BE49-F238E27FC236}">
                  <a16:creationId xmlns:a16="http://schemas.microsoft.com/office/drawing/2014/main" id="{D38E4DE2-9D00-E425-A498-1B979CD5CF6F}"/>
                </a:ext>
              </a:extLst>
            </p:cNvPr>
            <p:cNvSpPr>
              <a:spLocks/>
            </p:cNvSpPr>
            <p:nvPr/>
          </p:nvSpPr>
          <p:spPr bwMode="auto">
            <a:xfrm>
              <a:off x="104" y="8"/>
              <a:ext cx="1336" cy="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50800" tIns="50800" rIns="50800" bIns="50800"/>
            <a:lstStyle>
              <a:lvl1pPr>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eaLnBrk="1" hangingPunct="1"/>
              <a:r>
                <a:rPr lang="en-US" altLang="en-US">
                  <a:solidFill>
                    <a:srgbClr val="FFFFFF"/>
                  </a:solidFill>
                </a:rPr>
                <a:t>Artifacts</a:t>
              </a:r>
            </a:p>
          </p:txBody>
        </p:sp>
      </p:grpSp>
      <p:grpSp>
        <p:nvGrpSpPr>
          <p:cNvPr id="48133" name="Group 20">
            <a:extLst>
              <a:ext uri="{FF2B5EF4-FFF2-40B4-BE49-F238E27FC236}">
                <a16:creationId xmlns:a16="http://schemas.microsoft.com/office/drawing/2014/main" id="{9057A6CE-4B4B-A0B8-BF98-0EA9BF7B6AAE}"/>
              </a:ext>
            </a:extLst>
          </p:cNvPr>
          <p:cNvGrpSpPr>
            <a:grpSpLocks/>
          </p:cNvGrpSpPr>
          <p:nvPr/>
        </p:nvGrpSpPr>
        <p:grpSpPr bwMode="auto">
          <a:xfrm>
            <a:off x="3289300" y="2819400"/>
            <a:ext cx="4140200" cy="2527300"/>
            <a:chOff x="0" y="0"/>
            <a:chExt cx="2608" cy="1592"/>
          </a:xfrm>
        </p:grpSpPr>
        <p:sp>
          <p:nvSpPr>
            <p:cNvPr id="26645" name="AutoShape 21">
              <a:extLst>
                <a:ext uri="{FF2B5EF4-FFF2-40B4-BE49-F238E27FC236}">
                  <a16:creationId xmlns:a16="http://schemas.microsoft.com/office/drawing/2014/main" id="{D0BB7181-8083-CBBD-9C31-0E1E013B4152}"/>
                </a:ext>
              </a:extLst>
            </p:cNvPr>
            <p:cNvSpPr>
              <a:spLocks/>
            </p:cNvSpPr>
            <p:nvPr/>
          </p:nvSpPr>
          <p:spPr bwMode="auto">
            <a:xfrm>
              <a:off x="8" y="0"/>
              <a:ext cx="2600" cy="1592"/>
            </a:xfrm>
            <a:prstGeom prst="roundRect">
              <a:avLst>
                <a:gd name="adj" fmla="val 12060"/>
              </a:avLst>
            </a:prstGeom>
            <a:blipFill dpi="0" rotWithShape="0">
              <a:blip r:embed="rId3"/>
              <a:srcRect/>
              <a:tile tx="0" ty="0" sx="100000" sy="100000" flip="none" algn="tl"/>
            </a:blipFill>
            <a:ln w="25400">
              <a:solidFill>
                <a:srgbClr val="003C83"/>
              </a:solidFill>
              <a:round/>
              <a:headEnd/>
              <a:tailEnd/>
            </a:ln>
            <a:effectLst>
              <a:outerShdw blurRad="114300" dist="63500" dir="2700000" algn="ctr" rotWithShape="0">
                <a:schemeClr val="bg2">
                  <a:alpha val="29999"/>
                </a:schemeClr>
              </a:outerShdw>
            </a:effectLst>
          </p:spPr>
          <p:txBody>
            <a:bodyPr/>
            <a:lstStyle/>
            <a:p>
              <a:pPr algn="ctr" eaLnBrk="1" hangingPunct="1">
                <a:defRPr/>
              </a:pPr>
              <a:endParaRPr lang="en-US">
                <a:latin typeface="Gill Sans" pitchFamily="80" charset="0"/>
                <a:ea typeface="ヒラギノ角ゴ Pro W3" pitchFamily="80" charset="-128"/>
                <a:sym typeface="Gill Sans" pitchFamily="80" charset="0"/>
              </a:endParaRPr>
            </a:p>
          </p:txBody>
        </p:sp>
        <p:sp>
          <p:nvSpPr>
            <p:cNvPr id="48135" name="Rectangle 22">
              <a:extLst>
                <a:ext uri="{FF2B5EF4-FFF2-40B4-BE49-F238E27FC236}">
                  <a16:creationId xmlns:a16="http://schemas.microsoft.com/office/drawing/2014/main" id="{FA86E65C-E5C7-31E4-CABD-648F2C658049}"/>
                </a:ext>
              </a:extLst>
            </p:cNvPr>
            <p:cNvSpPr>
              <a:spLocks/>
            </p:cNvSpPr>
            <p:nvPr/>
          </p:nvSpPr>
          <p:spPr bwMode="auto">
            <a:xfrm>
              <a:off x="96" y="392"/>
              <a:ext cx="2320" cy="1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50800" tIns="50800" rIns="50800" bIns="50800"/>
            <a:lstStyle>
              <a:lvl1pPr>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eaLnBrk="1" hangingPunct="1">
                <a:buClr>
                  <a:srgbClr val="FFFFFF"/>
                </a:buClr>
                <a:buSzPct val="125000"/>
                <a:buFont typeface="Gill Sans" panose="020B0502020104020203" pitchFamily="34" charset="-79"/>
                <a:buChar char="•"/>
              </a:pPr>
              <a:r>
                <a:rPr lang="en-US" altLang="en-US" sz="2800">
                  <a:solidFill>
                    <a:srgbClr val="FFFFFF"/>
                  </a:solidFill>
                </a:rPr>
                <a:t>Sprint planning</a:t>
              </a:r>
            </a:p>
            <a:p>
              <a:pPr eaLnBrk="1" hangingPunct="1">
                <a:buClr>
                  <a:srgbClr val="FFFFFF"/>
                </a:buClr>
                <a:buSzPct val="125000"/>
                <a:buFont typeface="Gill Sans" panose="020B0502020104020203" pitchFamily="34" charset="-79"/>
                <a:buChar char="•"/>
              </a:pPr>
              <a:r>
                <a:rPr lang="en-US" altLang="en-US" sz="2800">
                  <a:solidFill>
                    <a:srgbClr val="FFFFFF"/>
                  </a:solidFill>
                </a:rPr>
                <a:t>Sprint review</a:t>
              </a:r>
            </a:p>
            <a:p>
              <a:pPr eaLnBrk="1" hangingPunct="1">
                <a:buClr>
                  <a:srgbClr val="FFFFFF"/>
                </a:buClr>
                <a:buSzPct val="125000"/>
                <a:buFont typeface="Gill Sans" panose="020B0502020104020203" pitchFamily="34" charset="-79"/>
                <a:buChar char="•"/>
              </a:pPr>
              <a:r>
                <a:rPr lang="en-US" altLang="en-US" sz="2800">
                  <a:solidFill>
                    <a:srgbClr val="FFFFFF"/>
                  </a:solidFill>
                </a:rPr>
                <a:t>Sprint retrospective</a:t>
              </a:r>
            </a:p>
            <a:p>
              <a:pPr eaLnBrk="1" hangingPunct="1">
                <a:buClr>
                  <a:srgbClr val="FFFFFF"/>
                </a:buClr>
                <a:buSzPct val="125000"/>
                <a:buFont typeface="Gill Sans" panose="020B0502020104020203" pitchFamily="34" charset="-79"/>
                <a:buChar char="•"/>
              </a:pPr>
              <a:r>
                <a:rPr lang="en-US" altLang="en-US" sz="2800">
                  <a:solidFill>
                    <a:srgbClr val="FFFFFF"/>
                  </a:solidFill>
                </a:rPr>
                <a:t>Daily scrum meeting</a:t>
              </a:r>
            </a:p>
          </p:txBody>
        </p:sp>
        <p:sp>
          <p:nvSpPr>
            <p:cNvPr id="48136" name="Rectangle 23">
              <a:extLst>
                <a:ext uri="{FF2B5EF4-FFF2-40B4-BE49-F238E27FC236}">
                  <a16:creationId xmlns:a16="http://schemas.microsoft.com/office/drawing/2014/main" id="{DE9FCF8A-2A6D-BF24-68C7-352D11FBA93D}"/>
                </a:ext>
              </a:extLst>
            </p:cNvPr>
            <p:cNvSpPr>
              <a:spLocks/>
            </p:cNvSpPr>
            <p:nvPr/>
          </p:nvSpPr>
          <p:spPr bwMode="auto">
            <a:xfrm>
              <a:off x="304" y="0"/>
              <a:ext cx="1200" cy="376"/>
            </a:xfrm>
            <a:prstGeom prst="rect">
              <a:avLst/>
            </a:prstGeom>
            <a:solidFill>
              <a:srgbClr val="003C83"/>
            </a:solidFill>
            <a:ln>
              <a:noFill/>
            </a:ln>
            <a:extLst>
              <a:ext uri="{91240B29-F687-4F45-9708-019B960494DF}">
                <a14:hiddenLine xmlns:a14="http://schemas.microsoft.com/office/drawing/2010/main" w="25400">
                  <a:solidFill>
                    <a:schemeClr val="tx1"/>
                  </a:solidFill>
                  <a:miter lim="800000"/>
                  <a:headEnd/>
                  <a:tailEnd/>
                </a14:hiddenLine>
              </a:ext>
            </a:extLst>
          </p:spPr>
          <p:txBody>
            <a:bodyPr/>
            <a:lstStyle>
              <a:lvl1pPr>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algn="ctr" eaLnBrk="1" hangingPunct="1"/>
              <a:endParaRPr lang="en-US" altLang="en-US"/>
            </a:p>
          </p:txBody>
        </p:sp>
        <p:sp>
          <p:nvSpPr>
            <p:cNvPr id="48137" name="AutoShape 24">
              <a:extLst>
                <a:ext uri="{FF2B5EF4-FFF2-40B4-BE49-F238E27FC236}">
                  <a16:creationId xmlns:a16="http://schemas.microsoft.com/office/drawing/2014/main" id="{DCF2B956-351C-278B-5929-644C02C03E62}"/>
                </a:ext>
              </a:extLst>
            </p:cNvPr>
            <p:cNvSpPr>
              <a:spLocks/>
            </p:cNvSpPr>
            <p:nvPr/>
          </p:nvSpPr>
          <p:spPr bwMode="auto">
            <a:xfrm rot="10800000">
              <a:off x="1432" y="88"/>
              <a:ext cx="312" cy="288"/>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13734" y="65"/>
                  </a:moveTo>
                  <a:cubicBezTo>
                    <a:pt x="4547" y="550"/>
                    <a:pt x="111" y="6203"/>
                    <a:pt x="14" y="14130"/>
                  </a:cubicBezTo>
                  <a:cubicBezTo>
                    <a:pt x="9" y="16620"/>
                    <a:pt x="5" y="19110"/>
                    <a:pt x="0" y="21600"/>
                  </a:cubicBezTo>
                  <a:cubicBezTo>
                    <a:pt x="7200" y="21600"/>
                    <a:pt x="14400" y="21600"/>
                    <a:pt x="21600" y="21600"/>
                  </a:cubicBezTo>
                  <a:cubicBezTo>
                    <a:pt x="21600" y="14400"/>
                    <a:pt x="21600" y="7200"/>
                    <a:pt x="21600" y="0"/>
                  </a:cubicBezTo>
                  <a:cubicBezTo>
                    <a:pt x="18978" y="22"/>
                    <a:pt x="16356" y="43"/>
                    <a:pt x="13734" y="65"/>
                  </a:cubicBezTo>
                  <a:cubicBezTo>
                    <a:pt x="13734" y="65"/>
                    <a:pt x="13734" y="65"/>
                    <a:pt x="13734" y="65"/>
                  </a:cubicBezTo>
                  <a:cubicBezTo>
                    <a:pt x="13734" y="65"/>
                    <a:pt x="13734" y="65"/>
                    <a:pt x="13734" y="65"/>
                  </a:cubicBezTo>
                </a:path>
              </a:pathLst>
            </a:custGeom>
            <a:solidFill>
              <a:srgbClr val="003C83"/>
            </a:solidFill>
            <a:ln>
              <a:noFill/>
            </a:ln>
            <a:extLst>
              <a:ext uri="{91240B29-F687-4F45-9708-019B960494DF}">
                <a14:hiddenLine xmlns:a14="http://schemas.microsoft.com/office/drawing/2010/main" w="25400">
                  <a:solidFill>
                    <a:schemeClr val="tx1"/>
                  </a:solidFill>
                  <a:miter lim="800000"/>
                  <a:headEnd/>
                  <a:tailEnd/>
                </a14:hiddenLine>
              </a:ext>
            </a:extLst>
          </p:spPr>
          <p:txBody>
            <a:bodyPr/>
            <a:lstStyle/>
            <a:p>
              <a:endParaRPr lang="en-US"/>
            </a:p>
          </p:txBody>
        </p:sp>
        <p:sp>
          <p:nvSpPr>
            <p:cNvPr id="48138" name="AutoShape 25">
              <a:extLst>
                <a:ext uri="{FF2B5EF4-FFF2-40B4-BE49-F238E27FC236}">
                  <a16:creationId xmlns:a16="http://schemas.microsoft.com/office/drawing/2014/main" id="{2DE97605-9A0A-EA0E-1327-E2F9B277CA85}"/>
                </a:ext>
              </a:extLst>
            </p:cNvPr>
            <p:cNvSpPr>
              <a:spLocks/>
            </p:cNvSpPr>
            <p:nvPr/>
          </p:nvSpPr>
          <p:spPr bwMode="auto">
            <a:xfrm>
              <a:off x="0" y="0"/>
              <a:ext cx="312" cy="288"/>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13734" y="65"/>
                  </a:moveTo>
                  <a:cubicBezTo>
                    <a:pt x="4547" y="550"/>
                    <a:pt x="111" y="6203"/>
                    <a:pt x="14" y="14130"/>
                  </a:cubicBezTo>
                  <a:cubicBezTo>
                    <a:pt x="9" y="16620"/>
                    <a:pt x="5" y="19110"/>
                    <a:pt x="0" y="21600"/>
                  </a:cubicBezTo>
                  <a:cubicBezTo>
                    <a:pt x="7200" y="21600"/>
                    <a:pt x="14400" y="21600"/>
                    <a:pt x="21600" y="21600"/>
                  </a:cubicBezTo>
                  <a:cubicBezTo>
                    <a:pt x="21600" y="14400"/>
                    <a:pt x="21600" y="7200"/>
                    <a:pt x="21600" y="0"/>
                  </a:cubicBezTo>
                  <a:cubicBezTo>
                    <a:pt x="18978" y="22"/>
                    <a:pt x="16356" y="43"/>
                    <a:pt x="13734" y="65"/>
                  </a:cubicBezTo>
                  <a:cubicBezTo>
                    <a:pt x="13734" y="65"/>
                    <a:pt x="13734" y="65"/>
                    <a:pt x="13734" y="65"/>
                  </a:cubicBezTo>
                  <a:cubicBezTo>
                    <a:pt x="13734" y="65"/>
                    <a:pt x="13734" y="65"/>
                    <a:pt x="13734" y="65"/>
                  </a:cubicBezTo>
                </a:path>
              </a:pathLst>
            </a:custGeom>
            <a:solidFill>
              <a:srgbClr val="003C83"/>
            </a:solidFill>
            <a:ln>
              <a:noFill/>
            </a:ln>
            <a:extLst>
              <a:ext uri="{91240B29-F687-4F45-9708-019B960494DF}">
                <a14:hiddenLine xmlns:a14="http://schemas.microsoft.com/office/drawing/2010/main" w="25400">
                  <a:solidFill>
                    <a:schemeClr val="tx1"/>
                  </a:solidFill>
                  <a:miter lim="800000"/>
                  <a:headEnd/>
                  <a:tailEnd/>
                </a14:hiddenLine>
              </a:ext>
            </a:extLst>
          </p:spPr>
          <p:txBody>
            <a:bodyPr/>
            <a:lstStyle/>
            <a:p>
              <a:endParaRPr lang="en-US"/>
            </a:p>
          </p:txBody>
        </p:sp>
        <p:sp>
          <p:nvSpPr>
            <p:cNvPr id="48139" name="Rectangle 26">
              <a:extLst>
                <a:ext uri="{FF2B5EF4-FFF2-40B4-BE49-F238E27FC236}">
                  <a16:creationId xmlns:a16="http://schemas.microsoft.com/office/drawing/2014/main" id="{80D86623-1651-F1CA-F3C8-F88AE35C21D2}"/>
                </a:ext>
              </a:extLst>
            </p:cNvPr>
            <p:cNvSpPr>
              <a:spLocks/>
            </p:cNvSpPr>
            <p:nvPr/>
          </p:nvSpPr>
          <p:spPr bwMode="auto">
            <a:xfrm>
              <a:off x="0" y="216"/>
              <a:ext cx="392" cy="160"/>
            </a:xfrm>
            <a:prstGeom prst="rect">
              <a:avLst/>
            </a:prstGeom>
            <a:solidFill>
              <a:srgbClr val="003C83"/>
            </a:solidFill>
            <a:ln>
              <a:noFill/>
            </a:ln>
            <a:extLst>
              <a:ext uri="{91240B29-F687-4F45-9708-019B960494DF}">
                <a14:hiddenLine xmlns:a14="http://schemas.microsoft.com/office/drawing/2010/main" w="25400">
                  <a:solidFill>
                    <a:schemeClr val="tx1"/>
                  </a:solidFill>
                  <a:miter lim="800000"/>
                  <a:headEnd/>
                  <a:tailEnd/>
                </a14:hiddenLine>
              </a:ext>
            </a:extLst>
          </p:spPr>
          <p:txBody>
            <a:bodyPr/>
            <a:lstStyle>
              <a:lvl1pPr>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algn="ctr" eaLnBrk="1" hangingPunct="1"/>
              <a:endParaRPr lang="en-US" altLang="en-US"/>
            </a:p>
          </p:txBody>
        </p:sp>
        <p:sp>
          <p:nvSpPr>
            <p:cNvPr id="48140" name="Rectangle 27">
              <a:extLst>
                <a:ext uri="{FF2B5EF4-FFF2-40B4-BE49-F238E27FC236}">
                  <a16:creationId xmlns:a16="http://schemas.microsoft.com/office/drawing/2014/main" id="{0D2DCD60-EF37-60AA-692C-CC6A5C5C4F90}"/>
                </a:ext>
              </a:extLst>
            </p:cNvPr>
            <p:cNvSpPr>
              <a:spLocks/>
            </p:cNvSpPr>
            <p:nvPr/>
          </p:nvSpPr>
          <p:spPr bwMode="auto">
            <a:xfrm>
              <a:off x="1352" y="0"/>
              <a:ext cx="392" cy="160"/>
            </a:xfrm>
            <a:prstGeom prst="rect">
              <a:avLst/>
            </a:prstGeom>
            <a:solidFill>
              <a:srgbClr val="003C83"/>
            </a:solidFill>
            <a:ln>
              <a:noFill/>
            </a:ln>
            <a:extLst>
              <a:ext uri="{91240B29-F687-4F45-9708-019B960494DF}">
                <a14:hiddenLine xmlns:a14="http://schemas.microsoft.com/office/drawing/2010/main" w="25400">
                  <a:solidFill>
                    <a:schemeClr val="tx1"/>
                  </a:solidFill>
                  <a:miter lim="800000"/>
                  <a:headEnd/>
                  <a:tailEnd/>
                </a14:hiddenLine>
              </a:ext>
            </a:extLst>
          </p:spPr>
          <p:txBody>
            <a:bodyPr/>
            <a:lstStyle>
              <a:lvl1pPr>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algn="ctr" eaLnBrk="1" hangingPunct="1"/>
              <a:endParaRPr lang="en-US" altLang="en-US"/>
            </a:p>
          </p:txBody>
        </p:sp>
        <p:sp>
          <p:nvSpPr>
            <p:cNvPr id="48141" name="Rectangle 28">
              <a:extLst>
                <a:ext uri="{FF2B5EF4-FFF2-40B4-BE49-F238E27FC236}">
                  <a16:creationId xmlns:a16="http://schemas.microsoft.com/office/drawing/2014/main" id="{58A93967-9EC1-EF87-70A2-BE0A2606A488}"/>
                </a:ext>
              </a:extLst>
            </p:cNvPr>
            <p:cNvSpPr>
              <a:spLocks/>
            </p:cNvSpPr>
            <p:nvPr/>
          </p:nvSpPr>
          <p:spPr bwMode="auto">
            <a:xfrm>
              <a:off x="104" y="8"/>
              <a:ext cx="1640" cy="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50800" tIns="50800" rIns="50800" bIns="50800"/>
            <a:lstStyle>
              <a:lvl1pPr>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eaLnBrk="1" hangingPunct="1"/>
              <a:r>
                <a:rPr lang="en-US" altLang="en-US">
                  <a:solidFill>
                    <a:srgbClr val="FFFFFF"/>
                  </a:solidFill>
                </a:rPr>
                <a:t>Ceremonies</a:t>
              </a:r>
            </a:p>
          </p:txBody>
        </p:sp>
      </p:grpSp>
    </p:spTree>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AutoShape 1">
            <a:extLst>
              <a:ext uri="{FF2B5EF4-FFF2-40B4-BE49-F238E27FC236}">
                <a16:creationId xmlns:a16="http://schemas.microsoft.com/office/drawing/2014/main" id="{8773DA4E-A75A-1C72-10C4-D17A9E880CE1}"/>
              </a:ext>
            </a:extLst>
          </p:cNvPr>
          <p:cNvSpPr>
            <a:spLocks/>
          </p:cNvSpPr>
          <p:nvPr/>
        </p:nvSpPr>
        <p:spPr bwMode="auto">
          <a:xfrm>
            <a:off x="2463800" y="901700"/>
            <a:ext cx="5092700" cy="6019800"/>
          </a:xfrm>
          <a:prstGeom prst="roundRect">
            <a:avLst>
              <a:gd name="adj" fmla="val 5981"/>
            </a:avLst>
          </a:prstGeom>
          <a:blipFill dpi="0" rotWithShape="0">
            <a:blip r:embed="rId3"/>
            <a:srcRect/>
            <a:tile tx="0" ty="0" sx="100000" sy="100000" flip="none" algn="tl"/>
          </a:blipFill>
          <a:ln w="25400">
            <a:solidFill>
              <a:srgbClr val="003C83"/>
            </a:solidFill>
            <a:round/>
            <a:headEnd/>
            <a:tailEnd/>
          </a:ln>
          <a:effectLst>
            <a:outerShdw blurRad="114300" dist="63500" dir="2700000" algn="ctr" rotWithShape="0">
              <a:schemeClr val="bg2">
                <a:alpha val="29999"/>
              </a:schemeClr>
            </a:outerShdw>
          </a:effectLst>
        </p:spPr>
        <p:txBody>
          <a:bodyPr/>
          <a:lstStyle/>
          <a:p>
            <a:pPr algn="ctr" eaLnBrk="1" hangingPunct="1">
              <a:defRPr/>
            </a:pPr>
            <a:endParaRPr lang="en-US">
              <a:latin typeface="Gill Sans" pitchFamily="80" charset="0"/>
              <a:ea typeface="ヒラギノ角ゴ Pro W3" pitchFamily="80" charset="-128"/>
              <a:sym typeface="Gill Sans" pitchFamily="80" charset="0"/>
            </a:endParaRPr>
          </a:p>
        </p:txBody>
      </p:sp>
      <p:sp>
        <p:nvSpPr>
          <p:cNvPr id="50179" name="Rectangle 2">
            <a:extLst>
              <a:ext uri="{FF2B5EF4-FFF2-40B4-BE49-F238E27FC236}">
                <a16:creationId xmlns:a16="http://schemas.microsoft.com/office/drawing/2014/main" id="{1C0351F4-7E5D-26C2-4C19-2D97D0064E27}"/>
              </a:ext>
            </a:extLst>
          </p:cNvPr>
          <p:cNvSpPr>
            <a:spLocks/>
          </p:cNvSpPr>
          <p:nvPr/>
        </p:nvSpPr>
        <p:spPr bwMode="auto">
          <a:xfrm>
            <a:off x="2933700" y="901700"/>
            <a:ext cx="3492500" cy="596900"/>
          </a:xfrm>
          <a:prstGeom prst="rect">
            <a:avLst/>
          </a:prstGeom>
          <a:solidFill>
            <a:srgbClr val="003C83"/>
          </a:solidFill>
          <a:ln>
            <a:noFill/>
          </a:ln>
          <a:extLst>
            <a:ext uri="{91240B29-F687-4F45-9708-019B960494DF}">
              <a14:hiddenLine xmlns:a14="http://schemas.microsoft.com/office/drawing/2010/main" w="25400">
                <a:solidFill>
                  <a:schemeClr val="tx1"/>
                </a:solidFill>
                <a:miter lim="800000"/>
                <a:headEnd/>
                <a:tailEnd/>
              </a14:hiddenLine>
            </a:ext>
          </a:extLst>
        </p:spPr>
        <p:txBody>
          <a:bodyPr/>
          <a:lstStyle>
            <a:lvl1pPr>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algn="ctr" eaLnBrk="1" hangingPunct="1"/>
            <a:endParaRPr lang="en-US" altLang="en-US"/>
          </a:p>
        </p:txBody>
      </p:sp>
      <p:sp>
        <p:nvSpPr>
          <p:cNvPr id="50180" name="AutoShape 3">
            <a:extLst>
              <a:ext uri="{FF2B5EF4-FFF2-40B4-BE49-F238E27FC236}">
                <a16:creationId xmlns:a16="http://schemas.microsoft.com/office/drawing/2014/main" id="{CD58ECD2-26D9-518D-0222-4BD279FB11E5}"/>
              </a:ext>
            </a:extLst>
          </p:cNvPr>
          <p:cNvSpPr>
            <a:spLocks/>
          </p:cNvSpPr>
          <p:nvPr/>
        </p:nvSpPr>
        <p:spPr bwMode="auto">
          <a:xfrm>
            <a:off x="2451100" y="901700"/>
            <a:ext cx="495300" cy="457200"/>
          </a:xfrm>
          <a:custGeom>
            <a:avLst/>
            <a:gdLst>
              <a:gd name="T0" fmla="*/ 2147483646 w 21600"/>
              <a:gd name="T1" fmla="*/ 2147483646 h 21600"/>
              <a:gd name="T2" fmla="*/ 2147483646 w 21600"/>
              <a:gd name="T3" fmla="*/ 2147483646 h 21600"/>
              <a:gd name="T4" fmla="*/ 0 w 21600"/>
              <a:gd name="T5" fmla="*/ 2147483646 h 21600"/>
              <a:gd name="T6" fmla="*/ 2147483646 w 21600"/>
              <a:gd name="T7" fmla="*/ 2147483646 h 21600"/>
              <a:gd name="T8" fmla="*/ 2147483646 w 21600"/>
              <a:gd name="T9" fmla="*/ 0 h 21600"/>
              <a:gd name="T10" fmla="*/ 2147483646 w 21600"/>
              <a:gd name="T11" fmla="*/ 2147483646 h 21600"/>
              <a:gd name="T12" fmla="*/ 2147483646 w 21600"/>
              <a:gd name="T13" fmla="*/ 2147483646 h 21600"/>
              <a:gd name="T14" fmla="*/ 2147483646 w 21600"/>
              <a:gd name="T15" fmla="*/ 2147483646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13734" y="65"/>
                </a:moveTo>
                <a:cubicBezTo>
                  <a:pt x="4547" y="550"/>
                  <a:pt x="111" y="6203"/>
                  <a:pt x="14" y="14130"/>
                </a:cubicBezTo>
                <a:cubicBezTo>
                  <a:pt x="9" y="16620"/>
                  <a:pt x="5" y="19110"/>
                  <a:pt x="0" y="21600"/>
                </a:cubicBezTo>
                <a:cubicBezTo>
                  <a:pt x="7200" y="21600"/>
                  <a:pt x="14400" y="21600"/>
                  <a:pt x="21600" y="21600"/>
                </a:cubicBezTo>
                <a:cubicBezTo>
                  <a:pt x="21600" y="14400"/>
                  <a:pt x="21600" y="7200"/>
                  <a:pt x="21600" y="0"/>
                </a:cubicBezTo>
                <a:cubicBezTo>
                  <a:pt x="18978" y="22"/>
                  <a:pt x="16356" y="43"/>
                  <a:pt x="13734" y="65"/>
                </a:cubicBezTo>
                <a:cubicBezTo>
                  <a:pt x="13734" y="65"/>
                  <a:pt x="13734" y="65"/>
                  <a:pt x="13734" y="65"/>
                </a:cubicBezTo>
                <a:cubicBezTo>
                  <a:pt x="13734" y="65"/>
                  <a:pt x="13734" y="65"/>
                  <a:pt x="13734" y="65"/>
                </a:cubicBezTo>
              </a:path>
            </a:pathLst>
          </a:custGeom>
          <a:solidFill>
            <a:srgbClr val="003C83"/>
          </a:solidFill>
          <a:ln>
            <a:noFill/>
          </a:ln>
          <a:extLst>
            <a:ext uri="{91240B29-F687-4F45-9708-019B960494DF}">
              <a14:hiddenLine xmlns:a14="http://schemas.microsoft.com/office/drawing/2010/main" w="25400">
                <a:solidFill>
                  <a:schemeClr val="tx1"/>
                </a:solidFill>
                <a:miter lim="800000"/>
                <a:headEnd/>
                <a:tailEnd/>
              </a14:hiddenLine>
            </a:ext>
          </a:extLst>
        </p:spPr>
        <p:txBody>
          <a:bodyPr/>
          <a:lstStyle/>
          <a:p>
            <a:endParaRPr lang="en-US"/>
          </a:p>
        </p:txBody>
      </p:sp>
      <p:sp>
        <p:nvSpPr>
          <p:cNvPr id="50181" name="Rectangle 4">
            <a:extLst>
              <a:ext uri="{FF2B5EF4-FFF2-40B4-BE49-F238E27FC236}">
                <a16:creationId xmlns:a16="http://schemas.microsoft.com/office/drawing/2014/main" id="{D8288B3B-8FC1-0610-B7E0-E14A2C024CD9}"/>
              </a:ext>
            </a:extLst>
          </p:cNvPr>
          <p:cNvSpPr>
            <a:spLocks/>
          </p:cNvSpPr>
          <p:nvPr/>
        </p:nvSpPr>
        <p:spPr bwMode="auto">
          <a:xfrm>
            <a:off x="2451100" y="1244600"/>
            <a:ext cx="622300" cy="254000"/>
          </a:xfrm>
          <a:prstGeom prst="rect">
            <a:avLst/>
          </a:prstGeom>
          <a:solidFill>
            <a:srgbClr val="003C83"/>
          </a:solidFill>
          <a:ln>
            <a:noFill/>
          </a:ln>
          <a:extLst>
            <a:ext uri="{91240B29-F687-4F45-9708-019B960494DF}">
              <a14:hiddenLine xmlns:a14="http://schemas.microsoft.com/office/drawing/2010/main" w="25400">
                <a:solidFill>
                  <a:schemeClr val="tx1"/>
                </a:solidFill>
                <a:miter lim="800000"/>
                <a:headEnd/>
                <a:tailEnd/>
              </a14:hiddenLine>
            </a:ext>
          </a:extLst>
        </p:spPr>
        <p:txBody>
          <a:bodyPr/>
          <a:lstStyle>
            <a:lvl1pPr>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algn="ctr" eaLnBrk="1" hangingPunct="1"/>
            <a:endParaRPr lang="en-US" altLang="en-US"/>
          </a:p>
        </p:txBody>
      </p:sp>
      <p:grpSp>
        <p:nvGrpSpPr>
          <p:cNvPr id="50182" name="Group 5">
            <a:extLst>
              <a:ext uri="{FF2B5EF4-FFF2-40B4-BE49-F238E27FC236}">
                <a16:creationId xmlns:a16="http://schemas.microsoft.com/office/drawing/2014/main" id="{E355A535-8EFA-9ECC-D8D2-4AA9E9221C87}"/>
              </a:ext>
            </a:extLst>
          </p:cNvPr>
          <p:cNvGrpSpPr>
            <a:grpSpLocks/>
          </p:cNvGrpSpPr>
          <p:nvPr/>
        </p:nvGrpSpPr>
        <p:grpSpPr bwMode="auto">
          <a:xfrm>
            <a:off x="6235700" y="901700"/>
            <a:ext cx="622300" cy="596900"/>
            <a:chOff x="0" y="0"/>
            <a:chExt cx="392" cy="376"/>
          </a:xfrm>
        </p:grpSpPr>
        <p:sp>
          <p:nvSpPr>
            <p:cNvPr id="50214" name="AutoShape 6">
              <a:extLst>
                <a:ext uri="{FF2B5EF4-FFF2-40B4-BE49-F238E27FC236}">
                  <a16:creationId xmlns:a16="http://schemas.microsoft.com/office/drawing/2014/main" id="{0349397D-8EBC-82D4-8565-DF10EBDDD96C}"/>
                </a:ext>
              </a:extLst>
            </p:cNvPr>
            <p:cNvSpPr>
              <a:spLocks/>
            </p:cNvSpPr>
            <p:nvPr/>
          </p:nvSpPr>
          <p:spPr bwMode="auto">
            <a:xfrm rot="10800000">
              <a:off x="80" y="88"/>
              <a:ext cx="312" cy="288"/>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13734" y="65"/>
                  </a:moveTo>
                  <a:cubicBezTo>
                    <a:pt x="4547" y="550"/>
                    <a:pt x="111" y="6203"/>
                    <a:pt x="14" y="14130"/>
                  </a:cubicBezTo>
                  <a:cubicBezTo>
                    <a:pt x="9" y="16620"/>
                    <a:pt x="5" y="19110"/>
                    <a:pt x="0" y="21600"/>
                  </a:cubicBezTo>
                  <a:cubicBezTo>
                    <a:pt x="7200" y="21600"/>
                    <a:pt x="14400" y="21600"/>
                    <a:pt x="21600" y="21600"/>
                  </a:cubicBezTo>
                  <a:cubicBezTo>
                    <a:pt x="21600" y="14400"/>
                    <a:pt x="21600" y="7200"/>
                    <a:pt x="21600" y="0"/>
                  </a:cubicBezTo>
                  <a:cubicBezTo>
                    <a:pt x="18978" y="22"/>
                    <a:pt x="16356" y="43"/>
                    <a:pt x="13734" y="65"/>
                  </a:cubicBezTo>
                  <a:cubicBezTo>
                    <a:pt x="13734" y="65"/>
                    <a:pt x="13734" y="65"/>
                    <a:pt x="13734" y="65"/>
                  </a:cubicBezTo>
                  <a:cubicBezTo>
                    <a:pt x="13734" y="65"/>
                    <a:pt x="13734" y="65"/>
                    <a:pt x="13734" y="65"/>
                  </a:cubicBezTo>
                </a:path>
              </a:pathLst>
            </a:custGeom>
            <a:solidFill>
              <a:srgbClr val="003C83"/>
            </a:solidFill>
            <a:ln>
              <a:noFill/>
            </a:ln>
            <a:extLst>
              <a:ext uri="{91240B29-F687-4F45-9708-019B960494DF}">
                <a14:hiddenLine xmlns:a14="http://schemas.microsoft.com/office/drawing/2010/main" w="25400">
                  <a:solidFill>
                    <a:schemeClr val="tx1"/>
                  </a:solidFill>
                  <a:miter lim="800000"/>
                  <a:headEnd/>
                  <a:tailEnd/>
                </a14:hiddenLine>
              </a:ext>
            </a:extLst>
          </p:spPr>
          <p:txBody>
            <a:bodyPr/>
            <a:lstStyle/>
            <a:p>
              <a:endParaRPr lang="en-US"/>
            </a:p>
          </p:txBody>
        </p:sp>
        <p:sp>
          <p:nvSpPr>
            <p:cNvPr id="50215" name="Rectangle 7">
              <a:extLst>
                <a:ext uri="{FF2B5EF4-FFF2-40B4-BE49-F238E27FC236}">
                  <a16:creationId xmlns:a16="http://schemas.microsoft.com/office/drawing/2014/main" id="{9F354F1E-8398-D86B-DF7B-8696FDA68375}"/>
                </a:ext>
              </a:extLst>
            </p:cNvPr>
            <p:cNvSpPr>
              <a:spLocks/>
            </p:cNvSpPr>
            <p:nvPr/>
          </p:nvSpPr>
          <p:spPr bwMode="auto">
            <a:xfrm>
              <a:off x="0" y="0"/>
              <a:ext cx="392" cy="160"/>
            </a:xfrm>
            <a:prstGeom prst="rect">
              <a:avLst/>
            </a:prstGeom>
            <a:solidFill>
              <a:srgbClr val="003C83"/>
            </a:solidFill>
            <a:ln>
              <a:noFill/>
            </a:ln>
            <a:extLst>
              <a:ext uri="{91240B29-F687-4F45-9708-019B960494DF}">
                <a14:hiddenLine xmlns:a14="http://schemas.microsoft.com/office/drawing/2010/main" w="25400">
                  <a:solidFill>
                    <a:schemeClr val="tx1"/>
                  </a:solidFill>
                  <a:miter lim="800000"/>
                  <a:headEnd/>
                  <a:tailEnd/>
                </a14:hiddenLine>
              </a:ext>
            </a:extLst>
          </p:spPr>
          <p:txBody>
            <a:bodyPr/>
            <a:lstStyle>
              <a:lvl1pPr>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algn="ctr" eaLnBrk="1" hangingPunct="1"/>
              <a:endParaRPr lang="en-US" altLang="en-US"/>
            </a:p>
          </p:txBody>
        </p:sp>
      </p:grpSp>
      <p:sp>
        <p:nvSpPr>
          <p:cNvPr id="50183" name="Rectangle 8">
            <a:extLst>
              <a:ext uri="{FF2B5EF4-FFF2-40B4-BE49-F238E27FC236}">
                <a16:creationId xmlns:a16="http://schemas.microsoft.com/office/drawing/2014/main" id="{EE0B2204-C4A3-CD14-95A7-30B048679EE1}"/>
              </a:ext>
            </a:extLst>
          </p:cNvPr>
          <p:cNvSpPr>
            <a:spLocks/>
          </p:cNvSpPr>
          <p:nvPr/>
        </p:nvSpPr>
        <p:spPr bwMode="auto">
          <a:xfrm>
            <a:off x="2616200" y="901700"/>
            <a:ext cx="4241800"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50800" tIns="50800" rIns="50800" bIns="50800"/>
          <a:lstStyle>
            <a:lvl1pPr>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eaLnBrk="1" hangingPunct="1"/>
            <a:r>
              <a:rPr lang="en-US" altLang="en-US" sz="2800">
                <a:solidFill>
                  <a:srgbClr val="FFFFFF"/>
                </a:solidFill>
              </a:rPr>
              <a:t>Sprint planning meeting</a:t>
            </a:r>
          </a:p>
        </p:txBody>
      </p:sp>
      <p:grpSp>
        <p:nvGrpSpPr>
          <p:cNvPr id="27657" name="Group 9">
            <a:extLst>
              <a:ext uri="{FF2B5EF4-FFF2-40B4-BE49-F238E27FC236}">
                <a16:creationId xmlns:a16="http://schemas.microsoft.com/office/drawing/2014/main" id="{CB2C008C-B3FA-222D-ECEC-29506CEF1996}"/>
              </a:ext>
            </a:extLst>
          </p:cNvPr>
          <p:cNvGrpSpPr>
            <a:grpSpLocks/>
          </p:cNvGrpSpPr>
          <p:nvPr/>
        </p:nvGrpSpPr>
        <p:grpSpPr bwMode="auto">
          <a:xfrm>
            <a:off x="2717800" y="1701800"/>
            <a:ext cx="4660900" cy="1866900"/>
            <a:chOff x="0" y="0"/>
            <a:chExt cx="2936" cy="1176"/>
          </a:xfrm>
        </p:grpSpPr>
        <p:sp>
          <p:nvSpPr>
            <p:cNvPr id="27658" name="AutoShape 10">
              <a:extLst>
                <a:ext uri="{FF2B5EF4-FFF2-40B4-BE49-F238E27FC236}">
                  <a16:creationId xmlns:a16="http://schemas.microsoft.com/office/drawing/2014/main" id="{3CD201A9-9D57-35D3-FB2A-513B1E7EAC5F}"/>
                </a:ext>
              </a:extLst>
            </p:cNvPr>
            <p:cNvSpPr>
              <a:spLocks/>
            </p:cNvSpPr>
            <p:nvPr/>
          </p:nvSpPr>
          <p:spPr bwMode="auto">
            <a:xfrm>
              <a:off x="0" y="0"/>
              <a:ext cx="2936" cy="1176"/>
            </a:xfrm>
            <a:prstGeom prst="roundRect">
              <a:avLst>
                <a:gd name="adj" fmla="val 16324"/>
              </a:avLst>
            </a:prstGeom>
            <a:blipFill dpi="0" rotWithShape="0">
              <a:blip r:embed="rId4"/>
              <a:srcRect/>
              <a:tile tx="0" ty="0" sx="100000" sy="100000" flip="none" algn="tl"/>
            </a:blipFill>
            <a:ln w="25400">
              <a:solidFill>
                <a:srgbClr val="00531C"/>
              </a:solidFill>
              <a:round/>
              <a:headEnd/>
              <a:tailEnd/>
            </a:ln>
            <a:effectLst>
              <a:outerShdw blurRad="114300" dist="63500" dir="2700000" algn="ctr" rotWithShape="0">
                <a:schemeClr val="bg2">
                  <a:alpha val="29999"/>
                </a:schemeClr>
              </a:outerShdw>
            </a:effectLst>
          </p:spPr>
          <p:txBody>
            <a:bodyPr/>
            <a:lstStyle/>
            <a:p>
              <a:pPr algn="ctr" eaLnBrk="1" hangingPunct="1">
                <a:defRPr/>
              </a:pPr>
              <a:endParaRPr lang="en-US">
                <a:latin typeface="Gill Sans" pitchFamily="80" charset="0"/>
                <a:ea typeface="ヒラギノ角ゴ Pro W3" pitchFamily="80" charset="-128"/>
                <a:sym typeface="Gill Sans" pitchFamily="80" charset="0"/>
              </a:endParaRPr>
            </a:p>
          </p:txBody>
        </p:sp>
        <p:sp>
          <p:nvSpPr>
            <p:cNvPr id="50209" name="Rectangle 11">
              <a:extLst>
                <a:ext uri="{FF2B5EF4-FFF2-40B4-BE49-F238E27FC236}">
                  <a16:creationId xmlns:a16="http://schemas.microsoft.com/office/drawing/2014/main" id="{172A0F66-6CD5-70A9-979F-E58A1B08F8D0}"/>
                </a:ext>
              </a:extLst>
            </p:cNvPr>
            <p:cNvSpPr>
              <a:spLocks/>
            </p:cNvSpPr>
            <p:nvPr/>
          </p:nvSpPr>
          <p:spPr bwMode="auto">
            <a:xfrm>
              <a:off x="304" y="0"/>
              <a:ext cx="1432" cy="288"/>
            </a:xfrm>
            <a:prstGeom prst="rect">
              <a:avLst/>
            </a:prstGeom>
            <a:solidFill>
              <a:srgbClr val="00531C"/>
            </a:solidFill>
            <a:ln>
              <a:noFill/>
            </a:ln>
            <a:extLst>
              <a:ext uri="{91240B29-F687-4F45-9708-019B960494DF}">
                <a14:hiddenLine xmlns:a14="http://schemas.microsoft.com/office/drawing/2010/main" w="25400">
                  <a:solidFill>
                    <a:schemeClr val="tx1"/>
                  </a:solidFill>
                  <a:miter lim="800000"/>
                  <a:headEnd/>
                  <a:tailEnd/>
                </a14:hiddenLine>
              </a:ext>
            </a:extLst>
          </p:spPr>
          <p:txBody>
            <a:bodyPr/>
            <a:lstStyle>
              <a:lvl1pPr>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algn="ctr" eaLnBrk="1" hangingPunct="1"/>
              <a:endParaRPr lang="en-US" altLang="en-US"/>
            </a:p>
          </p:txBody>
        </p:sp>
        <p:sp>
          <p:nvSpPr>
            <p:cNvPr id="50210" name="AutoShape 12">
              <a:extLst>
                <a:ext uri="{FF2B5EF4-FFF2-40B4-BE49-F238E27FC236}">
                  <a16:creationId xmlns:a16="http://schemas.microsoft.com/office/drawing/2014/main" id="{D69281A8-ADAC-4FD5-BFAA-64C55DE92CEF}"/>
                </a:ext>
              </a:extLst>
            </p:cNvPr>
            <p:cNvSpPr>
              <a:spLocks/>
            </p:cNvSpPr>
            <p:nvPr/>
          </p:nvSpPr>
          <p:spPr bwMode="auto">
            <a:xfrm rot="10800000">
              <a:off x="1656" y="0"/>
              <a:ext cx="312" cy="288"/>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13734" y="65"/>
                  </a:moveTo>
                  <a:cubicBezTo>
                    <a:pt x="4547" y="550"/>
                    <a:pt x="111" y="6203"/>
                    <a:pt x="14" y="14130"/>
                  </a:cubicBezTo>
                  <a:cubicBezTo>
                    <a:pt x="9" y="16620"/>
                    <a:pt x="5" y="19110"/>
                    <a:pt x="0" y="21600"/>
                  </a:cubicBezTo>
                  <a:cubicBezTo>
                    <a:pt x="7200" y="21600"/>
                    <a:pt x="14400" y="21600"/>
                    <a:pt x="21600" y="21600"/>
                  </a:cubicBezTo>
                  <a:cubicBezTo>
                    <a:pt x="21600" y="14400"/>
                    <a:pt x="21600" y="7200"/>
                    <a:pt x="21600" y="0"/>
                  </a:cubicBezTo>
                  <a:cubicBezTo>
                    <a:pt x="18978" y="22"/>
                    <a:pt x="16356" y="43"/>
                    <a:pt x="13734" y="65"/>
                  </a:cubicBezTo>
                  <a:cubicBezTo>
                    <a:pt x="13734" y="65"/>
                    <a:pt x="13734" y="65"/>
                    <a:pt x="13734" y="65"/>
                  </a:cubicBezTo>
                  <a:cubicBezTo>
                    <a:pt x="13734" y="65"/>
                    <a:pt x="13734" y="65"/>
                    <a:pt x="13734" y="65"/>
                  </a:cubicBezTo>
                </a:path>
              </a:pathLst>
            </a:custGeom>
            <a:solidFill>
              <a:srgbClr val="00531C"/>
            </a:solidFill>
            <a:ln>
              <a:noFill/>
            </a:ln>
            <a:extLst>
              <a:ext uri="{91240B29-F687-4F45-9708-019B960494DF}">
                <a14:hiddenLine xmlns:a14="http://schemas.microsoft.com/office/drawing/2010/main" w="25400">
                  <a:solidFill>
                    <a:schemeClr val="tx1"/>
                  </a:solidFill>
                  <a:miter lim="800000"/>
                  <a:headEnd/>
                  <a:tailEnd/>
                </a14:hiddenLine>
              </a:ext>
            </a:extLst>
          </p:spPr>
          <p:txBody>
            <a:bodyPr/>
            <a:lstStyle/>
            <a:p>
              <a:endParaRPr lang="en-US"/>
            </a:p>
          </p:txBody>
        </p:sp>
        <p:sp>
          <p:nvSpPr>
            <p:cNvPr id="50211" name="AutoShape 13">
              <a:extLst>
                <a:ext uri="{FF2B5EF4-FFF2-40B4-BE49-F238E27FC236}">
                  <a16:creationId xmlns:a16="http://schemas.microsoft.com/office/drawing/2014/main" id="{3AA5D58E-38F2-3C8D-D98C-D68668E633F7}"/>
                </a:ext>
              </a:extLst>
            </p:cNvPr>
            <p:cNvSpPr>
              <a:spLocks/>
            </p:cNvSpPr>
            <p:nvPr/>
          </p:nvSpPr>
          <p:spPr bwMode="auto">
            <a:xfrm>
              <a:off x="0" y="0"/>
              <a:ext cx="312" cy="288"/>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13734" y="65"/>
                  </a:moveTo>
                  <a:cubicBezTo>
                    <a:pt x="4547" y="550"/>
                    <a:pt x="111" y="6203"/>
                    <a:pt x="14" y="14130"/>
                  </a:cubicBezTo>
                  <a:cubicBezTo>
                    <a:pt x="9" y="16620"/>
                    <a:pt x="5" y="19110"/>
                    <a:pt x="0" y="21600"/>
                  </a:cubicBezTo>
                  <a:cubicBezTo>
                    <a:pt x="7200" y="21600"/>
                    <a:pt x="14400" y="21600"/>
                    <a:pt x="21600" y="21600"/>
                  </a:cubicBezTo>
                  <a:cubicBezTo>
                    <a:pt x="21600" y="14400"/>
                    <a:pt x="21600" y="7200"/>
                    <a:pt x="21600" y="0"/>
                  </a:cubicBezTo>
                  <a:cubicBezTo>
                    <a:pt x="18978" y="22"/>
                    <a:pt x="16356" y="43"/>
                    <a:pt x="13734" y="65"/>
                  </a:cubicBezTo>
                  <a:cubicBezTo>
                    <a:pt x="13734" y="65"/>
                    <a:pt x="13734" y="65"/>
                    <a:pt x="13734" y="65"/>
                  </a:cubicBezTo>
                  <a:cubicBezTo>
                    <a:pt x="13734" y="65"/>
                    <a:pt x="13734" y="65"/>
                    <a:pt x="13734" y="65"/>
                  </a:cubicBezTo>
                </a:path>
              </a:pathLst>
            </a:custGeom>
            <a:solidFill>
              <a:srgbClr val="00531C"/>
            </a:solidFill>
            <a:ln>
              <a:noFill/>
            </a:ln>
            <a:extLst>
              <a:ext uri="{91240B29-F687-4F45-9708-019B960494DF}">
                <a14:hiddenLine xmlns:a14="http://schemas.microsoft.com/office/drawing/2010/main" w="25400">
                  <a:solidFill>
                    <a:schemeClr val="tx1"/>
                  </a:solidFill>
                  <a:miter lim="800000"/>
                  <a:headEnd/>
                  <a:tailEnd/>
                </a14:hiddenLine>
              </a:ext>
            </a:extLst>
          </p:spPr>
          <p:txBody>
            <a:bodyPr/>
            <a:lstStyle/>
            <a:p>
              <a:endParaRPr lang="en-US"/>
            </a:p>
          </p:txBody>
        </p:sp>
        <p:sp>
          <p:nvSpPr>
            <p:cNvPr id="50212" name="Rectangle 14">
              <a:extLst>
                <a:ext uri="{FF2B5EF4-FFF2-40B4-BE49-F238E27FC236}">
                  <a16:creationId xmlns:a16="http://schemas.microsoft.com/office/drawing/2014/main" id="{D0E80BD4-B544-0ED1-9754-8A6F833D3BC2}"/>
                </a:ext>
              </a:extLst>
            </p:cNvPr>
            <p:cNvSpPr>
              <a:spLocks/>
            </p:cNvSpPr>
            <p:nvPr/>
          </p:nvSpPr>
          <p:spPr bwMode="auto">
            <a:xfrm>
              <a:off x="104" y="0"/>
              <a:ext cx="186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50800" tIns="50800" rIns="50800" bIns="50800"/>
            <a:lstStyle>
              <a:lvl1pPr>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eaLnBrk="1" hangingPunct="1"/>
              <a:r>
                <a:rPr lang="en-US" altLang="en-US" sz="2400">
                  <a:solidFill>
                    <a:srgbClr val="FFFFFF"/>
                  </a:solidFill>
                </a:rPr>
                <a:t>Sprint prioritization</a:t>
              </a:r>
            </a:p>
          </p:txBody>
        </p:sp>
        <p:sp>
          <p:nvSpPr>
            <p:cNvPr id="50213" name="Rectangle 15">
              <a:extLst>
                <a:ext uri="{FF2B5EF4-FFF2-40B4-BE49-F238E27FC236}">
                  <a16:creationId xmlns:a16="http://schemas.microsoft.com/office/drawing/2014/main" id="{2BF982AE-080C-BE5B-A387-A2365DE86EC1}"/>
                </a:ext>
              </a:extLst>
            </p:cNvPr>
            <p:cNvSpPr>
              <a:spLocks/>
            </p:cNvSpPr>
            <p:nvPr/>
          </p:nvSpPr>
          <p:spPr bwMode="auto">
            <a:xfrm>
              <a:off x="40" y="336"/>
              <a:ext cx="2720" cy="7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50800" tIns="50800" rIns="50800" bIns="50800"/>
            <a:lstStyle>
              <a:lvl1pPr marL="280988" indent="-280988">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eaLnBrk="1" hangingPunct="1">
                <a:buClr>
                  <a:srgbClr val="FFFFFF"/>
                </a:buClr>
                <a:buSzPct val="125000"/>
                <a:buFont typeface="Gill Sans" panose="020B0502020104020203" pitchFamily="34" charset="-79"/>
                <a:buChar char="•"/>
              </a:pPr>
              <a:r>
                <a:rPr lang="en-US" altLang="en-US" sz="2300">
                  <a:solidFill>
                    <a:srgbClr val="FFFFFF"/>
                  </a:solidFill>
                </a:rPr>
                <a:t>Analyze and evaluate product backlog</a:t>
              </a:r>
            </a:p>
            <a:p>
              <a:pPr eaLnBrk="1" hangingPunct="1">
                <a:buClr>
                  <a:srgbClr val="FFFFFF"/>
                </a:buClr>
                <a:buSzPct val="125000"/>
                <a:buFont typeface="Gill Sans" panose="020B0502020104020203" pitchFamily="34" charset="-79"/>
                <a:buChar char="•"/>
              </a:pPr>
              <a:r>
                <a:rPr lang="en-US" altLang="en-US" sz="2300">
                  <a:solidFill>
                    <a:srgbClr val="FFFFFF"/>
                  </a:solidFill>
                </a:rPr>
                <a:t>Select sprint goal</a:t>
              </a:r>
            </a:p>
          </p:txBody>
        </p:sp>
      </p:grpSp>
      <p:grpSp>
        <p:nvGrpSpPr>
          <p:cNvPr id="27664" name="Group 16">
            <a:extLst>
              <a:ext uri="{FF2B5EF4-FFF2-40B4-BE49-F238E27FC236}">
                <a16:creationId xmlns:a16="http://schemas.microsoft.com/office/drawing/2014/main" id="{164EBCBF-809B-7C06-A20E-567E6B1AC83C}"/>
              </a:ext>
            </a:extLst>
          </p:cNvPr>
          <p:cNvGrpSpPr>
            <a:grpSpLocks/>
          </p:cNvGrpSpPr>
          <p:nvPr/>
        </p:nvGrpSpPr>
        <p:grpSpPr bwMode="auto">
          <a:xfrm>
            <a:off x="2717800" y="3746500"/>
            <a:ext cx="4660900" cy="2933700"/>
            <a:chOff x="0" y="0"/>
            <a:chExt cx="2936" cy="1848"/>
          </a:xfrm>
        </p:grpSpPr>
        <p:sp>
          <p:nvSpPr>
            <p:cNvPr id="27665" name="AutoShape 17">
              <a:extLst>
                <a:ext uri="{FF2B5EF4-FFF2-40B4-BE49-F238E27FC236}">
                  <a16:creationId xmlns:a16="http://schemas.microsoft.com/office/drawing/2014/main" id="{1C66036F-3C1C-72CD-B378-A2C24EF4C2AA}"/>
                </a:ext>
              </a:extLst>
            </p:cNvPr>
            <p:cNvSpPr>
              <a:spLocks/>
            </p:cNvSpPr>
            <p:nvPr/>
          </p:nvSpPr>
          <p:spPr bwMode="auto">
            <a:xfrm>
              <a:off x="0" y="0"/>
              <a:ext cx="2936" cy="1848"/>
            </a:xfrm>
            <a:prstGeom prst="roundRect">
              <a:avLst>
                <a:gd name="adj" fmla="val 10389"/>
              </a:avLst>
            </a:prstGeom>
            <a:blipFill dpi="0" rotWithShape="0">
              <a:blip r:embed="rId4"/>
              <a:srcRect/>
              <a:tile tx="0" ty="0" sx="100000" sy="100000" flip="none" algn="tl"/>
            </a:blipFill>
            <a:ln w="25400">
              <a:solidFill>
                <a:srgbClr val="00531C"/>
              </a:solidFill>
              <a:round/>
              <a:headEnd/>
              <a:tailEnd/>
            </a:ln>
            <a:effectLst>
              <a:outerShdw blurRad="114300" dist="63500" dir="2700000" algn="ctr" rotWithShape="0">
                <a:schemeClr val="bg2">
                  <a:alpha val="29999"/>
                </a:schemeClr>
              </a:outerShdw>
            </a:effectLst>
          </p:spPr>
          <p:txBody>
            <a:bodyPr/>
            <a:lstStyle/>
            <a:p>
              <a:pPr algn="ctr" eaLnBrk="1" hangingPunct="1">
                <a:defRPr/>
              </a:pPr>
              <a:endParaRPr lang="en-US">
                <a:latin typeface="Gill Sans" pitchFamily="80" charset="0"/>
                <a:ea typeface="ヒラギノ角ゴ Pro W3" pitchFamily="80" charset="-128"/>
                <a:sym typeface="Gill Sans" pitchFamily="80" charset="0"/>
              </a:endParaRPr>
            </a:p>
          </p:txBody>
        </p:sp>
        <p:sp>
          <p:nvSpPr>
            <p:cNvPr id="50203" name="Rectangle 18">
              <a:extLst>
                <a:ext uri="{FF2B5EF4-FFF2-40B4-BE49-F238E27FC236}">
                  <a16:creationId xmlns:a16="http://schemas.microsoft.com/office/drawing/2014/main" id="{4659BEA9-DF3F-CD1B-B5ED-3CAE89755CC3}"/>
                </a:ext>
              </a:extLst>
            </p:cNvPr>
            <p:cNvSpPr>
              <a:spLocks/>
            </p:cNvSpPr>
            <p:nvPr/>
          </p:nvSpPr>
          <p:spPr bwMode="auto">
            <a:xfrm>
              <a:off x="304" y="0"/>
              <a:ext cx="1432" cy="288"/>
            </a:xfrm>
            <a:prstGeom prst="rect">
              <a:avLst/>
            </a:prstGeom>
            <a:solidFill>
              <a:srgbClr val="00531C"/>
            </a:solidFill>
            <a:ln>
              <a:noFill/>
            </a:ln>
            <a:extLst>
              <a:ext uri="{91240B29-F687-4F45-9708-019B960494DF}">
                <a14:hiddenLine xmlns:a14="http://schemas.microsoft.com/office/drawing/2010/main" w="25400">
                  <a:solidFill>
                    <a:schemeClr val="tx1"/>
                  </a:solidFill>
                  <a:miter lim="800000"/>
                  <a:headEnd/>
                  <a:tailEnd/>
                </a14:hiddenLine>
              </a:ext>
            </a:extLst>
          </p:spPr>
          <p:txBody>
            <a:bodyPr/>
            <a:lstStyle>
              <a:lvl1pPr>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algn="ctr" eaLnBrk="1" hangingPunct="1"/>
              <a:endParaRPr lang="en-US" altLang="en-US"/>
            </a:p>
          </p:txBody>
        </p:sp>
        <p:sp>
          <p:nvSpPr>
            <p:cNvPr id="50204" name="AutoShape 19">
              <a:extLst>
                <a:ext uri="{FF2B5EF4-FFF2-40B4-BE49-F238E27FC236}">
                  <a16:creationId xmlns:a16="http://schemas.microsoft.com/office/drawing/2014/main" id="{4D0B0057-087C-FA1C-7DF1-BC2474D97AA4}"/>
                </a:ext>
              </a:extLst>
            </p:cNvPr>
            <p:cNvSpPr>
              <a:spLocks/>
            </p:cNvSpPr>
            <p:nvPr/>
          </p:nvSpPr>
          <p:spPr bwMode="auto">
            <a:xfrm rot="10800000">
              <a:off x="1656" y="0"/>
              <a:ext cx="312" cy="288"/>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13734" y="65"/>
                  </a:moveTo>
                  <a:cubicBezTo>
                    <a:pt x="4547" y="550"/>
                    <a:pt x="111" y="6203"/>
                    <a:pt x="14" y="14130"/>
                  </a:cubicBezTo>
                  <a:cubicBezTo>
                    <a:pt x="9" y="16620"/>
                    <a:pt x="5" y="19110"/>
                    <a:pt x="0" y="21600"/>
                  </a:cubicBezTo>
                  <a:cubicBezTo>
                    <a:pt x="7200" y="21600"/>
                    <a:pt x="14400" y="21600"/>
                    <a:pt x="21600" y="21600"/>
                  </a:cubicBezTo>
                  <a:cubicBezTo>
                    <a:pt x="21600" y="14400"/>
                    <a:pt x="21600" y="7200"/>
                    <a:pt x="21600" y="0"/>
                  </a:cubicBezTo>
                  <a:cubicBezTo>
                    <a:pt x="18978" y="22"/>
                    <a:pt x="16356" y="43"/>
                    <a:pt x="13734" y="65"/>
                  </a:cubicBezTo>
                  <a:cubicBezTo>
                    <a:pt x="13734" y="65"/>
                    <a:pt x="13734" y="65"/>
                    <a:pt x="13734" y="65"/>
                  </a:cubicBezTo>
                  <a:cubicBezTo>
                    <a:pt x="13734" y="65"/>
                    <a:pt x="13734" y="65"/>
                    <a:pt x="13734" y="65"/>
                  </a:cubicBezTo>
                </a:path>
              </a:pathLst>
            </a:custGeom>
            <a:solidFill>
              <a:srgbClr val="00531C"/>
            </a:solidFill>
            <a:ln>
              <a:noFill/>
            </a:ln>
            <a:extLst>
              <a:ext uri="{91240B29-F687-4F45-9708-019B960494DF}">
                <a14:hiddenLine xmlns:a14="http://schemas.microsoft.com/office/drawing/2010/main" w="25400">
                  <a:solidFill>
                    <a:schemeClr val="tx1"/>
                  </a:solidFill>
                  <a:miter lim="800000"/>
                  <a:headEnd/>
                  <a:tailEnd/>
                </a14:hiddenLine>
              </a:ext>
            </a:extLst>
          </p:spPr>
          <p:txBody>
            <a:bodyPr/>
            <a:lstStyle/>
            <a:p>
              <a:endParaRPr lang="en-US"/>
            </a:p>
          </p:txBody>
        </p:sp>
        <p:sp>
          <p:nvSpPr>
            <p:cNvPr id="50205" name="AutoShape 20">
              <a:extLst>
                <a:ext uri="{FF2B5EF4-FFF2-40B4-BE49-F238E27FC236}">
                  <a16:creationId xmlns:a16="http://schemas.microsoft.com/office/drawing/2014/main" id="{94AFA2A5-E388-F84B-A44D-7289642918B3}"/>
                </a:ext>
              </a:extLst>
            </p:cNvPr>
            <p:cNvSpPr>
              <a:spLocks/>
            </p:cNvSpPr>
            <p:nvPr/>
          </p:nvSpPr>
          <p:spPr bwMode="auto">
            <a:xfrm>
              <a:off x="0" y="0"/>
              <a:ext cx="312" cy="288"/>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13734" y="65"/>
                  </a:moveTo>
                  <a:cubicBezTo>
                    <a:pt x="4547" y="550"/>
                    <a:pt x="111" y="6203"/>
                    <a:pt x="14" y="14130"/>
                  </a:cubicBezTo>
                  <a:cubicBezTo>
                    <a:pt x="9" y="16620"/>
                    <a:pt x="5" y="19110"/>
                    <a:pt x="0" y="21600"/>
                  </a:cubicBezTo>
                  <a:cubicBezTo>
                    <a:pt x="7200" y="21600"/>
                    <a:pt x="14400" y="21600"/>
                    <a:pt x="21600" y="21600"/>
                  </a:cubicBezTo>
                  <a:cubicBezTo>
                    <a:pt x="21600" y="14400"/>
                    <a:pt x="21600" y="7200"/>
                    <a:pt x="21600" y="0"/>
                  </a:cubicBezTo>
                  <a:cubicBezTo>
                    <a:pt x="18978" y="22"/>
                    <a:pt x="16356" y="43"/>
                    <a:pt x="13734" y="65"/>
                  </a:cubicBezTo>
                  <a:cubicBezTo>
                    <a:pt x="13734" y="65"/>
                    <a:pt x="13734" y="65"/>
                    <a:pt x="13734" y="65"/>
                  </a:cubicBezTo>
                  <a:cubicBezTo>
                    <a:pt x="13734" y="65"/>
                    <a:pt x="13734" y="65"/>
                    <a:pt x="13734" y="65"/>
                  </a:cubicBezTo>
                </a:path>
              </a:pathLst>
            </a:custGeom>
            <a:solidFill>
              <a:srgbClr val="00531C"/>
            </a:solidFill>
            <a:ln>
              <a:noFill/>
            </a:ln>
            <a:extLst>
              <a:ext uri="{91240B29-F687-4F45-9708-019B960494DF}">
                <a14:hiddenLine xmlns:a14="http://schemas.microsoft.com/office/drawing/2010/main" w="25400">
                  <a:solidFill>
                    <a:schemeClr val="tx1"/>
                  </a:solidFill>
                  <a:miter lim="800000"/>
                  <a:headEnd/>
                  <a:tailEnd/>
                </a14:hiddenLine>
              </a:ext>
            </a:extLst>
          </p:spPr>
          <p:txBody>
            <a:bodyPr/>
            <a:lstStyle/>
            <a:p>
              <a:endParaRPr lang="en-US"/>
            </a:p>
          </p:txBody>
        </p:sp>
        <p:sp>
          <p:nvSpPr>
            <p:cNvPr id="50206" name="Rectangle 21">
              <a:extLst>
                <a:ext uri="{FF2B5EF4-FFF2-40B4-BE49-F238E27FC236}">
                  <a16:creationId xmlns:a16="http://schemas.microsoft.com/office/drawing/2014/main" id="{A35FE422-C834-942E-9DEA-6106C30F9001}"/>
                </a:ext>
              </a:extLst>
            </p:cNvPr>
            <p:cNvSpPr>
              <a:spLocks/>
            </p:cNvSpPr>
            <p:nvPr/>
          </p:nvSpPr>
          <p:spPr bwMode="auto">
            <a:xfrm>
              <a:off x="104" y="0"/>
              <a:ext cx="16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50800" tIns="50800" rIns="50800" bIns="50800"/>
            <a:lstStyle>
              <a:lvl1pPr>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eaLnBrk="1" hangingPunct="1"/>
              <a:r>
                <a:rPr lang="en-US" altLang="en-US" sz="2400">
                  <a:solidFill>
                    <a:srgbClr val="FFFFFF"/>
                  </a:solidFill>
                </a:rPr>
                <a:t>Sprint planning</a:t>
              </a:r>
            </a:p>
          </p:txBody>
        </p:sp>
        <p:sp>
          <p:nvSpPr>
            <p:cNvPr id="50207" name="Rectangle 22">
              <a:extLst>
                <a:ext uri="{FF2B5EF4-FFF2-40B4-BE49-F238E27FC236}">
                  <a16:creationId xmlns:a16="http://schemas.microsoft.com/office/drawing/2014/main" id="{F64B97CB-37CC-DD86-3F42-8AE8A3C36AB4}"/>
                </a:ext>
              </a:extLst>
            </p:cNvPr>
            <p:cNvSpPr>
              <a:spLocks/>
            </p:cNvSpPr>
            <p:nvPr/>
          </p:nvSpPr>
          <p:spPr bwMode="auto">
            <a:xfrm>
              <a:off x="40" y="336"/>
              <a:ext cx="2896" cy="1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50800" tIns="50800" rIns="50800" bIns="50800"/>
            <a:lstStyle>
              <a:lvl1pPr marL="280988" indent="-280988">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eaLnBrk="1" hangingPunct="1">
                <a:buClr>
                  <a:srgbClr val="FFFFFF"/>
                </a:buClr>
                <a:buSzPct val="125000"/>
                <a:buFont typeface="Gill Sans" panose="020B0502020104020203" pitchFamily="34" charset="-79"/>
                <a:buChar char="•"/>
              </a:pPr>
              <a:r>
                <a:rPr lang="en-US" altLang="en-US" sz="2300">
                  <a:solidFill>
                    <a:srgbClr val="FFFFFF"/>
                  </a:solidFill>
                </a:rPr>
                <a:t>Decide how to achieve sprint goal (design)</a:t>
              </a:r>
            </a:p>
            <a:p>
              <a:pPr eaLnBrk="1" hangingPunct="1">
                <a:buClr>
                  <a:srgbClr val="FFFFFF"/>
                </a:buClr>
                <a:buSzPct val="125000"/>
                <a:buFont typeface="Gill Sans" panose="020B0502020104020203" pitchFamily="34" charset="-79"/>
                <a:buChar char="•"/>
              </a:pPr>
              <a:r>
                <a:rPr lang="en-US" altLang="en-US" sz="2300">
                  <a:solidFill>
                    <a:srgbClr val="FFFFFF"/>
                  </a:solidFill>
                </a:rPr>
                <a:t>Create sprint backlog (tasks) from product backlog items (user stories / features)</a:t>
              </a:r>
            </a:p>
            <a:p>
              <a:pPr eaLnBrk="1" hangingPunct="1">
                <a:buClr>
                  <a:srgbClr val="FFFFFF"/>
                </a:buClr>
                <a:buSzPct val="125000"/>
                <a:buFont typeface="Gill Sans" panose="020B0502020104020203" pitchFamily="34" charset="-79"/>
                <a:buChar char="•"/>
              </a:pPr>
              <a:r>
                <a:rPr lang="en-US" altLang="en-US" sz="2300">
                  <a:solidFill>
                    <a:srgbClr val="FFFFFF"/>
                  </a:solidFill>
                </a:rPr>
                <a:t>Estimate sprint backlog in hours</a:t>
              </a:r>
            </a:p>
          </p:txBody>
        </p:sp>
      </p:grpSp>
      <p:grpSp>
        <p:nvGrpSpPr>
          <p:cNvPr id="27671" name="Group 23">
            <a:extLst>
              <a:ext uri="{FF2B5EF4-FFF2-40B4-BE49-F238E27FC236}">
                <a16:creationId xmlns:a16="http://schemas.microsoft.com/office/drawing/2014/main" id="{0C2A6894-00DB-41C6-8AC1-1F8D830E46DA}"/>
              </a:ext>
            </a:extLst>
          </p:cNvPr>
          <p:cNvGrpSpPr>
            <a:grpSpLocks/>
          </p:cNvGrpSpPr>
          <p:nvPr/>
        </p:nvGrpSpPr>
        <p:grpSpPr bwMode="auto">
          <a:xfrm>
            <a:off x="7378700" y="2057400"/>
            <a:ext cx="2527300" cy="1155700"/>
            <a:chOff x="0" y="0"/>
            <a:chExt cx="1592" cy="728"/>
          </a:xfrm>
        </p:grpSpPr>
        <p:sp>
          <p:nvSpPr>
            <p:cNvPr id="50200" name="Line 24">
              <a:extLst>
                <a:ext uri="{FF2B5EF4-FFF2-40B4-BE49-F238E27FC236}">
                  <a16:creationId xmlns:a16="http://schemas.microsoft.com/office/drawing/2014/main" id="{4E1EA700-839A-3DDF-BCAC-7AF960E16FD1}"/>
                </a:ext>
              </a:extLst>
            </p:cNvPr>
            <p:cNvSpPr>
              <a:spLocks noChangeShapeType="1"/>
            </p:cNvSpPr>
            <p:nvPr/>
          </p:nvSpPr>
          <p:spPr bwMode="auto">
            <a:xfrm flipH="1">
              <a:off x="0" y="363"/>
              <a:ext cx="520" cy="0"/>
            </a:xfrm>
            <a:prstGeom prst="line">
              <a:avLst/>
            </a:prstGeom>
            <a:noFill/>
            <a:ln w="38100">
              <a:solidFill>
                <a:schemeClr val="tx1"/>
              </a:solidFill>
              <a:round/>
              <a:headEnd type="stealth" w="med" len="med"/>
              <a:tailEnd/>
            </a:ln>
            <a:extLst>
              <a:ext uri="{909E8E84-426E-40DD-AFC4-6F175D3DCCD1}">
                <a14:hiddenFill xmlns:a14="http://schemas.microsoft.com/office/drawing/2010/main">
                  <a:noFill/>
                </a14:hiddenFill>
              </a:ext>
            </a:extLst>
          </p:spPr>
          <p:txBody>
            <a:bodyPr/>
            <a:lstStyle/>
            <a:p>
              <a:endParaRPr lang="en-US"/>
            </a:p>
          </p:txBody>
        </p:sp>
        <p:sp>
          <p:nvSpPr>
            <p:cNvPr id="27673" name="AutoShape 25">
              <a:extLst>
                <a:ext uri="{FF2B5EF4-FFF2-40B4-BE49-F238E27FC236}">
                  <a16:creationId xmlns:a16="http://schemas.microsoft.com/office/drawing/2014/main" id="{CA12351D-BBE5-670D-14FF-E167A8741BF2}"/>
                </a:ext>
              </a:extLst>
            </p:cNvPr>
            <p:cNvSpPr>
              <a:spLocks/>
            </p:cNvSpPr>
            <p:nvPr/>
          </p:nvSpPr>
          <p:spPr bwMode="auto">
            <a:xfrm>
              <a:off x="528" y="0"/>
              <a:ext cx="1064" cy="728"/>
            </a:xfrm>
            <a:prstGeom prst="roundRect">
              <a:avLst>
                <a:gd name="adj" fmla="val 26370"/>
              </a:avLst>
            </a:prstGeom>
            <a:blipFill dpi="0" rotWithShape="0">
              <a:blip r:embed="rId5"/>
              <a:srcRect/>
              <a:tile tx="0" ty="0" sx="100000" sy="100000" flip="none" algn="tl"/>
            </a:blipFill>
            <a:ln w="25400">
              <a:solidFill>
                <a:srgbClr val="910000"/>
              </a:solidFill>
              <a:round/>
              <a:headEnd/>
              <a:tailEnd/>
            </a:ln>
            <a:effectLst>
              <a:outerShdw blurRad="114300" dist="63500" dir="2700000" algn="ctr" rotWithShape="0">
                <a:schemeClr val="bg2">
                  <a:alpha val="29999"/>
                </a:schemeClr>
              </a:outerShdw>
            </a:effectLst>
          </p:spPr>
          <p:txBody>
            <a:bodyPr lIns="0" tIns="0" rIns="0" bIns="0" anchor="ctr"/>
            <a:lstStyle/>
            <a:p>
              <a:pPr algn="ctr" eaLnBrk="1" hangingPunct="1">
                <a:tabLst>
                  <a:tab pos="1066800" algn="l"/>
                </a:tabLst>
                <a:defRPr/>
              </a:pPr>
              <a:r>
                <a:rPr lang="en-US">
                  <a:solidFill>
                    <a:srgbClr val="E3F0FF"/>
                  </a:solidFill>
                  <a:latin typeface="Gill Sans" pitchFamily="80" charset="0"/>
                  <a:ea typeface="Gill Sans" pitchFamily="80" charset="0"/>
                  <a:cs typeface="Gill Sans" pitchFamily="80" charset="0"/>
                  <a:sym typeface="Gill Sans" pitchFamily="80" charset="0"/>
                </a:rPr>
                <a:t>Sprint</a:t>
              </a:r>
            </a:p>
            <a:p>
              <a:pPr algn="ctr" eaLnBrk="1" hangingPunct="1">
                <a:tabLst>
                  <a:tab pos="1066800" algn="l"/>
                </a:tabLst>
                <a:defRPr/>
              </a:pPr>
              <a:r>
                <a:rPr lang="en-US">
                  <a:solidFill>
                    <a:srgbClr val="E3F0FF"/>
                  </a:solidFill>
                  <a:latin typeface="Gill Sans" pitchFamily="80" charset="0"/>
                  <a:ea typeface="Gill Sans" pitchFamily="80" charset="0"/>
                  <a:cs typeface="Gill Sans" pitchFamily="80" charset="0"/>
                  <a:sym typeface="Gill Sans" pitchFamily="80" charset="0"/>
                </a:rPr>
                <a:t>goal</a:t>
              </a:r>
            </a:p>
          </p:txBody>
        </p:sp>
      </p:grpSp>
      <p:sp>
        <p:nvSpPr>
          <p:cNvPr id="50187" name="Line 26">
            <a:extLst>
              <a:ext uri="{FF2B5EF4-FFF2-40B4-BE49-F238E27FC236}">
                <a16:creationId xmlns:a16="http://schemas.microsoft.com/office/drawing/2014/main" id="{E93AFDF9-B036-FF5C-BE4C-4DCD038662B2}"/>
              </a:ext>
            </a:extLst>
          </p:cNvPr>
          <p:cNvSpPr>
            <a:spLocks noChangeShapeType="1"/>
          </p:cNvSpPr>
          <p:nvPr/>
        </p:nvSpPr>
        <p:spPr bwMode="auto">
          <a:xfrm flipH="1">
            <a:off x="1809750" y="1500188"/>
            <a:ext cx="654050" cy="0"/>
          </a:xfrm>
          <a:prstGeom prst="line">
            <a:avLst/>
          </a:prstGeom>
          <a:noFill/>
          <a:ln w="38100">
            <a:solidFill>
              <a:schemeClr val="tx1"/>
            </a:solidFill>
            <a:round/>
            <a:headEnd type="stealth" w="med" len="med"/>
            <a:tailEnd/>
          </a:ln>
          <a:extLst>
            <a:ext uri="{909E8E84-426E-40DD-AFC4-6F175D3DCCD1}">
              <a14:hiddenFill xmlns:a14="http://schemas.microsoft.com/office/drawing/2010/main">
                <a:noFill/>
              </a14:hiddenFill>
            </a:ext>
          </a:extLst>
        </p:spPr>
        <p:txBody>
          <a:bodyPr/>
          <a:lstStyle/>
          <a:p>
            <a:endParaRPr lang="en-US"/>
          </a:p>
        </p:txBody>
      </p:sp>
      <p:grpSp>
        <p:nvGrpSpPr>
          <p:cNvPr id="27675" name="Group 27">
            <a:extLst>
              <a:ext uri="{FF2B5EF4-FFF2-40B4-BE49-F238E27FC236}">
                <a16:creationId xmlns:a16="http://schemas.microsoft.com/office/drawing/2014/main" id="{5230ADBE-0687-595D-2B32-09C2D89E488F}"/>
              </a:ext>
            </a:extLst>
          </p:cNvPr>
          <p:cNvGrpSpPr>
            <a:grpSpLocks/>
          </p:cNvGrpSpPr>
          <p:nvPr/>
        </p:nvGrpSpPr>
        <p:grpSpPr bwMode="auto">
          <a:xfrm>
            <a:off x="7378700" y="4622800"/>
            <a:ext cx="2527300" cy="1155700"/>
            <a:chOff x="0" y="0"/>
            <a:chExt cx="1592" cy="728"/>
          </a:xfrm>
        </p:grpSpPr>
        <p:sp>
          <p:nvSpPr>
            <p:cNvPr id="27676" name="AutoShape 28">
              <a:extLst>
                <a:ext uri="{FF2B5EF4-FFF2-40B4-BE49-F238E27FC236}">
                  <a16:creationId xmlns:a16="http://schemas.microsoft.com/office/drawing/2014/main" id="{E31988D4-F950-6C95-D438-BFF3BE7ADD37}"/>
                </a:ext>
              </a:extLst>
            </p:cNvPr>
            <p:cNvSpPr>
              <a:spLocks/>
            </p:cNvSpPr>
            <p:nvPr/>
          </p:nvSpPr>
          <p:spPr bwMode="auto">
            <a:xfrm>
              <a:off x="528" y="0"/>
              <a:ext cx="1064" cy="728"/>
            </a:xfrm>
            <a:prstGeom prst="roundRect">
              <a:avLst>
                <a:gd name="adj" fmla="val 26370"/>
              </a:avLst>
            </a:prstGeom>
            <a:blipFill dpi="0" rotWithShape="0">
              <a:blip r:embed="rId5"/>
              <a:srcRect/>
              <a:tile tx="0" ty="0" sx="100000" sy="100000" flip="none" algn="tl"/>
            </a:blipFill>
            <a:ln w="25400">
              <a:solidFill>
                <a:srgbClr val="910000"/>
              </a:solidFill>
              <a:round/>
              <a:headEnd/>
              <a:tailEnd/>
            </a:ln>
            <a:effectLst>
              <a:outerShdw blurRad="114300" dist="63500" dir="2700000" algn="ctr" rotWithShape="0">
                <a:schemeClr val="bg2">
                  <a:alpha val="29999"/>
                </a:schemeClr>
              </a:outerShdw>
            </a:effectLst>
          </p:spPr>
          <p:txBody>
            <a:bodyPr lIns="0" tIns="0" rIns="0" bIns="0" anchor="ctr"/>
            <a:lstStyle/>
            <a:p>
              <a:pPr algn="ctr" eaLnBrk="1" hangingPunct="1">
                <a:tabLst>
                  <a:tab pos="1066800" algn="l"/>
                </a:tabLst>
                <a:defRPr/>
              </a:pPr>
              <a:r>
                <a:rPr lang="en-US">
                  <a:solidFill>
                    <a:srgbClr val="E3F0FF"/>
                  </a:solidFill>
                  <a:latin typeface="Gill Sans" pitchFamily="80" charset="0"/>
                  <a:ea typeface="Gill Sans" pitchFamily="80" charset="0"/>
                  <a:cs typeface="Gill Sans" pitchFamily="80" charset="0"/>
                  <a:sym typeface="Gill Sans" pitchFamily="80" charset="0"/>
                </a:rPr>
                <a:t>Sprint</a:t>
              </a:r>
            </a:p>
            <a:p>
              <a:pPr algn="ctr" eaLnBrk="1" hangingPunct="1">
                <a:tabLst>
                  <a:tab pos="1066800" algn="l"/>
                </a:tabLst>
                <a:defRPr/>
              </a:pPr>
              <a:r>
                <a:rPr lang="en-US">
                  <a:solidFill>
                    <a:srgbClr val="E3F0FF"/>
                  </a:solidFill>
                  <a:latin typeface="Gill Sans" pitchFamily="80" charset="0"/>
                  <a:ea typeface="Gill Sans" pitchFamily="80" charset="0"/>
                  <a:cs typeface="Gill Sans" pitchFamily="80" charset="0"/>
                  <a:sym typeface="Gill Sans" pitchFamily="80" charset="0"/>
                </a:rPr>
                <a:t>backlog</a:t>
              </a:r>
            </a:p>
          </p:txBody>
        </p:sp>
        <p:sp>
          <p:nvSpPr>
            <p:cNvPr id="50199" name="Line 29">
              <a:extLst>
                <a:ext uri="{FF2B5EF4-FFF2-40B4-BE49-F238E27FC236}">
                  <a16:creationId xmlns:a16="http://schemas.microsoft.com/office/drawing/2014/main" id="{98A7A6C6-5C17-B290-47AB-2D6CA7828103}"/>
                </a:ext>
              </a:extLst>
            </p:cNvPr>
            <p:cNvSpPr>
              <a:spLocks noChangeShapeType="1"/>
            </p:cNvSpPr>
            <p:nvPr/>
          </p:nvSpPr>
          <p:spPr bwMode="auto">
            <a:xfrm flipH="1">
              <a:off x="0" y="363"/>
              <a:ext cx="520" cy="0"/>
            </a:xfrm>
            <a:prstGeom prst="line">
              <a:avLst/>
            </a:prstGeom>
            <a:noFill/>
            <a:ln w="38100">
              <a:solidFill>
                <a:schemeClr val="tx1"/>
              </a:solidFill>
              <a:round/>
              <a:headEnd type="stealth" w="med" len="med"/>
              <a:tailEnd/>
            </a:ln>
            <a:extLst>
              <a:ext uri="{909E8E84-426E-40DD-AFC4-6F175D3DCCD1}">
                <a14:hiddenFill xmlns:a14="http://schemas.microsoft.com/office/drawing/2010/main">
                  <a:noFill/>
                </a14:hiddenFill>
              </a:ext>
            </a:extLst>
          </p:spPr>
          <p:txBody>
            <a:bodyPr/>
            <a:lstStyle/>
            <a:p>
              <a:endParaRPr lang="en-US"/>
            </a:p>
          </p:txBody>
        </p:sp>
      </p:grpSp>
      <p:sp>
        <p:nvSpPr>
          <p:cNvPr id="27678" name="AutoShape 30">
            <a:extLst>
              <a:ext uri="{FF2B5EF4-FFF2-40B4-BE49-F238E27FC236}">
                <a16:creationId xmlns:a16="http://schemas.microsoft.com/office/drawing/2014/main" id="{C968ADC7-9CA4-085E-B0D0-B8222E06FD33}"/>
              </a:ext>
            </a:extLst>
          </p:cNvPr>
          <p:cNvSpPr>
            <a:spLocks/>
          </p:cNvSpPr>
          <p:nvPr/>
        </p:nvSpPr>
        <p:spPr bwMode="auto">
          <a:xfrm>
            <a:off x="292100" y="3416300"/>
            <a:ext cx="1524000" cy="1016000"/>
          </a:xfrm>
          <a:prstGeom prst="roundRect">
            <a:avLst>
              <a:gd name="adj" fmla="val 30000"/>
            </a:avLst>
          </a:prstGeom>
          <a:blipFill dpi="0" rotWithShape="0">
            <a:blip r:embed="rId6"/>
            <a:srcRect/>
            <a:tile tx="0" ty="0" sx="100000" sy="100000" flip="none" algn="tl"/>
          </a:blipFill>
          <a:ln w="25400">
            <a:solidFill>
              <a:srgbClr val="750083"/>
            </a:solidFill>
            <a:round/>
            <a:headEnd/>
            <a:tailEnd/>
          </a:ln>
          <a:effectLst>
            <a:outerShdw blurRad="114300" dist="63500" dir="2700000" algn="ctr" rotWithShape="0">
              <a:schemeClr val="bg2">
                <a:alpha val="29999"/>
              </a:schemeClr>
            </a:outerShdw>
          </a:effectLst>
        </p:spPr>
        <p:txBody>
          <a:bodyPr lIns="0" tIns="0" rIns="0" bIns="0" anchor="ctr"/>
          <a:lstStyle/>
          <a:p>
            <a:pPr algn="ctr" eaLnBrk="1" hangingPunct="1">
              <a:tabLst>
                <a:tab pos="1066800" algn="l"/>
              </a:tabLst>
              <a:defRPr/>
            </a:pPr>
            <a:r>
              <a:rPr lang="en-US" sz="2000">
                <a:solidFill>
                  <a:srgbClr val="E3F0FF"/>
                </a:solidFill>
                <a:latin typeface="Gill Sans" pitchFamily="80" charset="0"/>
                <a:ea typeface="Gill Sans" pitchFamily="80" charset="0"/>
                <a:cs typeface="Gill Sans" pitchFamily="80" charset="0"/>
                <a:sym typeface="Gill Sans" pitchFamily="80" charset="0"/>
              </a:rPr>
              <a:t>Business conditions</a:t>
            </a:r>
          </a:p>
        </p:txBody>
      </p:sp>
      <p:sp>
        <p:nvSpPr>
          <p:cNvPr id="27679" name="AutoShape 31">
            <a:extLst>
              <a:ext uri="{FF2B5EF4-FFF2-40B4-BE49-F238E27FC236}">
                <a16:creationId xmlns:a16="http://schemas.microsoft.com/office/drawing/2014/main" id="{3F5435A2-476C-F84B-8597-16F9BAE103AD}"/>
              </a:ext>
            </a:extLst>
          </p:cNvPr>
          <p:cNvSpPr>
            <a:spLocks/>
          </p:cNvSpPr>
          <p:nvPr/>
        </p:nvSpPr>
        <p:spPr bwMode="auto">
          <a:xfrm>
            <a:off x="292100" y="1003300"/>
            <a:ext cx="1524000" cy="1016000"/>
          </a:xfrm>
          <a:prstGeom prst="roundRect">
            <a:avLst>
              <a:gd name="adj" fmla="val 30000"/>
            </a:avLst>
          </a:prstGeom>
          <a:blipFill dpi="0" rotWithShape="0">
            <a:blip r:embed="rId6"/>
            <a:srcRect/>
            <a:tile tx="0" ty="0" sx="100000" sy="100000" flip="none" algn="tl"/>
          </a:blipFill>
          <a:ln w="25400">
            <a:solidFill>
              <a:srgbClr val="750083"/>
            </a:solidFill>
            <a:round/>
            <a:headEnd/>
            <a:tailEnd/>
          </a:ln>
          <a:effectLst>
            <a:outerShdw blurRad="114300" dist="63500" dir="2700000" algn="ctr" rotWithShape="0">
              <a:schemeClr val="bg2">
                <a:alpha val="29999"/>
              </a:schemeClr>
            </a:outerShdw>
          </a:effectLst>
        </p:spPr>
        <p:txBody>
          <a:bodyPr lIns="0" tIns="0" rIns="0" bIns="0" anchor="ctr"/>
          <a:lstStyle/>
          <a:p>
            <a:pPr algn="ctr" eaLnBrk="1" hangingPunct="1">
              <a:tabLst>
                <a:tab pos="1066800" algn="l"/>
              </a:tabLst>
              <a:defRPr/>
            </a:pPr>
            <a:r>
              <a:rPr lang="en-US" sz="2000">
                <a:solidFill>
                  <a:srgbClr val="E3F0FF"/>
                </a:solidFill>
                <a:latin typeface="Gill Sans" pitchFamily="80" charset="0"/>
                <a:ea typeface="Gill Sans" pitchFamily="80" charset="0"/>
                <a:cs typeface="Gill Sans" pitchFamily="80" charset="0"/>
                <a:sym typeface="Gill Sans" pitchFamily="80" charset="0"/>
              </a:rPr>
              <a:t>Team capacity</a:t>
            </a:r>
          </a:p>
        </p:txBody>
      </p:sp>
      <p:sp>
        <p:nvSpPr>
          <p:cNvPr id="27680" name="AutoShape 32">
            <a:extLst>
              <a:ext uri="{FF2B5EF4-FFF2-40B4-BE49-F238E27FC236}">
                <a16:creationId xmlns:a16="http://schemas.microsoft.com/office/drawing/2014/main" id="{20DC4D07-4F79-D5EA-305C-E5826228F633}"/>
              </a:ext>
            </a:extLst>
          </p:cNvPr>
          <p:cNvSpPr>
            <a:spLocks/>
          </p:cNvSpPr>
          <p:nvPr/>
        </p:nvSpPr>
        <p:spPr bwMode="auto">
          <a:xfrm>
            <a:off x="292100" y="2209800"/>
            <a:ext cx="1524000" cy="1016000"/>
          </a:xfrm>
          <a:prstGeom prst="roundRect">
            <a:avLst>
              <a:gd name="adj" fmla="val 30000"/>
            </a:avLst>
          </a:prstGeom>
          <a:blipFill dpi="0" rotWithShape="0">
            <a:blip r:embed="rId6"/>
            <a:srcRect/>
            <a:tile tx="0" ty="0" sx="100000" sy="100000" flip="none" algn="tl"/>
          </a:blipFill>
          <a:ln w="25400">
            <a:solidFill>
              <a:srgbClr val="750083"/>
            </a:solidFill>
            <a:round/>
            <a:headEnd/>
            <a:tailEnd/>
          </a:ln>
          <a:effectLst>
            <a:outerShdw blurRad="114300" dist="63500" dir="2700000" algn="ctr" rotWithShape="0">
              <a:schemeClr val="bg2">
                <a:alpha val="29999"/>
              </a:schemeClr>
            </a:outerShdw>
          </a:effectLst>
        </p:spPr>
        <p:txBody>
          <a:bodyPr lIns="0" tIns="0" rIns="0" bIns="0" anchor="ctr"/>
          <a:lstStyle/>
          <a:p>
            <a:pPr algn="ctr" eaLnBrk="1" hangingPunct="1">
              <a:tabLst>
                <a:tab pos="1066800" algn="l"/>
              </a:tabLst>
              <a:defRPr/>
            </a:pPr>
            <a:r>
              <a:rPr lang="en-US" sz="2000">
                <a:solidFill>
                  <a:srgbClr val="E3F0FF"/>
                </a:solidFill>
                <a:latin typeface="Gill Sans" pitchFamily="80" charset="0"/>
                <a:ea typeface="Gill Sans" pitchFamily="80" charset="0"/>
                <a:cs typeface="Gill Sans" pitchFamily="80" charset="0"/>
                <a:sym typeface="Gill Sans" pitchFamily="80" charset="0"/>
              </a:rPr>
              <a:t>Product backlog</a:t>
            </a:r>
          </a:p>
        </p:txBody>
      </p:sp>
      <p:sp>
        <p:nvSpPr>
          <p:cNvPr id="27681" name="AutoShape 33">
            <a:extLst>
              <a:ext uri="{FF2B5EF4-FFF2-40B4-BE49-F238E27FC236}">
                <a16:creationId xmlns:a16="http://schemas.microsoft.com/office/drawing/2014/main" id="{AA0EEFCF-BA08-8AC8-E051-5C35BE080562}"/>
              </a:ext>
            </a:extLst>
          </p:cNvPr>
          <p:cNvSpPr>
            <a:spLocks/>
          </p:cNvSpPr>
          <p:nvPr/>
        </p:nvSpPr>
        <p:spPr bwMode="auto">
          <a:xfrm>
            <a:off x="292100" y="5829300"/>
            <a:ext cx="1524000" cy="1016000"/>
          </a:xfrm>
          <a:prstGeom prst="roundRect">
            <a:avLst>
              <a:gd name="adj" fmla="val 30000"/>
            </a:avLst>
          </a:prstGeom>
          <a:blipFill dpi="0" rotWithShape="0">
            <a:blip r:embed="rId6"/>
            <a:srcRect/>
            <a:tile tx="0" ty="0" sx="100000" sy="100000" flip="none" algn="tl"/>
          </a:blipFill>
          <a:ln w="25400">
            <a:solidFill>
              <a:srgbClr val="750083"/>
            </a:solidFill>
            <a:round/>
            <a:headEnd/>
            <a:tailEnd/>
          </a:ln>
          <a:effectLst>
            <a:outerShdw blurRad="114300" dist="63500" dir="2700000" algn="ctr" rotWithShape="0">
              <a:schemeClr val="bg2">
                <a:alpha val="29999"/>
              </a:schemeClr>
            </a:outerShdw>
          </a:effectLst>
        </p:spPr>
        <p:txBody>
          <a:bodyPr lIns="0" tIns="0" rIns="0" bIns="0" anchor="ctr"/>
          <a:lstStyle/>
          <a:p>
            <a:pPr algn="ctr" eaLnBrk="1" hangingPunct="1">
              <a:tabLst>
                <a:tab pos="1066800" algn="l"/>
              </a:tabLst>
              <a:defRPr/>
            </a:pPr>
            <a:r>
              <a:rPr lang="en-US" sz="2000" dirty="0">
                <a:solidFill>
                  <a:srgbClr val="E3F0FF"/>
                </a:solidFill>
                <a:latin typeface="Gill Sans" pitchFamily="80" charset="0"/>
                <a:ea typeface="Gill Sans" pitchFamily="80" charset="0"/>
                <a:cs typeface="Gill Sans" pitchFamily="80" charset="0"/>
                <a:sym typeface="Gill Sans" pitchFamily="80" charset="0"/>
              </a:rPr>
              <a:t>Technology</a:t>
            </a:r>
          </a:p>
        </p:txBody>
      </p:sp>
      <p:sp>
        <p:nvSpPr>
          <p:cNvPr id="27682" name="AutoShape 34">
            <a:extLst>
              <a:ext uri="{FF2B5EF4-FFF2-40B4-BE49-F238E27FC236}">
                <a16:creationId xmlns:a16="http://schemas.microsoft.com/office/drawing/2014/main" id="{C1FA1EAC-EB64-EDC7-ACE7-EE18F968B01E}"/>
              </a:ext>
            </a:extLst>
          </p:cNvPr>
          <p:cNvSpPr>
            <a:spLocks/>
          </p:cNvSpPr>
          <p:nvPr/>
        </p:nvSpPr>
        <p:spPr bwMode="auto">
          <a:xfrm>
            <a:off x="292100" y="4622800"/>
            <a:ext cx="1524000" cy="1016000"/>
          </a:xfrm>
          <a:prstGeom prst="roundRect">
            <a:avLst>
              <a:gd name="adj" fmla="val 30000"/>
            </a:avLst>
          </a:prstGeom>
          <a:blipFill dpi="0" rotWithShape="0">
            <a:blip r:embed="rId6"/>
            <a:srcRect/>
            <a:tile tx="0" ty="0" sx="100000" sy="100000" flip="none" algn="tl"/>
          </a:blipFill>
          <a:ln w="25400">
            <a:solidFill>
              <a:srgbClr val="750083"/>
            </a:solidFill>
            <a:round/>
            <a:headEnd/>
            <a:tailEnd/>
          </a:ln>
          <a:effectLst>
            <a:outerShdw blurRad="114300" dist="63500" dir="2700000" algn="ctr" rotWithShape="0">
              <a:schemeClr val="bg2">
                <a:alpha val="29999"/>
              </a:schemeClr>
            </a:outerShdw>
          </a:effectLst>
        </p:spPr>
        <p:txBody>
          <a:bodyPr lIns="0" tIns="0" rIns="0" bIns="0" anchor="ctr"/>
          <a:lstStyle/>
          <a:p>
            <a:pPr algn="ctr" eaLnBrk="1" hangingPunct="1">
              <a:tabLst>
                <a:tab pos="1066800" algn="l"/>
              </a:tabLst>
              <a:defRPr/>
            </a:pPr>
            <a:r>
              <a:rPr lang="en-US" sz="2000">
                <a:solidFill>
                  <a:srgbClr val="E3F0FF"/>
                </a:solidFill>
                <a:latin typeface="Gill Sans" pitchFamily="80" charset="0"/>
                <a:ea typeface="Gill Sans" pitchFamily="80" charset="0"/>
                <a:cs typeface="Gill Sans" pitchFamily="80" charset="0"/>
                <a:sym typeface="Gill Sans" pitchFamily="80" charset="0"/>
              </a:rPr>
              <a:t>Current product</a:t>
            </a:r>
          </a:p>
        </p:txBody>
      </p:sp>
      <p:sp>
        <p:nvSpPr>
          <p:cNvPr id="50194" name="Line 35">
            <a:extLst>
              <a:ext uri="{FF2B5EF4-FFF2-40B4-BE49-F238E27FC236}">
                <a16:creationId xmlns:a16="http://schemas.microsoft.com/office/drawing/2014/main" id="{9E2F0E69-7E90-586E-0024-FCDFD74F5131}"/>
              </a:ext>
            </a:extLst>
          </p:cNvPr>
          <p:cNvSpPr>
            <a:spLocks noChangeShapeType="1"/>
          </p:cNvSpPr>
          <p:nvPr/>
        </p:nvSpPr>
        <p:spPr bwMode="auto">
          <a:xfrm flipH="1">
            <a:off x="1809750" y="2706688"/>
            <a:ext cx="654050" cy="0"/>
          </a:xfrm>
          <a:prstGeom prst="line">
            <a:avLst/>
          </a:prstGeom>
          <a:noFill/>
          <a:ln w="38100">
            <a:solidFill>
              <a:schemeClr val="tx1"/>
            </a:solidFill>
            <a:round/>
            <a:headEnd type="stealth" w="med" len="med"/>
            <a:tailEnd/>
          </a:ln>
          <a:extLst>
            <a:ext uri="{909E8E84-426E-40DD-AFC4-6F175D3DCCD1}">
              <a14:hiddenFill xmlns:a14="http://schemas.microsoft.com/office/drawing/2010/main">
                <a:noFill/>
              </a14:hiddenFill>
            </a:ext>
          </a:extLst>
        </p:spPr>
        <p:txBody>
          <a:bodyPr/>
          <a:lstStyle/>
          <a:p>
            <a:endParaRPr lang="en-US"/>
          </a:p>
        </p:txBody>
      </p:sp>
      <p:sp>
        <p:nvSpPr>
          <p:cNvPr id="50195" name="Line 36">
            <a:extLst>
              <a:ext uri="{FF2B5EF4-FFF2-40B4-BE49-F238E27FC236}">
                <a16:creationId xmlns:a16="http://schemas.microsoft.com/office/drawing/2014/main" id="{00CF5735-2CC9-D961-36AC-804EC56AD3A9}"/>
              </a:ext>
            </a:extLst>
          </p:cNvPr>
          <p:cNvSpPr>
            <a:spLocks noChangeShapeType="1"/>
          </p:cNvSpPr>
          <p:nvPr/>
        </p:nvSpPr>
        <p:spPr bwMode="auto">
          <a:xfrm flipH="1">
            <a:off x="1809750" y="3913188"/>
            <a:ext cx="654050" cy="0"/>
          </a:xfrm>
          <a:prstGeom prst="line">
            <a:avLst/>
          </a:prstGeom>
          <a:noFill/>
          <a:ln w="38100">
            <a:solidFill>
              <a:schemeClr val="tx1"/>
            </a:solidFill>
            <a:round/>
            <a:headEnd type="stealth" w="med" len="med"/>
            <a:tailEnd/>
          </a:ln>
          <a:extLst>
            <a:ext uri="{909E8E84-426E-40DD-AFC4-6F175D3DCCD1}">
              <a14:hiddenFill xmlns:a14="http://schemas.microsoft.com/office/drawing/2010/main">
                <a:noFill/>
              </a14:hiddenFill>
            </a:ext>
          </a:extLst>
        </p:spPr>
        <p:txBody>
          <a:bodyPr/>
          <a:lstStyle/>
          <a:p>
            <a:endParaRPr lang="en-US"/>
          </a:p>
        </p:txBody>
      </p:sp>
      <p:sp>
        <p:nvSpPr>
          <p:cNvPr id="50196" name="Line 37">
            <a:extLst>
              <a:ext uri="{FF2B5EF4-FFF2-40B4-BE49-F238E27FC236}">
                <a16:creationId xmlns:a16="http://schemas.microsoft.com/office/drawing/2014/main" id="{98D41FA8-C1F2-140C-08F6-FDC4279C0926}"/>
              </a:ext>
            </a:extLst>
          </p:cNvPr>
          <p:cNvSpPr>
            <a:spLocks noChangeShapeType="1"/>
          </p:cNvSpPr>
          <p:nvPr/>
        </p:nvSpPr>
        <p:spPr bwMode="auto">
          <a:xfrm flipH="1">
            <a:off x="1809750" y="5119688"/>
            <a:ext cx="654050" cy="0"/>
          </a:xfrm>
          <a:prstGeom prst="line">
            <a:avLst/>
          </a:prstGeom>
          <a:noFill/>
          <a:ln w="38100">
            <a:solidFill>
              <a:schemeClr val="tx1"/>
            </a:solidFill>
            <a:round/>
            <a:headEnd type="stealth" w="med" len="med"/>
            <a:tailEnd/>
          </a:ln>
          <a:extLst>
            <a:ext uri="{909E8E84-426E-40DD-AFC4-6F175D3DCCD1}">
              <a14:hiddenFill xmlns:a14="http://schemas.microsoft.com/office/drawing/2010/main">
                <a:noFill/>
              </a14:hiddenFill>
            </a:ext>
          </a:extLst>
        </p:spPr>
        <p:txBody>
          <a:bodyPr/>
          <a:lstStyle/>
          <a:p>
            <a:endParaRPr lang="en-US"/>
          </a:p>
        </p:txBody>
      </p:sp>
      <p:sp>
        <p:nvSpPr>
          <p:cNvPr id="50197" name="Line 38">
            <a:extLst>
              <a:ext uri="{FF2B5EF4-FFF2-40B4-BE49-F238E27FC236}">
                <a16:creationId xmlns:a16="http://schemas.microsoft.com/office/drawing/2014/main" id="{3DC1512A-9B02-AA4A-32EA-8EEF3457A5BE}"/>
              </a:ext>
            </a:extLst>
          </p:cNvPr>
          <p:cNvSpPr>
            <a:spLocks noChangeShapeType="1"/>
          </p:cNvSpPr>
          <p:nvPr/>
        </p:nvSpPr>
        <p:spPr bwMode="auto">
          <a:xfrm flipH="1">
            <a:off x="1809750" y="6326188"/>
            <a:ext cx="654050" cy="0"/>
          </a:xfrm>
          <a:prstGeom prst="line">
            <a:avLst/>
          </a:prstGeom>
          <a:noFill/>
          <a:ln w="38100">
            <a:solidFill>
              <a:schemeClr val="tx1"/>
            </a:solidFill>
            <a:round/>
            <a:headEnd type="stealth" w="med" len="med"/>
            <a:tailEnd/>
          </a:ln>
          <a:extLst>
            <a:ext uri="{909E8E84-426E-40DD-AFC4-6F175D3DCCD1}">
              <a14:hiddenFill xmlns:a14="http://schemas.microsoft.com/office/drawing/2010/main">
                <a:noFill/>
              </a14:hiddenFill>
            </a:ext>
          </a:extLst>
        </p:spPr>
        <p:txBody>
          <a:bodyPr/>
          <a:lstStyle/>
          <a:p>
            <a:endParaRPr lang="en-US"/>
          </a:p>
        </p:txBody>
      </p:sp>
    </p:spTree>
  </p:cSld>
  <p:clrMapOvr>
    <a:masterClrMapping/>
  </p:clrMapOvr>
  <p:transition spd="med">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27657"/>
                                        </p:tgtEl>
                                        <p:attrNameLst>
                                          <p:attrName>style.visibility</p:attrName>
                                        </p:attrNameLst>
                                      </p:cBhvr>
                                      <p:to>
                                        <p:strVal val="visible"/>
                                      </p:to>
                                    </p:set>
                                    <p:animEffect transition="in" filter="fade">
                                      <p:cBhvr>
                                        <p:cTn id="7" dur="500"/>
                                        <p:tgtEl>
                                          <p:spTgt spid="2765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27671"/>
                                        </p:tgtEl>
                                        <p:attrNameLst>
                                          <p:attrName>style.visibility</p:attrName>
                                        </p:attrNameLst>
                                      </p:cBhvr>
                                      <p:to>
                                        <p:strVal val="visible"/>
                                      </p:to>
                                    </p:set>
                                    <p:animEffect transition="in" filter="fade">
                                      <p:cBhvr>
                                        <p:cTn id="12" dur="500"/>
                                        <p:tgtEl>
                                          <p:spTgt spid="2767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nodeType="clickEffect">
                                  <p:stCondLst>
                                    <p:cond delay="0"/>
                                  </p:stCondLst>
                                  <p:childTnLst>
                                    <p:set>
                                      <p:cBhvr>
                                        <p:cTn id="16" dur="1" fill="hold">
                                          <p:stCondLst>
                                            <p:cond delay="0"/>
                                          </p:stCondLst>
                                        </p:cTn>
                                        <p:tgtEl>
                                          <p:spTgt spid="27664"/>
                                        </p:tgtEl>
                                        <p:attrNameLst>
                                          <p:attrName>style.visibility</p:attrName>
                                        </p:attrNameLst>
                                      </p:cBhvr>
                                      <p:to>
                                        <p:strVal val="visible"/>
                                      </p:to>
                                    </p:set>
                                    <p:animEffect transition="in" filter="fade">
                                      <p:cBhvr>
                                        <p:cTn id="17" dur="500"/>
                                        <p:tgtEl>
                                          <p:spTgt spid="2766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nodeType="clickEffect">
                                  <p:stCondLst>
                                    <p:cond delay="0"/>
                                  </p:stCondLst>
                                  <p:childTnLst>
                                    <p:set>
                                      <p:cBhvr>
                                        <p:cTn id="21" dur="1" fill="hold">
                                          <p:stCondLst>
                                            <p:cond delay="0"/>
                                          </p:stCondLst>
                                        </p:cTn>
                                        <p:tgtEl>
                                          <p:spTgt spid="27675"/>
                                        </p:tgtEl>
                                        <p:attrNameLst>
                                          <p:attrName>style.visibility</p:attrName>
                                        </p:attrNameLst>
                                      </p:cBhvr>
                                      <p:to>
                                        <p:strVal val="visible"/>
                                      </p:to>
                                    </p:set>
                                    <p:animEffect transition="in" filter="fade">
                                      <p:cBhvr>
                                        <p:cTn id="22" dur="500"/>
                                        <p:tgtEl>
                                          <p:spTgt spid="276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1">
            <a:extLst>
              <a:ext uri="{FF2B5EF4-FFF2-40B4-BE49-F238E27FC236}">
                <a16:creationId xmlns:a16="http://schemas.microsoft.com/office/drawing/2014/main" id="{B53833CF-E407-D0FE-BFEA-CEDB8868051E}"/>
              </a:ext>
            </a:extLst>
          </p:cNvPr>
          <p:cNvSpPr>
            <a:spLocks noGrp="1" noChangeArrowheads="1"/>
          </p:cNvSpPr>
          <p:nvPr>
            <p:ph type="title"/>
          </p:nvPr>
        </p:nvSpPr>
        <p:spPr/>
        <p:txBody>
          <a:bodyPr/>
          <a:lstStyle/>
          <a:p>
            <a:pPr eaLnBrk="1" hangingPunct="1"/>
            <a:r>
              <a:rPr lang="en-US" altLang="en-US"/>
              <a:t>Sprint planning</a:t>
            </a:r>
          </a:p>
        </p:txBody>
      </p:sp>
      <p:sp>
        <p:nvSpPr>
          <p:cNvPr id="52227" name="Rectangle 2">
            <a:extLst>
              <a:ext uri="{FF2B5EF4-FFF2-40B4-BE49-F238E27FC236}">
                <a16:creationId xmlns:a16="http://schemas.microsoft.com/office/drawing/2014/main" id="{3A471E81-798E-A0FF-1834-257473224B3F}"/>
              </a:ext>
            </a:extLst>
          </p:cNvPr>
          <p:cNvSpPr>
            <a:spLocks noGrp="1" noChangeArrowheads="1"/>
          </p:cNvSpPr>
          <p:nvPr>
            <p:ph type="body" idx="1"/>
          </p:nvPr>
        </p:nvSpPr>
        <p:spPr>
          <a:xfrm>
            <a:off x="342900" y="1217613"/>
            <a:ext cx="9461500" cy="3367087"/>
          </a:xfrm>
        </p:spPr>
        <p:txBody>
          <a:bodyPr/>
          <a:lstStyle/>
          <a:p>
            <a:pPr marL="698500" eaLnBrk="1" hangingPunct="1">
              <a:lnSpc>
                <a:spcPct val="80000"/>
              </a:lnSpc>
            </a:pPr>
            <a:r>
              <a:rPr lang="en-US" altLang="en-US" sz="3100"/>
              <a:t>Team selects items from the product backlog they can commit to completing</a:t>
            </a:r>
          </a:p>
          <a:p>
            <a:pPr marL="698500" eaLnBrk="1" hangingPunct="1">
              <a:lnSpc>
                <a:spcPct val="80000"/>
              </a:lnSpc>
              <a:spcBef>
                <a:spcPts val="1400"/>
              </a:spcBef>
            </a:pPr>
            <a:r>
              <a:rPr lang="en-US" altLang="en-US" sz="3100"/>
              <a:t>Sprint backlog is created</a:t>
            </a:r>
          </a:p>
          <a:p>
            <a:pPr marL="1041400" lvl="1" eaLnBrk="1" hangingPunct="1">
              <a:lnSpc>
                <a:spcPct val="80000"/>
              </a:lnSpc>
              <a:spcBef>
                <a:spcPts val="1400"/>
              </a:spcBef>
            </a:pPr>
            <a:r>
              <a:rPr lang="en-US" altLang="en-US" sz="2700"/>
              <a:t>Tasks are identified and each is estimated (1-16 hours)</a:t>
            </a:r>
          </a:p>
          <a:p>
            <a:pPr marL="1041400" lvl="1" eaLnBrk="1" hangingPunct="1">
              <a:lnSpc>
                <a:spcPct val="80000"/>
              </a:lnSpc>
              <a:spcBef>
                <a:spcPts val="1400"/>
              </a:spcBef>
            </a:pPr>
            <a:r>
              <a:rPr lang="en-US" altLang="en-US" sz="2700"/>
              <a:t>Collaboratively, not done alone by the ScrumMaster</a:t>
            </a:r>
          </a:p>
          <a:p>
            <a:pPr marL="698500" eaLnBrk="1" hangingPunct="1">
              <a:lnSpc>
                <a:spcPct val="80000"/>
              </a:lnSpc>
              <a:spcBef>
                <a:spcPts val="1400"/>
              </a:spcBef>
            </a:pPr>
            <a:r>
              <a:rPr lang="en-US" altLang="en-US" sz="3100"/>
              <a:t>High-level design is considered</a:t>
            </a:r>
          </a:p>
        </p:txBody>
      </p:sp>
      <p:sp>
        <p:nvSpPr>
          <p:cNvPr id="52228" name="Line 3">
            <a:extLst>
              <a:ext uri="{FF2B5EF4-FFF2-40B4-BE49-F238E27FC236}">
                <a16:creationId xmlns:a16="http://schemas.microsoft.com/office/drawing/2014/main" id="{A5C99C64-3341-821D-3BF2-02A921EAAD01}"/>
              </a:ext>
            </a:extLst>
          </p:cNvPr>
          <p:cNvSpPr>
            <a:spLocks noChangeShapeType="1"/>
          </p:cNvSpPr>
          <p:nvPr/>
        </p:nvSpPr>
        <p:spPr bwMode="auto">
          <a:xfrm flipH="1">
            <a:off x="4660900" y="5930900"/>
            <a:ext cx="639763" cy="0"/>
          </a:xfrm>
          <a:prstGeom prst="line">
            <a:avLst/>
          </a:prstGeom>
          <a:noFill/>
          <a:ln w="50800">
            <a:solidFill>
              <a:srgbClr val="577AB1">
                <a:alpha val="50195"/>
              </a:srgbClr>
            </a:solidFill>
            <a:round/>
            <a:headEnd type="stealth" w="med" len="med"/>
            <a:tailEnd/>
          </a:ln>
          <a:extLst>
            <a:ext uri="{909E8E84-426E-40DD-AFC4-6F175D3DCCD1}">
              <a14:hiddenFill xmlns:a14="http://schemas.microsoft.com/office/drawing/2010/main">
                <a:noFill/>
              </a14:hiddenFill>
            </a:ext>
          </a:extLst>
        </p:spPr>
        <p:txBody>
          <a:bodyPr/>
          <a:lstStyle/>
          <a:p>
            <a:endParaRPr lang="en-US"/>
          </a:p>
        </p:txBody>
      </p:sp>
      <p:sp>
        <p:nvSpPr>
          <p:cNvPr id="2" name="Rectangle 4">
            <a:extLst>
              <a:ext uri="{FF2B5EF4-FFF2-40B4-BE49-F238E27FC236}">
                <a16:creationId xmlns:a16="http://schemas.microsoft.com/office/drawing/2014/main" id="{AD4D2471-99BF-B682-A70E-304BB6429AEF}"/>
              </a:ext>
            </a:extLst>
          </p:cNvPr>
          <p:cNvSpPr>
            <a:spLocks noChangeArrowheads="1"/>
          </p:cNvSpPr>
          <p:nvPr/>
        </p:nvSpPr>
        <p:spPr bwMode="auto">
          <a:xfrm>
            <a:off x="769938" y="4613275"/>
            <a:ext cx="3898900" cy="2603500"/>
          </a:xfrm>
          <a:prstGeom prst="rect">
            <a:avLst/>
          </a:prstGeom>
          <a:blipFill dpi="0" rotWithShape="0">
            <a:blip r:embed="rId3"/>
            <a:srcRect/>
            <a:tile tx="0" ty="0" sx="100000" sy="100000" flip="none" algn="tl"/>
          </a:blipFill>
          <a:ln>
            <a:noFill/>
          </a:ln>
          <a:effectLst>
            <a:outerShdw blurRad="127000" dist="101599" dir="3119987" algn="ctr" rotWithShape="0">
              <a:schemeClr val="bg2">
                <a:alpha val="74997"/>
              </a:schemeClr>
            </a:outerShdw>
          </a:effectLst>
        </p:spPr>
        <p:txBody>
          <a:bodyPr lIns="152400" tIns="152400" rIns="152400" bIns="152400"/>
          <a:lstStyle/>
          <a:p>
            <a:pPr eaLnBrk="1" hangingPunct="1">
              <a:lnSpc>
                <a:spcPct val="90000"/>
              </a:lnSpc>
              <a:tabLst>
                <a:tab pos="457200" algn="l"/>
              </a:tabLst>
              <a:defRPr/>
            </a:pPr>
            <a:r>
              <a:rPr lang="en-US">
                <a:solidFill>
                  <a:schemeClr val="tx1"/>
                </a:solidFill>
                <a:latin typeface="Comic Sans MS" pitchFamily="80" charset="0"/>
                <a:ea typeface="Comic Sans MS" pitchFamily="80" charset="0"/>
                <a:cs typeface="Comic Sans MS" pitchFamily="80" charset="0"/>
                <a:sym typeface="Comic Sans MS" pitchFamily="80" charset="0"/>
              </a:rPr>
              <a:t>As a vacation planner, I want to see photos of the hotels.</a:t>
            </a:r>
          </a:p>
          <a:p>
            <a:pPr eaLnBrk="1" hangingPunct="1">
              <a:lnSpc>
                <a:spcPct val="90000"/>
              </a:lnSpc>
              <a:tabLst>
                <a:tab pos="457200" algn="l"/>
              </a:tabLst>
              <a:defRPr/>
            </a:pPr>
            <a:endParaRPr lang="en-US">
              <a:solidFill>
                <a:schemeClr val="tx1"/>
              </a:solidFill>
              <a:latin typeface="Comic Sans MS" pitchFamily="80" charset="0"/>
              <a:ea typeface="Comic Sans MS" pitchFamily="80" charset="0"/>
              <a:cs typeface="Comic Sans MS" pitchFamily="80" charset="0"/>
              <a:sym typeface="Comic Sans MS" pitchFamily="80" charset="0"/>
            </a:endParaRPr>
          </a:p>
        </p:txBody>
      </p:sp>
      <p:grpSp>
        <p:nvGrpSpPr>
          <p:cNvPr id="52230" name="Group 5">
            <a:extLst>
              <a:ext uri="{FF2B5EF4-FFF2-40B4-BE49-F238E27FC236}">
                <a16:creationId xmlns:a16="http://schemas.microsoft.com/office/drawing/2014/main" id="{4ADCC37A-11DC-4B5E-6CFE-A931A68DC84F}"/>
              </a:ext>
            </a:extLst>
          </p:cNvPr>
          <p:cNvGrpSpPr>
            <a:grpSpLocks/>
          </p:cNvGrpSpPr>
          <p:nvPr/>
        </p:nvGrpSpPr>
        <p:grpSpPr bwMode="auto">
          <a:xfrm>
            <a:off x="5308600" y="4787900"/>
            <a:ext cx="4521200" cy="2286000"/>
            <a:chOff x="0" y="0"/>
            <a:chExt cx="2848" cy="1440"/>
          </a:xfrm>
        </p:grpSpPr>
        <p:sp>
          <p:nvSpPr>
            <p:cNvPr id="3" name="AutoShape 6">
              <a:extLst>
                <a:ext uri="{FF2B5EF4-FFF2-40B4-BE49-F238E27FC236}">
                  <a16:creationId xmlns:a16="http://schemas.microsoft.com/office/drawing/2014/main" id="{93202A86-AB5E-4C20-C52B-F2EFA0320A90}"/>
                </a:ext>
              </a:extLst>
            </p:cNvPr>
            <p:cNvSpPr>
              <a:spLocks/>
            </p:cNvSpPr>
            <p:nvPr/>
          </p:nvSpPr>
          <p:spPr bwMode="auto">
            <a:xfrm>
              <a:off x="0" y="0"/>
              <a:ext cx="2848" cy="1440"/>
            </a:xfrm>
            <a:prstGeom prst="roundRect">
              <a:avLst>
                <a:gd name="adj" fmla="val 13333"/>
              </a:avLst>
            </a:prstGeom>
            <a:blipFill dpi="0" rotWithShape="0">
              <a:blip r:embed="rId4"/>
              <a:srcRect/>
              <a:tile tx="0" ty="0" sx="100000" sy="100000" flip="none" algn="tl"/>
            </a:blipFill>
            <a:ln w="25400">
              <a:solidFill>
                <a:srgbClr val="003C83"/>
              </a:solidFill>
              <a:round/>
              <a:headEnd/>
              <a:tailEnd/>
            </a:ln>
            <a:effectLst>
              <a:outerShdw blurRad="114300" dist="63500" dir="2700000" algn="ctr" rotWithShape="0">
                <a:schemeClr val="bg2">
                  <a:alpha val="29999"/>
                </a:schemeClr>
              </a:outerShdw>
            </a:effectLst>
          </p:spPr>
          <p:txBody>
            <a:bodyPr/>
            <a:lstStyle/>
            <a:p>
              <a:pPr algn="ctr" eaLnBrk="1" hangingPunct="1">
                <a:defRPr/>
              </a:pPr>
              <a:endParaRPr lang="en-US">
                <a:latin typeface="Gill Sans" pitchFamily="80" charset="0"/>
                <a:ea typeface="ヒラギノ角ゴ Pro W3" pitchFamily="80" charset="-128"/>
                <a:sym typeface="Gill Sans" pitchFamily="80" charset="0"/>
              </a:endParaRPr>
            </a:p>
          </p:txBody>
        </p:sp>
        <p:sp>
          <p:nvSpPr>
            <p:cNvPr id="52232" name="Rectangle 7">
              <a:extLst>
                <a:ext uri="{FF2B5EF4-FFF2-40B4-BE49-F238E27FC236}">
                  <a16:creationId xmlns:a16="http://schemas.microsoft.com/office/drawing/2014/main" id="{93EEC45B-76C5-2CF8-5047-136765AEA858}"/>
                </a:ext>
              </a:extLst>
            </p:cNvPr>
            <p:cNvSpPr>
              <a:spLocks/>
            </p:cNvSpPr>
            <p:nvPr/>
          </p:nvSpPr>
          <p:spPr bwMode="auto">
            <a:xfrm>
              <a:off x="40" y="48"/>
              <a:ext cx="2760" cy="1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50800" tIns="50800" rIns="50800" bIns="50800"/>
            <a:lstStyle>
              <a:lvl1pPr>
                <a:spcBef>
                  <a:spcPts val="1800"/>
                </a:spcBef>
                <a:buClr>
                  <a:srgbClr val="5F7BAE"/>
                </a:buClr>
                <a:buSzPct val="150000"/>
                <a:buFont typeface="Lucida Grande" panose="020B0600040502020204" pitchFamily="34" charset="0"/>
                <a:buChar char="•"/>
                <a:tabLst>
                  <a:tab pos="1066800" algn="l"/>
                </a:tabLst>
                <a:defRPr sz="36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spcBef>
                  <a:spcPts val="1800"/>
                </a:spcBef>
                <a:buSzPct val="150000"/>
                <a:buFont typeface="Lucida Grande" panose="020B0600040502020204" pitchFamily="34" charset="0"/>
                <a:buChar char="•"/>
                <a:tabLst>
                  <a:tab pos="1066800" algn="l"/>
                </a:tabLst>
                <a:defRPr sz="32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spcBef>
                  <a:spcPts val="1800"/>
                </a:spcBef>
                <a:buSzPct val="150000"/>
                <a:buFont typeface="Lucida Grande" panose="020B0600040502020204" pitchFamily="34" charset="0"/>
                <a:buChar char="•"/>
                <a:tabLst>
                  <a:tab pos="1066800" algn="l"/>
                </a:tabLst>
                <a:defRPr sz="28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spcBef>
                  <a:spcPts val="1800"/>
                </a:spcBef>
                <a:buSzPct val="150000"/>
                <a:buFont typeface="Lucida Grande" panose="020B0600040502020204" pitchFamily="34" charset="0"/>
                <a:buChar char="•"/>
                <a:tabLst>
                  <a:tab pos="1066800" algn="l"/>
                </a:tabLst>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spcBef>
                  <a:spcPts val="1800"/>
                </a:spcBef>
                <a:buSzPct val="150000"/>
                <a:buFont typeface="Lucida Grande" panose="020B0600040502020204" pitchFamily="34" charset="0"/>
                <a:buChar char="•"/>
                <a:tabLst>
                  <a:tab pos="1066800" algn="l"/>
                </a:tabLst>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ts val="1800"/>
                </a:spcBef>
                <a:spcAft>
                  <a:spcPct val="0"/>
                </a:spcAft>
                <a:buSzPct val="150000"/>
                <a:buFont typeface="Lucida Grande" panose="020B0600040502020204" pitchFamily="34" charset="0"/>
                <a:buChar char="•"/>
                <a:tabLst>
                  <a:tab pos="1066800" algn="l"/>
                </a:tabLst>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ts val="1800"/>
                </a:spcBef>
                <a:spcAft>
                  <a:spcPct val="0"/>
                </a:spcAft>
                <a:buSzPct val="150000"/>
                <a:buFont typeface="Lucida Grande" panose="020B0600040502020204" pitchFamily="34" charset="0"/>
                <a:buChar char="•"/>
                <a:tabLst>
                  <a:tab pos="1066800" algn="l"/>
                </a:tabLst>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ts val="1800"/>
                </a:spcBef>
                <a:spcAft>
                  <a:spcPct val="0"/>
                </a:spcAft>
                <a:buSzPct val="150000"/>
                <a:buFont typeface="Lucida Grande" panose="020B0600040502020204" pitchFamily="34" charset="0"/>
                <a:buChar char="•"/>
                <a:tabLst>
                  <a:tab pos="1066800" algn="l"/>
                </a:tabLst>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ts val="1800"/>
                </a:spcBef>
                <a:spcAft>
                  <a:spcPct val="0"/>
                </a:spcAft>
                <a:buSzPct val="150000"/>
                <a:buFont typeface="Lucida Grande" panose="020B0600040502020204" pitchFamily="34" charset="0"/>
                <a:buChar char="•"/>
                <a:tabLst>
                  <a:tab pos="1066800" algn="l"/>
                </a:tabLst>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eaLnBrk="1" hangingPunct="1">
                <a:spcBef>
                  <a:spcPct val="0"/>
                </a:spcBef>
                <a:buClrTx/>
                <a:buSzTx/>
                <a:buFontTx/>
                <a:buNone/>
              </a:pPr>
              <a:r>
                <a:rPr lang="en-US" altLang="en-US" sz="2200">
                  <a:solidFill>
                    <a:srgbClr val="FFFFFF"/>
                  </a:solidFill>
                </a:rPr>
                <a:t>Code the middle tier (8 hours)</a:t>
              </a:r>
            </a:p>
            <a:p>
              <a:pPr eaLnBrk="1" hangingPunct="1">
                <a:spcBef>
                  <a:spcPct val="0"/>
                </a:spcBef>
                <a:buClrTx/>
                <a:buSzTx/>
                <a:buFontTx/>
                <a:buNone/>
              </a:pPr>
              <a:r>
                <a:rPr lang="en-US" altLang="en-US" sz="2200">
                  <a:solidFill>
                    <a:srgbClr val="FFFFFF"/>
                  </a:solidFill>
                </a:rPr>
                <a:t>Code the user interface (4)</a:t>
              </a:r>
            </a:p>
            <a:p>
              <a:pPr eaLnBrk="1" hangingPunct="1">
                <a:spcBef>
                  <a:spcPct val="0"/>
                </a:spcBef>
                <a:buClrTx/>
                <a:buSzTx/>
                <a:buFontTx/>
                <a:buNone/>
              </a:pPr>
              <a:r>
                <a:rPr lang="en-US" altLang="en-US" sz="2200">
                  <a:solidFill>
                    <a:srgbClr val="FFFFFF"/>
                  </a:solidFill>
                </a:rPr>
                <a:t>Write test fixtures (4)</a:t>
              </a:r>
            </a:p>
            <a:p>
              <a:pPr eaLnBrk="1" hangingPunct="1">
                <a:spcBef>
                  <a:spcPct val="0"/>
                </a:spcBef>
                <a:buClrTx/>
                <a:buSzTx/>
                <a:buFontTx/>
                <a:buNone/>
              </a:pPr>
              <a:r>
                <a:rPr lang="en-US" altLang="en-US" sz="2200">
                  <a:solidFill>
                    <a:srgbClr val="FFFFFF"/>
                  </a:solidFill>
                </a:rPr>
                <a:t>Code the foo class (6)</a:t>
              </a:r>
            </a:p>
            <a:p>
              <a:pPr eaLnBrk="1" hangingPunct="1">
                <a:spcBef>
                  <a:spcPct val="0"/>
                </a:spcBef>
                <a:buClrTx/>
                <a:buSzTx/>
                <a:buFontTx/>
                <a:buNone/>
              </a:pPr>
              <a:r>
                <a:rPr lang="en-US" altLang="en-US" sz="2200">
                  <a:solidFill>
                    <a:srgbClr val="FFFFFF"/>
                  </a:solidFill>
                </a:rPr>
                <a:t>Update performance tests (4)</a:t>
              </a:r>
            </a:p>
          </p:txBody>
        </p:sp>
      </p:grpSp>
    </p:spTree>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1">
            <a:extLst>
              <a:ext uri="{FF2B5EF4-FFF2-40B4-BE49-F238E27FC236}">
                <a16:creationId xmlns:a16="http://schemas.microsoft.com/office/drawing/2014/main" id="{D8ECF45D-83E1-6ABB-CF05-99810E9E1B75}"/>
              </a:ext>
            </a:extLst>
          </p:cNvPr>
          <p:cNvSpPr>
            <a:spLocks noGrp="1" noChangeArrowheads="1"/>
          </p:cNvSpPr>
          <p:nvPr>
            <p:ph type="title"/>
          </p:nvPr>
        </p:nvSpPr>
        <p:spPr/>
        <p:txBody>
          <a:bodyPr/>
          <a:lstStyle/>
          <a:p>
            <a:pPr eaLnBrk="1" hangingPunct="1"/>
            <a:r>
              <a:rPr lang="en-US" altLang="en-US"/>
              <a:t>The daily scrum</a:t>
            </a:r>
          </a:p>
        </p:txBody>
      </p:sp>
      <p:sp>
        <p:nvSpPr>
          <p:cNvPr id="54275" name="Rectangle 2">
            <a:extLst>
              <a:ext uri="{FF2B5EF4-FFF2-40B4-BE49-F238E27FC236}">
                <a16:creationId xmlns:a16="http://schemas.microsoft.com/office/drawing/2014/main" id="{977607A8-BF4F-C01C-1EEF-278151E6F09C}"/>
              </a:ext>
            </a:extLst>
          </p:cNvPr>
          <p:cNvSpPr>
            <a:spLocks noGrp="1" noChangeArrowheads="1"/>
          </p:cNvSpPr>
          <p:nvPr>
            <p:ph type="body" idx="1"/>
          </p:nvPr>
        </p:nvSpPr>
        <p:spPr>
          <a:xfrm>
            <a:off x="342900" y="1600200"/>
            <a:ext cx="9461500" cy="5473700"/>
          </a:xfrm>
        </p:spPr>
        <p:txBody>
          <a:bodyPr/>
          <a:lstStyle/>
          <a:p>
            <a:pPr marL="698500" eaLnBrk="1" hangingPunct="1">
              <a:lnSpc>
                <a:spcPct val="80000"/>
              </a:lnSpc>
            </a:pPr>
            <a:r>
              <a:rPr lang="en-US" altLang="en-US"/>
              <a:t>Parameters</a:t>
            </a:r>
          </a:p>
          <a:p>
            <a:pPr marL="1041400" lvl="1" eaLnBrk="1" hangingPunct="1">
              <a:lnSpc>
                <a:spcPct val="80000"/>
              </a:lnSpc>
              <a:spcBef>
                <a:spcPts val="1500"/>
              </a:spcBef>
            </a:pPr>
            <a:r>
              <a:rPr lang="en-US" altLang="en-US"/>
              <a:t>Daily</a:t>
            </a:r>
          </a:p>
          <a:p>
            <a:pPr marL="1041400" lvl="1" eaLnBrk="1" hangingPunct="1">
              <a:lnSpc>
                <a:spcPct val="80000"/>
              </a:lnSpc>
              <a:spcBef>
                <a:spcPts val="1500"/>
              </a:spcBef>
            </a:pPr>
            <a:r>
              <a:rPr lang="en-US" altLang="en-US"/>
              <a:t>15-minutes</a:t>
            </a:r>
          </a:p>
          <a:p>
            <a:pPr marL="1041400" lvl="1" eaLnBrk="1" hangingPunct="1">
              <a:lnSpc>
                <a:spcPct val="80000"/>
              </a:lnSpc>
              <a:spcBef>
                <a:spcPts val="1500"/>
              </a:spcBef>
            </a:pPr>
            <a:r>
              <a:rPr lang="en-US" altLang="en-US"/>
              <a:t>Stand-up</a:t>
            </a:r>
          </a:p>
          <a:p>
            <a:pPr marL="698500" eaLnBrk="1" hangingPunct="1">
              <a:lnSpc>
                <a:spcPct val="80000"/>
              </a:lnSpc>
              <a:spcBef>
                <a:spcPts val="1500"/>
              </a:spcBef>
            </a:pPr>
            <a:r>
              <a:rPr lang="en-US" altLang="en-US"/>
              <a:t>Not for problem solving</a:t>
            </a:r>
          </a:p>
          <a:p>
            <a:pPr marL="1041400" lvl="1" eaLnBrk="1" hangingPunct="1">
              <a:lnSpc>
                <a:spcPct val="80000"/>
              </a:lnSpc>
              <a:spcBef>
                <a:spcPts val="1500"/>
              </a:spcBef>
            </a:pPr>
            <a:r>
              <a:rPr lang="en-US" altLang="en-US"/>
              <a:t>Whole world is invited</a:t>
            </a:r>
          </a:p>
          <a:p>
            <a:pPr marL="1041400" lvl="1" eaLnBrk="1" hangingPunct="1">
              <a:lnSpc>
                <a:spcPct val="80000"/>
              </a:lnSpc>
              <a:spcBef>
                <a:spcPts val="1500"/>
              </a:spcBef>
            </a:pPr>
            <a:r>
              <a:rPr lang="en-US" altLang="en-US"/>
              <a:t>Only team members, ScrumMaster, product owner, can talk</a:t>
            </a:r>
          </a:p>
          <a:p>
            <a:pPr marL="698500" eaLnBrk="1" hangingPunct="1">
              <a:lnSpc>
                <a:spcPct val="80000"/>
              </a:lnSpc>
              <a:spcBef>
                <a:spcPts val="1500"/>
              </a:spcBef>
            </a:pPr>
            <a:r>
              <a:rPr lang="en-US" altLang="en-US"/>
              <a:t>Helps avoid other unnecessary meetings</a:t>
            </a:r>
          </a:p>
        </p:txBody>
      </p:sp>
      <p:pic>
        <p:nvPicPr>
          <p:cNvPr id="54276" name="Picture 3">
            <a:extLst>
              <a:ext uri="{FF2B5EF4-FFF2-40B4-BE49-F238E27FC236}">
                <a16:creationId xmlns:a16="http://schemas.microsoft.com/office/drawing/2014/main" id="{64A28461-06F3-C58D-89D2-9989D6842B2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83250" y="785813"/>
            <a:ext cx="4127500" cy="309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spd="med">
    <p:dissolv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1">
            <a:extLst>
              <a:ext uri="{FF2B5EF4-FFF2-40B4-BE49-F238E27FC236}">
                <a16:creationId xmlns:a16="http://schemas.microsoft.com/office/drawing/2014/main" id="{FED9A862-20E0-22D2-62B1-A4A2B44AE2E7}"/>
              </a:ext>
            </a:extLst>
          </p:cNvPr>
          <p:cNvSpPr>
            <a:spLocks noGrp="1" noChangeArrowheads="1"/>
          </p:cNvSpPr>
          <p:nvPr>
            <p:ph type="title"/>
          </p:nvPr>
        </p:nvSpPr>
        <p:spPr/>
        <p:txBody>
          <a:bodyPr/>
          <a:lstStyle/>
          <a:p>
            <a:pPr eaLnBrk="1" hangingPunct="1"/>
            <a:r>
              <a:rPr lang="en-US" altLang="en-US" sz="5400"/>
              <a:t>Everyone answers 3 questions</a:t>
            </a:r>
          </a:p>
        </p:txBody>
      </p:sp>
      <p:sp>
        <p:nvSpPr>
          <p:cNvPr id="56323" name="Rectangle 2">
            <a:extLst>
              <a:ext uri="{FF2B5EF4-FFF2-40B4-BE49-F238E27FC236}">
                <a16:creationId xmlns:a16="http://schemas.microsoft.com/office/drawing/2014/main" id="{6A28FB7A-42B6-ABE7-E4E0-4D1F768E8771}"/>
              </a:ext>
            </a:extLst>
          </p:cNvPr>
          <p:cNvSpPr>
            <a:spLocks noGrp="1" noChangeArrowheads="1"/>
          </p:cNvSpPr>
          <p:nvPr>
            <p:ph type="body" idx="1"/>
          </p:nvPr>
        </p:nvSpPr>
        <p:spPr>
          <a:xfrm>
            <a:off x="342900" y="5753100"/>
            <a:ext cx="9461500" cy="1143000"/>
          </a:xfrm>
        </p:spPr>
        <p:txBody>
          <a:bodyPr/>
          <a:lstStyle/>
          <a:p>
            <a:pPr marL="698500" eaLnBrk="1" hangingPunct="1">
              <a:lnSpc>
                <a:spcPct val="70000"/>
              </a:lnSpc>
            </a:pPr>
            <a:r>
              <a:rPr lang="en-US" altLang="en-US"/>
              <a:t>These are </a:t>
            </a:r>
            <a:r>
              <a:rPr lang="en-US" altLang="en-US" i="1">
                <a:solidFill>
                  <a:srgbClr val="FF0000"/>
                </a:solidFill>
              </a:rPr>
              <a:t>not</a:t>
            </a:r>
            <a:r>
              <a:rPr lang="en-US" altLang="en-US"/>
              <a:t> status for the ScrumMaster</a:t>
            </a:r>
          </a:p>
          <a:p>
            <a:pPr marL="1041400" lvl="1" eaLnBrk="1" hangingPunct="1">
              <a:lnSpc>
                <a:spcPct val="70000"/>
              </a:lnSpc>
            </a:pPr>
            <a:r>
              <a:rPr lang="en-US" altLang="en-US"/>
              <a:t>They are commitments in front of peers</a:t>
            </a:r>
          </a:p>
        </p:txBody>
      </p:sp>
      <p:grpSp>
        <p:nvGrpSpPr>
          <p:cNvPr id="56324" name="Group 3">
            <a:extLst>
              <a:ext uri="{FF2B5EF4-FFF2-40B4-BE49-F238E27FC236}">
                <a16:creationId xmlns:a16="http://schemas.microsoft.com/office/drawing/2014/main" id="{A00C08D6-903A-B28A-8A83-830295C1F73B}"/>
              </a:ext>
            </a:extLst>
          </p:cNvPr>
          <p:cNvGrpSpPr>
            <a:grpSpLocks/>
          </p:cNvGrpSpPr>
          <p:nvPr/>
        </p:nvGrpSpPr>
        <p:grpSpPr bwMode="auto">
          <a:xfrm>
            <a:off x="1676400" y="1054100"/>
            <a:ext cx="6870700" cy="1524000"/>
            <a:chOff x="0" y="0"/>
            <a:chExt cx="4328" cy="960"/>
          </a:xfrm>
        </p:grpSpPr>
        <p:sp>
          <p:nvSpPr>
            <p:cNvPr id="2" name="AutoShape 4">
              <a:extLst>
                <a:ext uri="{FF2B5EF4-FFF2-40B4-BE49-F238E27FC236}">
                  <a16:creationId xmlns:a16="http://schemas.microsoft.com/office/drawing/2014/main" id="{F6495175-5A82-322B-F3C4-8872A396716E}"/>
                </a:ext>
              </a:extLst>
            </p:cNvPr>
            <p:cNvSpPr>
              <a:spLocks/>
            </p:cNvSpPr>
            <p:nvPr/>
          </p:nvSpPr>
          <p:spPr bwMode="auto">
            <a:xfrm>
              <a:off x="0" y="312"/>
              <a:ext cx="4264" cy="648"/>
            </a:xfrm>
            <a:prstGeom prst="roundRect">
              <a:avLst>
                <a:gd name="adj" fmla="val 29630"/>
              </a:avLst>
            </a:prstGeom>
            <a:blipFill dpi="0" rotWithShape="0">
              <a:blip r:embed="rId3"/>
              <a:srcRect/>
              <a:tile tx="0" ty="0" sx="100000" sy="100000" flip="none" algn="tl"/>
            </a:blipFill>
            <a:ln w="25400">
              <a:solidFill>
                <a:srgbClr val="00531C"/>
              </a:solidFill>
              <a:round/>
              <a:headEnd/>
              <a:tailEnd/>
            </a:ln>
            <a:effectLst>
              <a:outerShdw blurRad="114300" dist="63500" dir="2700000" algn="ctr" rotWithShape="0">
                <a:schemeClr val="bg2">
                  <a:alpha val="29999"/>
                </a:schemeClr>
              </a:outerShdw>
            </a:effectLst>
          </p:spPr>
          <p:txBody>
            <a:bodyPr lIns="0" tIns="0" rIns="0" bIns="0" anchor="ctr"/>
            <a:lstStyle/>
            <a:p>
              <a:pPr eaLnBrk="1" hangingPunct="1">
                <a:tabLst>
                  <a:tab pos="1066800" algn="l"/>
                </a:tabLst>
                <a:defRPr/>
              </a:pPr>
              <a:r>
                <a:rPr lang="en-US" sz="3600">
                  <a:solidFill>
                    <a:srgbClr val="FFFFFF"/>
                  </a:solidFill>
                  <a:latin typeface="Arial" charset="0"/>
                  <a:ea typeface="ヒラギノ角ゴ Pro W3" pitchFamily="80" charset="-128"/>
                  <a:cs typeface="Arial" charset="0"/>
                  <a:sym typeface="Arial" charset="0"/>
                </a:rPr>
                <a:t>What did you do yesterday?</a:t>
              </a:r>
            </a:p>
          </p:txBody>
        </p:sp>
        <p:grpSp>
          <p:nvGrpSpPr>
            <p:cNvPr id="56336" name="Group 5">
              <a:extLst>
                <a:ext uri="{FF2B5EF4-FFF2-40B4-BE49-F238E27FC236}">
                  <a16:creationId xmlns:a16="http://schemas.microsoft.com/office/drawing/2014/main" id="{AA5EC6AD-D2BB-7F8A-9E58-6056182A6AA2}"/>
                </a:ext>
              </a:extLst>
            </p:cNvPr>
            <p:cNvGrpSpPr>
              <a:grpSpLocks/>
            </p:cNvGrpSpPr>
            <p:nvPr/>
          </p:nvGrpSpPr>
          <p:grpSpPr bwMode="auto">
            <a:xfrm>
              <a:off x="3728" y="0"/>
              <a:ext cx="600" cy="600"/>
              <a:chOff x="0" y="0"/>
              <a:chExt cx="600" cy="600"/>
            </a:xfrm>
          </p:grpSpPr>
          <p:pic>
            <p:nvPicPr>
              <p:cNvPr id="4" name="Picture 6">
                <a:extLst>
                  <a:ext uri="{FF2B5EF4-FFF2-40B4-BE49-F238E27FC236}">
                    <a16:creationId xmlns:a16="http://schemas.microsoft.com/office/drawing/2014/main" id="{5B7F0C1E-D9C5-1C7B-965F-890AD1A81298}"/>
                  </a:ext>
                </a:extLst>
              </p:cNvPr>
              <p:cNvPicPr>
                <a:picLocks noChangeAspect="1" noChangeArrowheads="1"/>
              </p:cNvPicPr>
              <p:nvPr/>
            </p:nvPicPr>
            <p:blipFill>
              <a:blip r:embed="rId4"/>
              <a:srcRect/>
              <a:stretch>
                <a:fillRect/>
              </a:stretch>
            </p:blipFill>
            <p:spPr bwMode="auto">
              <a:xfrm>
                <a:off x="0" y="0"/>
                <a:ext cx="600" cy="600"/>
              </a:xfrm>
              <a:prstGeom prst="rect">
                <a:avLst/>
              </a:prstGeom>
              <a:noFill/>
              <a:ln>
                <a:noFill/>
              </a:ln>
              <a:effectLst>
                <a:outerShdw blurRad="127000" dist="101600" dir="2700000" algn="ctr" rotWithShape="0">
                  <a:schemeClr val="bg2">
                    <a:alpha val="79999"/>
                  </a:schemeClr>
                </a:outerShdw>
              </a:effectLst>
            </p:spPr>
          </p:pic>
          <p:sp>
            <p:nvSpPr>
              <p:cNvPr id="30727" name="Rectangle 7">
                <a:extLst>
                  <a:ext uri="{FF2B5EF4-FFF2-40B4-BE49-F238E27FC236}">
                    <a16:creationId xmlns:a16="http://schemas.microsoft.com/office/drawing/2014/main" id="{C027C862-32CC-1E88-873C-759E1ADDC262}"/>
                  </a:ext>
                </a:extLst>
              </p:cNvPr>
              <p:cNvSpPr>
                <a:spLocks/>
              </p:cNvSpPr>
              <p:nvPr/>
            </p:nvSpPr>
            <p:spPr bwMode="auto">
              <a:xfrm>
                <a:off x="123" y="40"/>
                <a:ext cx="336" cy="528"/>
              </a:xfrm>
              <a:prstGeom prst="rect">
                <a:avLst/>
              </a:prstGeom>
              <a:noFill/>
              <a:ln>
                <a:noFill/>
              </a:ln>
              <a:effectLst>
                <a:outerShdw blurRad="50800" dist="25399" dir="13500000" algn="ctr" rotWithShape="0">
                  <a:schemeClr val="bg2">
                    <a:alpha val="74997"/>
                  </a:schemeClr>
                </a:outerShdw>
              </a:effectLst>
            </p:spPr>
            <p:txBody>
              <a:bodyPr lIns="50800" tIns="50800" rIns="50800" bIns="50800"/>
              <a:lstStyle/>
              <a:p>
                <a:pPr algn="ctr" eaLnBrk="1" hangingPunct="1">
                  <a:tabLst>
                    <a:tab pos="1066800" algn="l"/>
                  </a:tabLst>
                  <a:defRPr/>
                </a:pPr>
                <a:r>
                  <a:rPr lang="en-US" sz="5000">
                    <a:solidFill>
                      <a:srgbClr val="FFFFFF"/>
                    </a:solidFill>
                    <a:latin typeface="Arial Rounded MT Bold" pitchFamily="80" charset="0"/>
                    <a:ea typeface="Arial Rounded MT Bold" pitchFamily="80" charset="0"/>
                    <a:cs typeface="Arial Rounded MT Bold" pitchFamily="80" charset="0"/>
                    <a:sym typeface="Arial Rounded MT Bold" pitchFamily="80" charset="0"/>
                  </a:rPr>
                  <a:t>1</a:t>
                </a:r>
              </a:p>
            </p:txBody>
          </p:sp>
        </p:grpSp>
      </p:grpSp>
      <p:grpSp>
        <p:nvGrpSpPr>
          <p:cNvPr id="56325" name="Group 8">
            <a:extLst>
              <a:ext uri="{FF2B5EF4-FFF2-40B4-BE49-F238E27FC236}">
                <a16:creationId xmlns:a16="http://schemas.microsoft.com/office/drawing/2014/main" id="{92A4FBDF-4055-4844-72B2-03FE3F0D1100}"/>
              </a:ext>
            </a:extLst>
          </p:cNvPr>
          <p:cNvGrpSpPr>
            <a:grpSpLocks/>
          </p:cNvGrpSpPr>
          <p:nvPr/>
        </p:nvGrpSpPr>
        <p:grpSpPr bwMode="auto">
          <a:xfrm>
            <a:off x="1676400" y="2590800"/>
            <a:ext cx="6870700" cy="1524000"/>
            <a:chOff x="0" y="0"/>
            <a:chExt cx="4328" cy="960"/>
          </a:xfrm>
        </p:grpSpPr>
        <p:sp>
          <p:nvSpPr>
            <p:cNvPr id="30729" name="AutoShape 9">
              <a:extLst>
                <a:ext uri="{FF2B5EF4-FFF2-40B4-BE49-F238E27FC236}">
                  <a16:creationId xmlns:a16="http://schemas.microsoft.com/office/drawing/2014/main" id="{4FE010AD-5536-1871-C5CB-B73699D4748A}"/>
                </a:ext>
              </a:extLst>
            </p:cNvPr>
            <p:cNvSpPr>
              <a:spLocks/>
            </p:cNvSpPr>
            <p:nvPr/>
          </p:nvSpPr>
          <p:spPr bwMode="auto">
            <a:xfrm>
              <a:off x="0" y="312"/>
              <a:ext cx="4264" cy="648"/>
            </a:xfrm>
            <a:prstGeom prst="roundRect">
              <a:avLst>
                <a:gd name="adj" fmla="val 29630"/>
              </a:avLst>
            </a:prstGeom>
            <a:blipFill dpi="0" rotWithShape="0">
              <a:blip r:embed="rId3"/>
              <a:srcRect/>
              <a:tile tx="0" ty="0" sx="100000" sy="100000" flip="none" algn="tl"/>
            </a:blipFill>
            <a:ln w="25400">
              <a:solidFill>
                <a:srgbClr val="00531C"/>
              </a:solidFill>
              <a:round/>
              <a:headEnd/>
              <a:tailEnd/>
            </a:ln>
            <a:effectLst>
              <a:outerShdw blurRad="114300" dist="63500" dir="2700000" algn="ctr" rotWithShape="0">
                <a:schemeClr val="bg2">
                  <a:alpha val="29999"/>
                </a:schemeClr>
              </a:outerShdw>
            </a:effectLst>
          </p:spPr>
          <p:txBody>
            <a:bodyPr lIns="0" tIns="0" rIns="0" bIns="0" anchor="ctr"/>
            <a:lstStyle/>
            <a:p>
              <a:pPr eaLnBrk="1" hangingPunct="1">
                <a:tabLst>
                  <a:tab pos="1066800" algn="l"/>
                </a:tabLst>
                <a:defRPr/>
              </a:pPr>
              <a:r>
                <a:rPr lang="en-US" sz="3600">
                  <a:solidFill>
                    <a:srgbClr val="FFFFFF"/>
                  </a:solidFill>
                  <a:latin typeface="Arial" charset="0"/>
                  <a:ea typeface="ヒラギノ角ゴ Pro W3" pitchFamily="80" charset="-128"/>
                  <a:cs typeface="Arial" charset="0"/>
                  <a:sym typeface="Arial" charset="0"/>
                </a:rPr>
                <a:t>What will you do today?</a:t>
              </a:r>
            </a:p>
          </p:txBody>
        </p:sp>
        <p:grpSp>
          <p:nvGrpSpPr>
            <p:cNvPr id="56332" name="Group 10">
              <a:extLst>
                <a:ext uri="{FF2B5EF4-FFF2-40B4-BE49-F238E27FC236}">
                  <a16:creationId xmlns:a16="http://schemas.microsoft.com/office/drawing/2014/main" id="{69AFD79F-A460-230F-8CAB-F54958821062}"/>
                </a:ext>
              </a:extLst>
            </p:cNvPr>
            <p:cNvGrpSpPr>
              <a:grpSpLocks/>
            </p:cNvGrpSpPr>
            <p:nvPr/>
          </p:nvGrpSpPr>
          <p:grpSpPr bwMode="auto">
            <a:xfrm>
              <a:off x="3728" y="0"/>
              <a:ext cx="600" cy="600"/>
              <a:chOff x="0" y="0"/>
              <a:chExt cx="600" cy="600"/>
            </a:xfrm>
          </p:grpSpPr>
          <p:pic>
            <p:nvPicPr>
              <p:cNvPr id="30731" name="Picture 11">
                <a:extLst>
                  <a:ext uri="{FF2B5EF4-FFF2-40B4-BE49-F238E27FC236}">
                    <a16:creationId xmlns:a16="http://schemas.microsoft.com/office/drawing/2014/main" id="{B6843789-36C8-E5D7-51A4-BAE99FD3A833}"/>
                  </a:ext>
                </a:extLst>
              </p:cNvPr>
              <p:cNvPicPr>
                <a:picLocks noChangeAspect="1" noChangeArrowheads="1"/>
              </p:cNvPicPr>
              <p:nvPr/>
            </p:nvPicPr>
            <p:blipFill>
              <a:blip r:embed="rId4"/>
              <a:srcRect/>
              <a:stretch>
                <a:fillRect/>
              </a:stretch>
            </p:blipFill>
            <p:spPr bwMode="auto">
              <a:xfrm>
                <a:off x="0" y="0"/>
                <a:ext cx="600" cy="600"/>
              </a:xfrm>
              <a:prstGeom prst="rect">
                <a:avLst/>
              </a:prstGeom>
              <a:noFill/>
              <a:ln>
                <a:noFill/>
              </a:ln>
              <a:effectLst>
                <a:outerShdw blurRad="127000" dist="101600" dir="2700000" algn="ctr" rotWithShape="0">
                  <a:schemeClr val="bg2">
                    <a:alpha val="79999"/>
                  </a:schemeClr>
                </a:outerShdw>
              </a:effectLst>
            </p:spPr>
          </p:pic>
          <p:sp>
            <p:nvSpPr>
              <p:cNvPr id="5" name="Rectangle 12">
                <a:extLst>
                  <a:ext uri="{FF2B5EF4-FFF2-40B4-BE49-F238E27FC236}">
                    <a16:creationId xmlns:a16="http://schemas.microsoft.com/office/drawing/2014/main" id="{2E3640B2-CE73-044F-11C6-7E9C8A843DB9}"/>
                  </a:ext>
                </a:extLst>
              </p:cNvPr>
              <p:cNvSpPr>
                <a:spLocks/>
              </p:cNvSpPr>
              <p:nvPr/>
            </p:nvSpPr>
            <p:spPr bwMode="auto">
              <a:xfrm>
                <a:off x="123" y="40"/>
                <a:ext cx="336" cy="528"/>
              </a:xfrm>
              <a:prstGeom prst="rect">
                <a:avLst/>
              </a:prstGeom>
              <a:noFill/>
              <a:ln>
                <a:noFill/>
              </a:ln>
              <a:effectLst>
                <a:outerShdw blurRad="50800" dist="25399" dir="13500000" algn="ctr" rotWithShape="0">
                  <a:schemeClr val="bg2">
                    <a:alpha val="74997"/>
                  </a:schemeClr>
                </a:outerShdw>
              </a:effectLst>
            </p:spPr>
            <p:txBody>
              <a:bodyPr lIns="50800" tIns="50800" rIns="50800" bIns="50800"/>
              <a:lstStyle/>
              <a:p>
                <a:pPr algn="ctr" eaLnBrk="1" hangingPunct="1">
                  <a:tabLst>
                    <a:tab pos="1066800" algn="l"/>
                  </a:tabLst>
                  <a:defRPr/>
                </a:pPr>
                <a:r>
                  <a:rPr lang="en-US" sz="5000">
                    <a:solidFill>
                      <a:srgbClr val="FFFFFF"/>
                    </a:solidFill>
                    <a:latin typeface="Arial Rounded MT Bold" pitchFamily="80" charset="0"/>
                    <a:ea typeface="Arial Rounded MT Bold" pitchFamily="80" charset="0"/>
                    <a:cs typeface="Arial Rounded MT Bold" pitchFamily="80" charset="0"/>
                    <a:sym typeface="Arial Rounded MT Bold" pitchFamily="80" charset="0"/>
                  </a:rPr>
                  <a:t>2</a:t>
                </a:r>
              </a:p>
            </p:txBody>
          </p:sp>
        </p:grpSp>
      </p:grpSp>
      <p:grpSp>
        <p:nvGrpSpPr>
          <p:cNvPr id="56326" name="Group 13">
            <a:extLst>
              <a:ext uri="{FF2B5EF4-FFF2-40B4-BE49-F238E27FC236}">
                <a16:creationId xmlns:a16="http://schemas.microsoft.com/office/drawing/2014/main" id="{4BEDF6E7-DEAC-43B8-1F77-194F255F6561}"/>
              </a:ext>
            </a:extLst>
          </p:cNvPr>
          <p:cNvGrpSpPr>
            <a:grpSpLocks/>
          </p:cNvGrpSpPr>
          <p:nvPr/>
        </p:nvGrpSpPr>
        <p:grpSpPr bwMode="auto">
          <a:xfrm>
            <a:off x="1676400" y="4127500"/>
            <a:ext cx="6870700" cy="1524000"/>
            <a:chOff x="0" y="0"/>
            <a:chExt cx="4328" cy="960"/>
          </a:xfrm>
        </p:grpSpPr>
        <p:sp>
          <p:nvSpPr>
            <p:cNvPr id="30734" name="AutoShape 14">
              <a:extLst>
                <a:ext uri="{FF2B5EF4-FFF2-40B4-BE49-F238E27FC236}">
                  <a16:creationId xmlns:a16="http://schemas.microsoft.com/office/drawing/2014/main" id="{7F385633-C8E4-E75F-478E-61085BB02F79}"/>
                </a:ext>
              </a:extLst>
            </p:cNvPr>
            <p:cNvSpPr>
              <a:spLocks/>
            </p:cNvSpPr>
            <p:nvPr/>
          </p:nvSpPr>
          <p:spPr bwMode="auto">
            <a:xfrm>
              <a:off x="0" y="312"/>
              <a:ext cx="4264" cy="648"/>
            </a:xfrm>
            <a:prstGeom prst="roundRect">
              <a:avLst>
                <a:gd name="adj" fmla="val 29630"/>
              </a:avLst>
            </a:prstGeom>
            <a:blipFill dpi="0" rotWithShape="0">
              <a:blip r:embed="rId3"/>
              <a:srcRect/>
              <a:tile tx="0" ty="0" sx="100000" sy="100000" flip="none" algn="tl"/>
            </a:blipFill>
            <a:ln w="25400">
              <a:solidFill>
                <a:srgbClr val="00531C"/>
              </a:solidFill>
              <a:round/>
              <a:headEnd/>
              <a:tailEnd/>
            </a:ln>
            <a:effectLst>
              <a:outerShdw blurRad="114300" dist="63500" dir="2700000" algn="ctr" rotWithShape="0">
                <a:schemeClr val="bg2">
                  <a:alpha val="29999"/>
                </a:schemeClr>
              </a:outerShdw>
            </a:effectLst>
          </p:spPr>
          <p:txBody>
            <a:bodyPr lIns="0" tIns="0" rIns="0" bIns="0" anchor="ctr"/>
            <a:lstStyle/>
            <a:p>
              <a:pPr eaLnBrk="1" hangingPunct="1">
                <a:tabLst>
                  <a:tab pos="1066800" algn="l"/>
                </a:tabLst>
                <a:defRPr/>
              </a:pPr>
              <a:r>
                <a:rPr lang="en-US" sz="3600">
                  <a:solidFill>
                    <a:srgbClr val="FFFFFF"/>
                  </a:solidFill>
                  <a:latin typeface="Arial" charset="0"/>
                  <a:ea typeface="ヒラギノ角ゴ Pro W3" pitchFamily="80" charset="-128"/>
                  <a:cs typeface="Arial" charset="0"/>
                  <a:sym typeface="Arial" charset="0"/>
                </a:rPr>
                <a:t>Is anything in your way?</a:t>
              </a:r>
            </a:p>
          </p:txBody>
        </p:sp>
        <p:grpSp>
          <p:nvGrpSpPr>
            <p:cNvPr id="56328" name="Group 15">
              <a:extLst>
                <a:ext uri="{FF2B5EF4-FFF2-40B4-BE49-F238E27FC236}">
                  <a16:creationId xmlns:a16="http://schemas.microsoft.com/office/drawing/2014/main" id="{BC07AC38-B021-66C4-C8E2-D130B6E0F80E}"/>
                </a:ext>
              </a:extLst>
            </p:cNvPr>
            <p:cNvGrpSpPr>
              <a:grpSpLocks/>
            </p:cNvGrpSpPr>
            <p:nvPr/>
          </p:nvGrpSpPr>
          <p:grpSpPr bwMode="auto">
            <a:xfrm>
              <a:off x="3728" y="0"/>
              <a:ext cx="600" cy="600"/>
              <a:chOff x="0" y="0"/>
              <a:chExt cx="600" cy="600"/>
            </a:xfrm>
          </p:grpSpPr>
          <p:pic>
            <p:nvPicPr>
              <p:cNvPr id="30736" name="Picture 16">
                <a:extLst>
                  <a:ext uri="{FF2B5EF4-FFF2-40B4-BE49-F238E27FC236}">
                    <a16:creationId xmlns:a16="http://schemas.microsoft.com/office/drawing/2014/main" id="{259A95A5-4DCA-C63D-C452-3FB8811951E7}"/>
                  </a:ext>
                </a:extLst>
              </p:cNvPr>
              <p:cNvPicPr>
                <a:picLocks noChangeAspect="1" noChangeArrowheads="1"/>
              </p:cNvPicPr>
              <p:nvPr/>
            </p:nvPicPr>
            <p:blipFill>
              <a:blip r:embed="rId4"/>
              <a:srcRect/>
              <a:stretch>
                <a:fillRect/>
              </a:stretch>
            </p:blipFill>
            <p:spPr bwMode="auto">
              <a:xfrm>
                <a:off x="0" y="0"/>
                <a:ext cx="600" cy="600"/>
              </a:xfrm>
              <a:prstGeom prst="rect">
                <a:avLst/>
              </a:prstGeom>
              <a:noFill/>
              <a:ln>
                <a:noFill/>
              </a:ln>
              <a:effectLst>
                <a:outerShdw blurRad="127000" dist="101600" dir="2700000" algn="ctr" rotWithShape="0">
                  <a:schemeClr val="bg2">
                    <a:alpha val="79999"/>
                  </a:schemeClr>
                </a:outerShdw>
              </a:effectLst>
            </p:spPr>
          </p:pic>
          <p:sp>
            <p:nvSpPr>
              <p:cNvPr id="30737" name="Rectangle 17">
                <a:extLst>
                  <a:ext uri="{FF2B5EF4-FFF2-40B4-BE49-F238E27FC236}">
                    <a16:creationId xmlns:a16="http://schemas.microsoft.com/office/drawing/2014/main" id="{20961C31-D96E-FBDA-1B1B-42BF76788E47}"/>
                  </a:ext>
                </a:extLst>
              </p:cNvPr>
              <p:cNvSpPr>
                <a:spLocks/>
              </p:cNvSpPr>
              <p:nvPr/>
            </p:nvSpPr>
            <p:spPr bwMode="auto">
              <a:xfrm>
                <a:off x="123" y="40"/>
                <a:ext cx="336" cy="528"/>
              </a:xfrm>
              <a:prstGeom prst="rect">
                <a:avLst/>
              </a:prstGeom>
              <a:noFill/>
              <a:ln>
                <a:noFill/>
              </a:ln>
              <a:effectLst>
                <a:outerShdw blurRad="50800" dist="25399" dir="13500000" algn="ctr" rotWithShape="0">
                  <a:schemeClr val="bg2">
                    <a:alpha val="74997"/>
                  </a:schemeClr>
                </a:outerShdw>
              </a:effectLst>
            </p:spPr>
            <p:txBody>
              <a:bodyPr lIns="50800" tIns="50800" rIns="50800" bIns="50800"/>
              <a:lstStyle/>
              <a:p>
                <a:pPr algn="ctr" eaLnBrk="1" hangingPunct="1">
                  <a:tabLst>
                    <a:tab pos="1066800" algn="l"/>
                  </a:tabLst>
                  <a:defRPr/>
                </a:pPr>
                <a:r>
                  <a:rPr lang="en-US" sz="5000">
                    <a:solidFill>
                      <a:srgbClr val="FFFFFF"/>
                    </a:solidFill>
                    <a:latin typeface="Arial Rounded MT Bold" pitchFamily="80" charset="0"/>
                    <a:ea typeface="Arial Rounded MT Bold" pitchFamily="80" charset="0"/>
                    <a:cs typeface="Arial Rounded MT Bold" pitchFamily="80" charset="0"/>
                    <a:sym typeface="Arial Rounded MT Bold" pitchFamily="80" charset="0"/>
                  </a:rPr>
                  <a:t>3</a:t>
                </a:r>
              </a:p>
            </p:txBody>
          </p:sp>
        </p:grpSp>
      </p:grpSp>
    </p:spTree>
  </p:cSld>
  <p:clrMapOvr>
    <a:masterClrMapping/>
  </p:clrMapOvr>
  <p:transition spd="slow">
    <p:dissolv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1">
            <a:extLst>
              <a:ext uri="{FF2B5EF4-FFF2-40B4-BE49-F238E27FC236}">
                <a16:creationId xmlns:a16="http://schemas.microsoft.com/office/drawing/2014/main" id="{424CBFB5-CCAB-36D4-3C52-C5BE71765180}"/>
              </a:ext>
            </a:extLst>
          </p:cNvPr>
          <p:cNvSpPr>
            <a:spLocks noGrp="1" noChangeArrowheads="1"/>
          </p:cNvSpPr>
          <p:nvPr>
            <p:ph type="title"/>
          </p:nvPr>
        </p:nvSpPr>
        <p:spPr/>
        <p:txBody>
          <a:bodyPr/>
          <a:lstStyle/>
          <a:p>
            <a:pPr eaLnBrk="1" hangingPunct="1"/>
            <a:r>
              <a:rPr lang="en-US" altLang="en-US"/>
              <a:t>The sprint review</a:t>
            </a:r>
          </a:p>
        </p:txBody>
      </p:sp>
      <p:sp>
        <p:nvSpPr>
          <p:cNvPr id="58371" name="Rectangle 2">
            <a:extLst>
              <a:ext uri="{FF2B5EF4-FFF2-40B4-BE49-F238E27FC236}">
                <a16:creationId xmlns:a16="http://schemas.microsoft.com/office/drawing/2014/main" id="{CA8A3ED0-EE71-54A7-A517-DAF6E4DB55CE}"/>
              </a:ext>
            </a:extLst>
          </p:cNvPr>
          <p:cNvSpPr>
            <a:spLocks noGrp="1" noChangeArrowheads="1"/>
          </p:cNvSpPr>
          <p:nvPr>
            <p:ph type="body" idx="1"/>
          </p:nvPr>
        </p:nvSpPr>
        <p:spPr/>
        <p:txBody>
          <a:bodyPr/>
          <a:lstStyle/>
          <a:p>
            <a:pPr marL="698500" eaLnBrk="1" hangingPunct="1">
              <a:lnSpc>
                <a:spcPct val="80000"/>
              </a:lnSpc>
            </a:pPr>
            <a:r>
              <a:rPr lang="en-US" altLang="en-US" sz="3200"/>
              <a:t>Team presents what it accomplished during the sprint</a:t>
            </a:r>
          </a:p>
          <a:p>
            <a:pPr marL="698500" eaLnBrk="1" hangingPunct="1">
              <a:lnSpc>
                <a:spcPct val="80000"/>
              </a:lnSpc>
              <a:spcBef>
                <a:spcPts val="1500"/>
              </a:spcBef>
            </a:pPr>
            <a:r>
              <a:rPr lang="en-US" altLang="en-US" sz="3200"/>
              <a:t>Typically takes the form of a demo of new features or underlying architecture</a:t>
            </a:r>
          </a:p>
          <a:p>
            <a:pPr marL="698500" eaLnBrk="1" hangingPunct="1">
              <a:lnSpc>
                <a:spcPct val="80000"/>
              </a:lnSpc>
              <a:spcBef>
                <a:spcPts val="1500"/>
              </a:spcBef>
            </a:pPr>
            <a:r>
              <a:rPr lang="en-US" altLang="en-US" sz="3200"/>
              <a:t>Informal</a:t>
            </a:r>
          </a:p>
          <a:p>
            <a:pPr marL="1054100" lvl="1" indent="-457200" eaLnBrk="1" hangingPunct="1">
              <a:lnSpc>
                <a:spcPct val="80000"/>
              </a:lnSpc>
              <a:spcBef>
                <a:spcPts val="1500"/>
              </a:spcBef>
              <a:buFont typeface="Wingdings" pitchFamily="2" charset="2"/>
              <a:buChar char="§"/>
            </a:pPr>
            <a:r>
              <a:rPr lang="en-US" altLang="en-US"/>
              <a:t>2-hour prep time rule</a:t>
            </a:r>
          </a:p>
          <a:p>
            <a:pPr marL="1054100" lvl="1" indent="-457200" eaLnBrk="1" hangingPunct="1">
              <a:lnSpc>
                <a:spcPct val="80000"/>
              </a:lnSpc>
              <a:spcBef>
                <a:spcPts val="1500"/>
              </a:spcBef>
              <a:buFont typeface="Wingdings" pitchFamily="2" charset="2"/>
              <a:buChar char="§"/>
            </a:pPr>
            <a:r>
              <a:rPr lang="en-US" altLang="en-US"/>
              <a:t>No slides</a:t>
            </a:r>
          </a:p>
          <a:p>
            <a:pPr marL="698500" eaLnBrk="1" hangingPunct="1">
              <a:lnSpc>
                <a:spcPct val="80000"/>
              </a:lnSpc>
              <a:spcBef>
                <a:spcPts val="1500"/>
              </a:spcBef>
            </a:pPr>
            <a:r>
              <a:rPr lang="en-US" altLang="en-US" sz="3200"/>
              <a:t>Whole team participates</a:t>
            </a:r>
          </a:p>
          <a:p>
            <a:pPr marL="698500" eaLnBrk="1" hangingPunct="1">
              <a:lnSpc>
                <a:spcPct val="80000"/>
              </a:lnSpc>
              <a:spcBef>
                <a:spcPts val="1500"/>
              </a:spcBef>
            </a:pPr>
            <a:r>
              <a:rPr lang="en-US" altLang="en-US" sz="3200"/>
              <a:t>Invite the world</a:t>
            </a:r>
          </a:p>
        </p:txBody>
      </p:sp>
      <p:pic>
        <p:nvPicPr>
          <p:cNvPr id="58372" name="Picture 3">
            <a:extLst>
              <a:ext uri="{FF2B5EF4-FFF2-40B4-BE49-F238E27FC236}">
                <a16:creationId xmlns:a16="http://schemas.microsoft.com/office/drawing/2014/main" id="{D7615611-0876-52FA-9B7B-2875B135C98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86600" y="5207000"/>
            <a:ext cx="2787650" cy="186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8373" name="Picture 4">
            <a:extLst>
              <a:ext uri="{FF2B5EF4-FFF2-40B4-BE49-F238E27FC236}">
                <a16:creationId xmlns:a16="http://schemas.microsoft.com/office/drawing/2014/main" id="{912E2F13-5953-9899-F35B-C9A7A14182D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26100" y="3556000"/>
            <a:ext cx="2787650" cy="186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spd="med">
    <p:dissolv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1">
            <a:extLst>
              <a:ext uri="{FF2B5EF4-FFF2-40B4-BE49-F238E27FC236}">
                <a16:creationId xmlns:a16="http://schemas.microsoft.com/office/drawing/2014/main" id="{D1066EDE-A683-A028-A9E5-F78E7124E081}"/>
              </a:ext>
            </a:extLst>
          </p:cNvPr>
          <p:cNvSpPr>
            <a:spLocks noGrp="1" noChangeArrowheads="1"/>
          </p:cNvSpPr>
          <p:nvPr>
            <p:ph type="title"/>
          </p:nvPr>
        </p:nvSpPr>
        <p:spPr/>
        <p:txBody>
          <a:bodyPr/>
          <a:lstStyle/>
          <a:p>
            <a:pPr eaLnBrk="1" hangingPunct="1"/>
            <a:r>
              <a:rPr lang="en-US" altLang="en-US"/>
              <a:t>Sprint retrospective</a:t>
            </a:r>
          </a:p>
        </p:txBody>
      </p:sp>
      <p:sp>
        <p:nvSpPr>
          <p:cNvPr id="60419" name="Rectangle 2">
            <a:extLst>
              <a:ext uri="{FF2B5EF4-FFF2-40B4-BE49-F238E27FC236}">
                <a16:creationId xmlns:a16="http://schemas.microsoft.com/office/drawing/2014/main" id="{55085C8C-065E-72F0-74EB-53B9630F12AF}"/>
              </a:ext>
            </a:extLst>
          </p:cNvPr>
          <p:cNvSpPr>
            <a:spLocks noGrp="1" noChangeArrowheads="1"/>
          </p:cNvSpPr>
          <p:nvPr>
            <p:ph type="body" idx="1"/>
          </p:nvPr>
        </p:nvSpPr>
        <p:spPr>
          <a:xfrm>
            <a:off x="342900" y="1600200"/>
            <a:ext cx="9461500" cy="5410200"/>
          </a:xfrm>
        </p:spPr>
        <p:txBody>
          <a:bodyPr/>
          <a:lstStyle/>
          <a:p>
            <a:pPr marL="698500" eaLnBrk="1" hangingPunct="1">
              <a:lnSpc>
                <a:spcPct val="80000"/>
              </a:lnSpc>
            </a:pPr>
            <a:r>
              <a:rPr lang="en-US" altLang="en-US" sz="2800"/>
              <a:t>Periodically take a look at what is and is not working</a:t>
            </a:r>
          </a:p>
          <a:p>
            <a:pPr marL="698500" eaLnBrk="1" hangingPunct="1">
              <a:lnSpc>
                <a:spcPct val="80000"/>
              </a:lnSpc>
              <a:spcBef>
                <a:spcPts val="1300"/>
              </a:spcBef>
            </a:pPr>
            <a:r>
              <a:rPr lang="en-US" altLang="en-US" sz="2800"/>
              <a:t>Typically 15–30 minutes</a:t>
            </a:r>
          </a:p>
          <a:p>
            <a:pPr marL="698500" eaLnBrk="1" hangingPunct="1">
              <a:lnSpc>
                <a:spcPct val="80000"/>
              </a:lnSpc>
              <a:spcBef>
                <a:spcPts val="1300"/>
              </a:spcBef>
            </a:pPr>
            <a:r>
              <a:rPr lang="en-US" altLang="en-US" sz="2800"/>
              <a:t>Done after every sprint</a:t>
            </a:r>
          </a:p>
          <a:p>
            <a:pPr marL="698500" eaLnBrk="1" hangingPunct="1">
              <a:lnSpc>
                <a:spcPct val="80000"/>
              </a:lnSpc>
              <a:spcBef>
                <a:spcPts val="1300"/>
              </a:spcBef>
            </a:pPr>
            <a:r>
              <a:rPr lang="en-US" altLang="en-US" sz="2800"/>
              <a:t>Whole team participates</a:t>
            </a:r>
          </a:p>
          <a:p>
            <a:pPr marL="1054100" lvl="1" indent="-457200" eaLnBrk="1" hangingPunct="1">
              <a:lnSpc>
                <a:spcPct val="80000"/>
              </a:lnSpc>
              <a:spcBef>
                <a:spcPts val="1300"/>
              </a:spcBef>
              <a:buFont typeface="Wingdings" pitchFamily="2" charset="2"/>
              <a:buChar char="§"/>
            </a:pPr>
            <a:r>
              <a:rPr lang="en-US" altLang="en-US" sz="2800"/>
              <a:t>ScrumMaster</a:t>
            </a:r>
          </a:p>
          <a:p>
            <a:pPr marL="1054100" lvl="1" indent="-457200" eaLnBrk="1" hangingPunct="1">
              <a:lnSpc>
                <a:spcPct val="80000"/>
              </a:lnSpc>
              <a:spcBef>
                <a:spcPts val="1300"/>
              </a:spcBef>
              <a:buFont typeface="Wingdings" pitchFamily="2" charset="2"/>
              <a:buChar char="§"/>
            </a:pPr>
            <a:r>
              <a:rPr lang="en-US" altLang="en-US" sz="2800"/>
              <a:t>Product owner</a:t>
            </a:r>
          </a:p>
          <a:p>
            <a:pPr marL="1054100" lvl="1" indent="-457200" eaLnBrk="1" hangingPunct="1">
              <a:lnSpc>
                <a:spcPct val="80000"/>
              </a:lnSpc>
              <a:spcBef>
                <a:spcPts val="1300"/>
              </a:spcBef>
              <a:buFont typeface="Wingdings" pitchFamily="2" charset="2"/>
              <a:buChar char="§"/>
            </a:pPr>
            <a:r>
              <a:rPr lang="en-US" altLang="en-US" sz="2800"/>
              <a:t>Team</a:t>
            </a:r>
          </a:p>
          <a:p>
            <a:pPr marL="1054100" lvl="1" indent="-457200" eaLnBrk="1" hangingPunct="1">
              <a:lnSpc>
                <a:spcPct val="80000"/>
              </a:lnSpc>
              <a:spcBef>
                <a:spcPts val="1300"/>
              </a:spcBef>
              <a:buFont typeface="Wingdings" pitchFamily="2" charset="2"/>
              <a:buChar char="§"/>
            </a:pPr>
            <a:r>
              <a:rPr lang="en-US" altLang="en-US" sz="2800"/>
              <a:t>Possibly customers and others</a:t>
            </a:r>
          </a:p>
        </p:txBody>
      </p:sp>
    </p:spTree>
  </p:cSld>
  <p:clrMapOvr>
    <a:masterClrMapping/>
  </p:clrMapOvr>
  <p:transition spd="slow">
    <p:dissolv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1">
            <a:extLst>
              <a:ext uri="{FF2B5EF4-FFF2-40B4-BE49-F238E27FC236}">
                <a16:creationId xmlns:a16="http://schemas.microsoft.com/office/drawing/2014/main" id="{EA5EDEB7-2345-73E1-284E-1DBE12BBD902}"/>
              </a:ext>
            </a:extLst>
          </p:cNvPr>
          <p:cNvSpPr>
            <a:spLocks noGrp="1" noChangeArrowheads="1"/>
          </p:cNvSpPr>
          <p:nvPr>
            <p:ph type="title"/>
          </p:nvPr>
        </p:nvSpPr>
        <p:spPr/>
        <p:txBody>
          <a:bodyPr/>
          <a:lstStyle/>
          <a:p>
            <a:pPr eaLnBrk="1" hangingPunct="1"/>
            <a:r>
              <a:rPr lang="en-US" altLang="en-US"/>
              <a:t>Start / Stop / Continue</a:t>
            </a:r>
          </a:p>
        </p:txBody>
      </p:sp>
      <p:sp>
        <p:nvSpPr>
          <p:cNvPr id="62467" name="Rectangle 2">
            <a:extLst>
              <a:ext uri="{FF2B5EF4-FFF2-40B4-BE49-F238E27FC236}">
                <a16:creationId xmlns:a16="http://schemas.microsoft.com/office/drawing/2014/main" id="{21F210B8-71AE-776E-99F3-D83823F45F2B}"/>
              </a:ext>
            </a:extLst>
          </p:cNvPr>
          <p:cNvSpPr>
            <a:spLocks noGrp="1" noChangeArrowheads="1"/>
          </p:cNvSpPr>
          <p:nvPr>
            <p:ph type="body" idx="1"/>
          </p:nvPr>
        </p:nvSpPr>
        <p:spPr>
          <a:xfrm>
            <a:off x="342900" y="1600200"/>
            <a:ext cx="9461500" cy="1397000"/>
          </a:xfrm>
        </p:spPr>
        <p:txBody>
          <a:bodyPr/>
          <a:lstStyle/>
          <a:p>
            <a:pPr marL="254000" indent="0" eaLnBrk="1" hangingPunct="1">
              <a:buFont typeface="Lucida Grande" panose="020B0600040502020204" pitchFamily="34" charset="0"/>
              <a:buNone/>
            </a:pPr>
            <a:r>
              <a:rPr lang="en-US" altLang="en-US" sz="3200"/>
              <a:t>Whole team gathers and discusses what they</a:t>
            </a:r>
            <a:r>
              <a:rPr lang="ja-JP" altLang="en-US" sz="3200"/>
              <a:t>’</a:t>
            </a:r>
            <a:r>
              <a:rPr lang="en-US" altLang="ja-JP" sz="3200"/>
              <a:t>d like to:</a:t>
            </a:r>
            <a:endParaRPr lang="en-US" altLang="en-US" sz="3200"/>
          </a:p>
        </p:txBody>
      </p:sp>
      <p:sp>
        <p:nvSpPr>
          <p:cNvPr id="2" name="AutoShape 3">
            <a:extLst>
              <a:ext uri="{FF2B5EF4-FFF2-40B4-BE49-F238E27FC236}">
                <a16:creationId xmlns:a16="http://schemas.microsoft.com/office/drawing/2014/main" id="{9323E457-D9BF-3781-8F60-A95F3C424BF0}"/>
              </a:ext>
            </a:extLst>
          </p:cNvPr>
          <p:cNvSpPr>
            <a:spLocks/>
          </p:cNvSpPr>
          <p:nvPr/>
        </p:nvSpPr>
        <p:spPr bwMode="auto">
          <a:xfrm>
            <a:off x="1498600" y="2819400"/>
            <a:ext cx="3822700" cy="977900"/>
          </a:xfrm>
          <a:prstGeom prst="roundRect">
            <a:avLst>
              <a:gd name="adj" fmla="val 31167"/>
            </a:avLst>
          </a:prstGeom>
          <a:blipFill dpi="0" rotWithShape="0">
            <a:blip r:embed="rId3"/>
            <a:srcRect/>
            <a:tile tx="0" ty="0" sx="100000" sy="100000" flip="none" algn="tl"/>
          </a:blipFill>
          <a:ln w="25400">
            <a:solidFill>
              <a:srgbClr val="003C83"/>
            </a:solidFill>
            <a:round/>
            <a:headEnd/>
            <a:tailEnd/>
          </a:ln>
          <a:effectLst>
            <a:outerShdw blurRad="114300" dist="63500" dir="2700000" algn="ctr" rotWithShape="0">
              <a:schemeClr val="bg2">
                <a:alpha val="29999"/>
              </a:schemeClr>
            </a:outerShdw>
          </a:effectLst>
        </p:spPr>
        <p:txBody>
          <a:bodyPr lIns="0" tIns="0" rIns="0" bIns="0" anchor="ctr"/>
          <a:lstStyle/>
          <a:p>
            <a:pPr algn="ctr" eaLnBrk="1" hangingPunct="1">
              <a:tabLst>
                <a:tab pos="1066800" algn="l"/>
              </a:tabLst>
              <a:defRPr/>
            </a:pPr>
            <a:r>
              <a:rPr lang="en-US" sz="4000">
                <a:solidFill>
                  <a:srgbClr val="FFFFFF"/>
                </a:solidFill>
                <a:latin typeface="Gill Sans" pitchFamily="80" charset="0"/>
                <a:ea typeface="Gill Sans" pitchFamily="80" charset="0"/>
                <a:cs typeface="Gill Sans" pitchFamily="80" charset="0"/>
                <a:sym typeface="Gill Sans" pitchFamily="80" charset="0"/>
              </a:rPr>
              <a:t>Start doing</a:t>
            </a:r>
            <a:endParaRPr lang="en-US" sz="3600">
              <a:solidFill>
                <a:srgbClr val="FFFFFF"/>
              </a:solidFill>
              <a:effectLst>
                <a:outerShdw blurRad="38100" dist="38100" dir="2700000" algn="tl">
                  <a:srgbClr val="C0C0C0"/>
                </a:outerShdw>
              </a:effectLst>
              <a:latin typeface="Gill Sans" pitchFamily="80" charset="0"/>
              <a:ea typeface="Gill Sans" pitchFamily="80" charset="0"/>
              <a:cs typeface="Gill Sans" pitchFamily="80" charset="0"/>
              <a:sym typeface="Gill Sans" pitchFamily="80" charset="0"/>
            </a:endParaRPr>
          </a:p>
        </p:txBody>
      </p:sp>
      <p:sp>
        <p:nvSpPr>
          <p:cNvPr id="33796" name="AutoShape 4">
            <a:extLst>
              <a:ext uri="{FF2B5EF4-FFF2-40B4-BE49-F238E27FC236}">
                <a16:creationId xmlns:a16="http://schemas.microsoft.com/office/drawing/2014/main" id="{9FC08C41-DA24-4BF1-8B0B-CC6EB90274E8}"/>
              </a:ext>
            </a:extLst>
          </p:cNvPr>
          <p:cNvSpPr>
            <a:spLocks/>
          </p:cNvSpPr>
          <p:nvPr/>
        </p:nvSpPr>
        <p:spPr bwMode="auto">
          <a:xfrm>
            <a:off x="3162300" y="4051300"/>
            <a:ext cx="3822700" cy="977900"/>
          </a:xfrm>
          <a:prstGeom prst="roundRect">
            <a:avLst>
              <a:gd name="adj" fmla="val 31167"/>
            </a:avLst>
          </a:prstGeom>
          <a:blipFill dpi="0" rotWithShape="0">
            <a:blip r:embed="rId3"/>
            <a:srcRect/>
            <a:tile tx="0" ty="0" sx="100000" sy="100000" flip="none" algn="tl"/>
          </a:blipFill>
          <a:ln w="25400">
            <a:solidFill>
              <a:srgbClr val="003C83"/>
            </a:solidFill>
            <a:round/>
            <a:headEnd/>
            <a:tailEnd/>
          </a:ln>
          <a:effectLst>
            <a:outerShdw blurRad="114300" dist="63500" dir="2700000" algn="ctr" rotWithShape="0">
              <a:schemeClr val="bg2">
                <a:alpha val="29999"/>
              </a:schemeClr>
            </a:outerShdw>
          </a:effectLst>
        </p:spPr>
        <p:txBody>
          <a:bodyPr lIns="0" tIns="0" rIns="0" bIns="0" anchor="ctr"/>
          <a:lstStyle/>
          <a:p>
            <a:pPr algn="ctr" eaLnBrk="1" hangingPunct="1">
              <a:tabLst>
                <a:tab pos="1066800" algn="l"/>
              </a:tabLst>
              <a:defRPr/>
            </a:pPr>
            <a:r>
              <a:rPr lang="en-US" sz="4000">
                <a:solidFill>
                  <a:srgbClr val="FFFFFF"/>
                </a:solidFill>
                <a:latin typeface="Gill Sans" pitchFamily="80" charset="0"/>
                <a:ea typeface="Gill Sans" pitchFamily="80" charset="0"/>
                <a:cs typeface="Gill Sans" pitchFamily="80" charset="0"/>
                <a:sym typeface="Gill Sans" pitchFamily="80" charset="0"/>
              </a:rPr>
              <a:t>Stop doing</a:t>
            </a:r>
          </a:p>
        </p:txBody>
      </p:sp>
      <p:sp>
        <p:nvSpPr>
          <p:cNvPr id="33797" name="AutoShape 5">
            <a:extLst>
              <a:ext uri="{FF2B5EF4-FFF2-40B4-BE49-F238E27FC236}">
                <a16:creationId xmlns:a16="http://schemas.microsoft.com/office/drawing/2014/main" id="{606E7FE6-78A6-7241-9F9C-76A93341DC33}"/>
              </a:ext>
            </a:extLst>
          </p:cNvPr>
          <p:cNvSpPr>
            <a:spLocks/>
          </p:cNvSpPr>
          <p:nvPr/>
        </p:nvSpPr>
        <p:spPr bwMode="auto">
          <a:xfrm>
            <a:off x="4826000" y="5283200"/>
            <a:ext cx="3822700" cy="977900"/>
          </a:xfrm>
          <a:prstGeom prst="roundRect">
            <a:avLst>
              <a:gd name="adj" fmla="val 31167"/>
            </a:avLst>
          </a:prstGeom>
          <a:blipFill dpi="0" rotWithShape="0">
            <a:blip r:embed="rId3"/>
            <a:srcRect/>
            <a:tile tx="0" ty="0" sx="100000" sy="100000" flip="none" algn="tl"/>
          </a:blipFill>
          <a:ln w="25400">
            <a:solidFill>
              <a:srgbClr val="003C83"/>
            </a:solidFill>
            <a:round/>
            <a:headEnd/>
            <a:tailEnd/>
          </a:ln>
          <a:effectLst>
            <a:outerShdw blurRad="114300" dist="63500" dir="2700000" algn="ctr" rotWithShape="0">
              <a:schemeClr val="bg2">
                <a:alpha val="29999"/>
              </a:schemeClr>
            </a:outerShdw>
          </a:effectLst>
        </p:spPr>
        <p:txBody>
          <a:bodyPr lIns="0" tIns="0" rIns="0" bIns="0" anchor="ctr"/>
          <a:lstStyle/>
          <a:p>
            <a:pPr algn="ctr" eaLnBrk="1" hangingPunct="1">
              <a:tabLst>
                <a:tab pos="1066800" algn="l"/>
              </a:tabLst>
              <a:defRPr/>
            </a:pPr>
            <a:r>
              <a:rPr lang="en-US" sz="4000">
                <a:solidFill>
                  <a:srgbClr val="FFFFFF"/>
                </a:solidFill>
                <a:latin typeface="Gill Sans" pitchFamily="80" charset="0"/>
                <a:ea typeface="Gill Sans" pitchFamily="80" charset="0"/>
                <a:cs typeface="Gill Sans" pitchFamily="80" charset="0"/>
                <a:sym typeface="Gill Sans" pitchFamily="80" charset="0"/>
              </a:rPr>
              <a:t>Continue doing</a:t>
            </a:r>
            <a:endParaRPr lang="en-US" sz="3600">
              <a:solidFill>
                <a:srgbClr val="FFFFFF"/>
              </a:solidFill>
              <a:effectLst>
                <a:outerShdw blurRad="38100" dist="38100" dir="2700000" algn="tl">
                  <a:srgbClr val="C0C0C0"/>
                </a:outerShdw>
              </a:effectLst>
              <a:latin typeface="Gill Sans" pitchFamily="80" charset="0"/>
              <a:ea typeface="Gill Sans" pitchFamily="80" charset="0"/>
              <a:cs typeface="Gill Sans" pitchFamily="80" charset="0"/>
              <a:sym typeface="Gill Sans" pitchFamily="80" charset="0"/>
            </a:endParaRPr>
          </a:p>
        </p:txBody>
      </p:sp>
      <p:grpSp>
        <p:nvGrpSpPr>
          <p:cNvPr id="62471" name="Group 6">
            <a:extLst>
              <a:ext uri="{FF2B5EF4-FFF2-40B4-BE49-F238E27FC236}">
                <a16:creationId xmlns:a16="http://schemas.microsoft.com/office/drawing/2014/main" id="{5CE8D1BE-AF92-EBB8-25FE-443BCD61B393}"/>
              </a:ext>
            </a:extLst>
          </p:cNvPr>
          <p:cNvGrpSpPr>
            <a:grpSpLocks/>
          </p:cNvGrpSpPr>
          <p:nvPr/>
        </p:nvGrpSpPr>
        <p:grpSpPr bwMode="auto">
          <a:xfrm>
            <a:off x="1117600" y="4851400"/>
            <a:ext cx="3098800" cy="2343150"/>
            <a:chOff x="0" y="0"/>
            <a:chExt cx="1951" cy="1476"/>
          </a:xfrm>
        </p:grpSpPr>
        <p:pic>
          <p:nvPicPr>
            <p:cNvPr id="62472" name="Picture 7">
              <a:extLst>
                <a:ext uri="{FF2B5EF4-FFF2-40B4-BE49-F238E27FC236}">
                  <a16:creationId xmlns:a16="http://schemas.microsoft.com/office/drawing/2014/main" id="{FCCF6064-2241-7F76-21DD-86B5CF4763F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1951" cy="14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Lst>
          </p:spPr>
        </p:pic>
        <p:sp>
          <p:nvSpPr>
            <p:cNvPr id="62473" name="Rectangle 8">
              <a:extLst>
                <a:ext uri="{FF2B5EF4-FFF2-40B4-BE49-F238E27FC236}">
                  <a16:creationId xmlns:a16="http://schemas.microsoft.com/office/drawing/2014/main" id="{1253478D-183A-AFEE-5B67-0D4E648FB594}"/>
                </a:ext>
              </a:extLst>
            </p:cNvPr>
            <p:cNvSpPr>
              <a:spLocks/>
            </p:cNvSpPr>
            <p:nvPr/>
          </p:nvSpPr>
          <p:spPr bwMode="auto">
            <a:xfrm>
              <a:off x="102" y="144"/>
              <a:ext cx="1576" cy="1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nchor="ctr"/>
            <a:lstStyle>
              <a:lvl1pPr>
                <a:spcBef>
                  <a:spcPts val="1800"/>
                </a:spcBef>
                <a:buClr>
                  <a:srgbClr val="5F7BAE"/>
                </a:buClr>
                <a:buSzPct val="150000"/>
                <a:buFont typeface="Lucida Grande" panose="020B0600040502020204" pitchFamily="34" charset="0"/>
                <a:buChar char="•"/>
                <a:defRPr sz="36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spcBef>
                  <a:spcPts val="1800"/>
                </a:spcBef>
                <a:buSzPct val="150000"/>
                <a:buFont typeface="Lucida Grande" panose="020B0600040502020204" pitchFamily="34" charset="0"/>
                <a:buChar char="•"/>
                <a:defRPr sz="32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spcBef>
                  <a:spcPts val="1800"/>
                </a:spcBef>
                <a:buSzPct val="150000"/>
                <a:buFont typeface="Lucida Grande" panose="020B0600040502020204" pitchFamily="34" charset="0"/>
                <a:buChar char="•"/>
                <a:defRPr sz="28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spcBef>
                  <a:spcPts val="1800"/>
                </a:spcBef>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spcBef>
                  <a:spcPts val="1800"/>
                </a:spcBef>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algn="ctr" eaLnBrk="1" hangingPunct="1">
                <a:lnSpc>
                  <a:spcPct val="80000"/>
                </a:lnSpc>
                <a:spcBef>
                  <a:spcPct val="0"/>
                </a:spcBef>
                <a:buClrTx/>
                <a:buSzTx/>
                <a:buFontTx/>
                <a:buNone/>
              </a:pPr>
              <a:r>
                <a:rPr lang="en-US" altLang="en-US" sz="2600">
                  <a:solidFill>
                    <a:srgbClr val="FF0000"/>
                  </a:solidFill>
                  <a:latin typeface="Comic Sans MS" panose="030F0902030302020204" pitchFamily="66" charset="0"/>
                  <a:sym typeface="Comic Sans MS" panose="030F0902030302020204" pitchFamily="66" charset="0"/>
                </a:rPr>
                <a:t>This is just one of many ways to do a sprint retrospective.</a:t>
              </a:r>
            </a:p>
          </p:txBody>
        </p:sp>
      </p:grpSp>
    </p:spTree>
  </p:cSld>
  <p:clrMapOvr>
    <a:masterClrMapping/>
  </p:clrMapOvr>
  <p:transition spd="med">
    <p:cove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4514" name="Group 1">
            <a:extLst>
              <a:ext uri="{FF2B5EF4-FFF2-40B4-BE49-F238E27FC236}">
                <a16:creationId xmlns:a16="http://schemas.microsoft.com/office/drawing/2014/main" id="{1DD8398F-F5EA-E730-901B-9B3A0C0F31D5}"/>
              </a:ext>
            </a:extLst>
          </p:cNvPr>
          <p:cNvGrpSpPr>
            <a:grpSpLocks/>
          </p:cNvGrpSpPr>
          <p:nvPr/>
        </p:nvGrpSpPr>
        <p:grpSpPr bwMode="auto">
          <a:xfrm>
            <a:off x="723900" y="1079500"/>
            <a:ext cx="4140200" cy="2044700"/>
            <a:chOff x="0" y="0"/>
            <a:chExt cx="2608" cy="1288"/>
          </a:xfrm>
        </p:grpSpPr>
        <p:sp>
          <p:nvSpPr>
            <p:cNvPr id="2" name="AutoShape 2">
              <a:extLst>
                <a:ext uri="{FF2B5EF4-FFF2-40B4-BE49-F238E27FC236}">
                  <a16:creationId xmlns:a16="http://schemas.microsoft.com/office/drawing/2014/main" id="{A7A6EC44-7933-0B89-2367-A69FC8C1464B}"/>
                </a:ext>
              </a:extLst>
            </p:cNvPr>
            <p:cNvSpPr>
              <a:spLocks/>
            </p:cNvSpPr>
            <p:nvPr/>
          </p:nvSpPr>
          <p:spPr bwMode="auto">
            <a:xfrm>
              <a:off x="8" y="0"/>
              <a:ext cx="2600" cy="1288"/>
            </a:xfrm>
            <a:prstGeom prst="roundRect">
              <a:avLst>
                <a:gd name="adj" fmla="val 14903"/>
              </a:avLst>
            </a:prstGeom>
            <a:solidFill>
              <a:srgbClr val="E6E6E6"/>
            </a:solidFill>
            <a:ln w="25400">
              <a:solidFill>
                <a:srgbClr val="B3B3B3"/>
              </a:solidFill>
              <a:round/>
              <a:headEnd/>
              <a:tailEnd/>
            </a:ln>
            <a:effectLst>
              <a:outerShdw blurRad="114300" dist="63500" dir="2700000" algn="ctr" rotWithShape="0">
                <a:schemeClr val="bg2">
                  <a:alpha val="29999"/>
                </a:schemeClr>
              </a:outerShdw>
            </a:effectLst>
          </p:spPr>
          <p:txBody>
            <a:bodyPr/>
            <a:lstStyle/>
            <a:p>
              <a:pPr algn="ctr" eaLnBrk="1" hangingPunct="1">
                <a:defRPr/>
              </a:pPr>
              <a:endParaRPr lang="en-US">
                <a:latin typeface="Gill Sans" pitchFamily="80" charset="0"/>
                <a:ea typeface="ヒラギノ角ゴ Pro W3" pitchFamily="80" charset="-128"/>
                <a:sym typeface="Gill Sans" pitchFamily="80" charset="0"/>
              </a:endParaRPr>
            </a:p>
          </p:txBody>
        </p:sp>
        <p:sp>
          <p:nvSpPr>
            <p:cNvPr id="64535" name="Rectangle 3">
              <a:extLst>
                <a:ext uri="{FF2B5EF4-FFF2-40B4-BE49-F238E27FC236}">
                  <a16:creationId xmlns:a16="http://schemas.microsoft.com/office/drawing/2014/main" id="{070318FE-1B0D-D9F7-235B-25A2CCA9FDA0}"/>
                </a:ext>
              </a:extLst>
            </p:cNvPr>
            <p:cNvSpPr>
              <a:spLocks/>
            </p:cNvSpPr>
            <p:nvPr/>
          </p:nvSpPr>
          <p:spPr bwMode="auto">
            <a:xfrm>
              <a:off x="96" y="392"/>
              <a:ext cx="1768" cy="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50800" tIns="50800" rIns="50800" bIns="50800"/>
            <a:lstStyle>
              <a:lvl1pPr>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eaLnBrk="1" hangingPunct="1">
                <a:buClr>
                  <a:srgbClr val="B3B3B3"/>
                </a:buClr>
                <a:buSzPct val="125000"/>
                <a:buFont typeface="Lucida Grande" panose="020B0600040502020204" pitchFamily="34" charset="0"/>
                <a:buChar char="•"/>
              </a:pPr>
              <a:r>
                <a:rPr lang="en-US" altLang="en-US" sz="2800">
                  <a:solidFill>
                    <a:srgbClr val="B3B3B3"/>
                  </a:solidFill>
                </a:rPr>
                <a:t>Product owner</a:t>
              </a:r>
            </a:p>
            <a:p>
              <a:pPr eaLnBrk="1" hangingPunct="1">
                <a:buClr>
                  <a:srgbClr val="B3B3B3"/>
                </a:buClr>
                <a:buSzPct val="125000"/>
                <a:buFont typeface="Lucida Grande" panose="020B0600040502020204" pitchFamily="34" charset="0"/>
                <a:buChar char="•"/>
              </a:pPr>
              <a:r>
                <a:rPr lang="en-US" altLang="en-US" sz="2800">
                  <a:solidFill>
                    <a:srgbClr val="B3B3B3"/>
                  </a:solidFill>
                </a:rPr>
                <a:t>ScrumMaster</a:t>
              </a:r>
            </a:p>
            <a:p>
              <a:pPr eaLnBrk="1" hangingPunct="1">
                <a:buClr>
                  <a:srgbClr val="B3B3B3"/>
                </a:buClr>
                <a:buSzPct val="125000"/>
                <a:buFont typeface="Lucida Grande" panose="020B0600040502020204" pitchFamily="34" charset="0"/>
                <a:buChar char="•"/>
              </a:pPr>
              <a:r>
                <a:rPr lang="en-US" altLang="en-US" sz="2800">
                  <a:solidFill>
                    <a:srgbClr val="B3B3B3"/>
                  </a:solidFill>
                </a:rPr>
                <a:t>Team</a:t>
              </a:r>
            </a:p>
          </p:txBody>
        </p:sp>
        <p:sp>
          <p:nvSpPr>
            <p:cNvPr id="64536" name="Rectangle 4">
              <a:extLst>
                <a:ext uri="{FF2B5EF4-FFF2-40B4-BE49-F238E27FC236}">
                  <a16:creationId xmlns:a16="http://schemas.microsoft.com/office/drawing/2014/main" id="{FB6B24A0-A89A-6D5D-BC74-ABF361DC64CA}"/>
                </a:ext>
              </a:extLst>
            </p:cNvPr>
            <p:cNvSpPr>
              <a:spLocks/>
            </p:cNvSpPr>
            <p:nvPr/>
          </p:nvSpPr>
          <p:spPr bwMode="auto">
            <a:xfrm>
              <a:off x="304" y="0"/>
              <a:ext cx="1200" cy="376"/>
            </a:xfrm>
            <a:prstGeom prst="rect">
              <a:avLst/>
            </a:prstGeom>
            <a:solidFill>
              <a:srgbClr val="B3B3B3"/>
            </a:solidFill>
            <a:ln>
              <a:noFill/>
            </a:ln>
            <a:extLst>
              <a:ext uri="{91240B29-F687-4F45-9708-019B960494DF}">
                <a14:hiddenLine xmlns:a14="http://schemas.microsoft.com/office/drawing/2010/main" w="25400">
                  <a:solidFill>
                    <a:schemeClr val="tx1"/>
                  </a:solidFill>
                  <a:miter lim="800000"/>
                  <a:headEnd/>
                  <a:tailEnd/>
                </a14:hiddenLine>
              </a:ext>
            </a:extLst>
          </p:spPr>
          <p:txBody>
            <a:bodyPr/>
            <a:lstStyle>
              <a:lvl1pPr>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algn="ctr" eaLnBrk="1" hangingPunct="1"/>
              <a:endParaRPr lang="en-US" altLang="en-US"/>
            </a:p>
          </p:txBody>
        </p:sp>
        <p:sp>
          <p:nvSpPr>
            <p:cNvPr id="64537" name="AutoShape 5">
              <a:extLst>
                <a:ext uri="{FF2B5EF4-FFF2-40B4-BE49-F238E27FC236}">
                  <a16:creationId xmlns:a16="http://schemas.microsoft.com/office/drawing/2014/main" id="{997F9CFF-3D27-152D-7C43-12552E1DACAA}"/>
                </a:ext>
              </a:extLst>
            </p:cNvPr>
            <p:cNvSpPr>
              <a:spLocks/>
            </p:cNvSpPr>
            <p:nvPr/>
          </p:nvSpPr>
          <p:spPr bwMode="auto">
            <a:xfrm rot="10800000">
              <a:off x="1432" y="88"/>
              <a:ext cx="312" cy="288"/>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13734" y="65"/>
                  </a:moveTo>
                  <a:cubicBezTo>
                    <a:pt x="4547" y="550"/>
                    <a:pt x="111" y="6203"/>
                    <a:pt x="14" y="14130"/>
                  </a:cubicBezTo>
                  <a:cubicBezTo>
                    <a:pt x="9" y="16620"/>
                    <a:pt x="5" y="19110"/>
                    <a:pt x="0" y="21600"/>
                  </a:cubicBezTo>
                  <a:cubicBezTo>
                    <a:pt x="7200" y="21600"/>
                    <a:pt x="14400" y="21600"/>
                    <a:pt x="21600" y="21600"/>
                  </a:cubicBezTo>
                  <a:cubicBezTo>
                    <a:pt x="21600" y="14400"/>
                    <a:pt x="21600" y="7200"/>
                    <a:pt x="21600" y="0"/>
                  </a:cubicBezTo>
                  <a:cubicBezTo>
                    <a:pt x="18978" y="22"/>
                    <a:pt x="16356" y="43"/>
                    <a:pt x="13734" y="65"/>
                  </a:cubicBezTo>
                  <a:cubicBezTo>
                    <a:pt x="13734" y="65"/>
                    <a:pt x="13734" y="65"/>
                    <a:pt x="13734" y="65"/>
                  </a:cubicBezTo>
                  <a:cubicBezTo>
                    <a:pt x="13734" y="65"/>
                    <a:pt x="13734" y="65"/>
                    <a:pt x="13734" y="65"/>
                  </a:cubicBezTo>
                </a:path>
              </a:pathLst>
            </a:custGeom>
            <a:solidFill>
              <a:srgbClr val="B3B3B3"/>
            </a:solidFill>
            <a:ln>
              <a:noFill/>
            </a:ln>
            <a:extLst>
              <a:ext uri="{91240B29-F687-4F45-9708-019B960494DF}">
                <a14:hiddenLine xmlns:a14="http://schemas.microsoft.com/office/drawing/2010/main" w="25400">
                  <a:solidFill>
                    <a:schemeClr val="tx1"/>
                  </a:solidFill>
                  <a:miter lim="800000"/>
                  <a:headEnd/>
                  <a:tailEnd/>
                </a14:hiddenLine>
              </a:ext>
            </a:extLst>
          </p:spPr>
          <p:txBody>
            <a:bodyPr/>
            <a:lstStyle/>
            <a:p>
              <a:endParaRPr lang="en-US"/>
            </a:p>
          </p:txBody>
        </p:sp>
        <p:sp>
          <p:nvSpPr>
            <p:cNvPr id="64538" name="AutoShape 6">
              <a:extLst>
                <a:ext uri="{FF2B5EF4-FFF2-40B4-BE49-F238E27FC236}">
                  <a16:creationId xmlns:a16="http://schemas.microsoft.com/office/drawing/2014/main" id="{C65CA673-DCB8-3DE8-EB94-8EBA8CCA43A2}"/>
                </a:ext>
              </a:extLst>
            </p:cNvPr>
            <p:cNvSpPr>
              <a:spLocks/>
            </p:cNvSpPr>
            <p:nvPr/>
          </p:nvSpPr>
          <p:spPr bwMode="auto">
            <a:xfrm>
              <a:off x="0" y="0"/>
              <a:ext cx="312" cy="288"/>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13734" y="65"/>
                  </a:moveTo>
                  <a:cubicBezTo>
                    <a:pt x="4547" y="550"/>
                    <a:pt x="111" y="6203"/>
                    <a:pt x="14" y="14130"/>
                  </a:cubicBezTo>
                  <a:cubicBezTo>
                    <a:pt x="9" y="16620"/>
                    <a:pt x="5" y="19110"/>
                    <a:pt x="0" y="21600"/>
                  </a:cubicBezTo>
                  <a:cubicBezTo>
                    <a:pt x="7200" y="21600"/>
                    <a:pt x="14400" y="21600"/>
                    <a:pt x="21600" y="21600"/>
                  </a:cubicBezTo>
                  <a:cubicBezTo>
                    <a:pt x="21600" y="14400"/>
                    <a:pt x="21600" y="7200"/>
                    <a:pt x="21600" y="0"/>
                  </a:cubicBezTo>
                  <a:cubicBezTo>
                    <a:pt x="18978" y="22"/>
                    <a:pt x="16356" y="43"/>
                    <a:pt x="13734" y="65"/>
                  </a:cubicBezTo>
                  <a:cubicBezTo>
                    <a:pt x="13734" y="65"/>
                    <a:pt x="13734" y="65"/>
                    <a:pt x="13734" y="65"/>
                  </a:cubicBezTo>
                  <a:cubicBezTo>
                    <a:pt x="13734" y="65"/>
                    <a:pt x="13734" y="65"/>
                    <a:pt x="13734" y="65"/>
                  </a:cubicBezTo>
                </a:path>
              </a:pathLst>
            </a:custGeom>
            <a:solidFill>
              <a:srgbClr val="B3B3B3"/>
            </a:solidFill>
            <a:ln>
              <a:noFill/>
            </a:ln>
            <a:extLst>
              <a:ext uri="{91240B29-F687-4F45-9708-019B960494DF}">
                <a14:hiddenLine xmlns:a14="http://schemas.microsoft.com/office/drawing/2010/main" w="25400">
                  <a:solidFill>
                    <a:schemeClr val="tx1"/>
                  </a:solidFill>
                  <a:miter lim="800000"/>
                  <a:headEnd/>
                  <a:tailEnd/>
                </a14:hiddenLine>
              </a:ext>
            </a:extLst>
          </p:spPr>
          <p:txBody>
            <a:bodyPr/>
            <a:lstStyle/>
            <a:p>
              <a:endParaRPr lang="en-US"/>
            </a:p>
          </p:txBody>
        </p:sp>
        <p:sp>
          <p:nvSpPr>
            <p:cNvPr id="64539" name="Rectangle 7">
              <a:extLst>
                <a:ext uri="{FF2B5EF4-FFF2-40B4-BE49-F238E27FC236}">
                  <a16:creationId xmlns:a16="http://schemas.microsoft.com/office/drawing/2014/main" id="{91074DAB-4E97-04FF-92F1-234618FEA197}"/>
                </a:ext>
              </a:extLst>
            </p:cNvPr>
            <p:cNvSpPr>
              <a:spLocks/>
            </p:cNvSpPr>
            <p:nvPr/>
          </p:nvSpPr>
          <p:spPr bwMode="auto">
            <a:xfrm>
              <a:off x="0" y="216"/>
              <a:ext cx="392" cy="160"/>
            </a:xfrm>
            <a:prstGeom prst="rect">
              <a:avLst/>
            </a:prstGeom>
            <a:solidFill>
              <a:srgbClr val="B3B3B3"/>
            </a:solidFill>
            <a:ln>
              <a:noFill/>
            </a:ln>
            <a:extLst>
              <a:ext uri="{91240B29-F687-4F45-9708-019B960494DF}">
                <a14:hiddenLine xmlns:a14="http://schemas.microsoft.com/office/drawing/2010/main" w="25400">
                  <a:solidFill>
                    <a:schemeClr val="tx1"/>
                  </a:solidFill>
                  <a:miter lim="800000"/>
                  <a:headEnd/>
                  <a:tailEnd/>
                </a14:hiddenLine>
              </a:ext>
            </a:extLst>
          </p:spPr>
          <p:txBody>
            <a:bodyPr/>
            <a:lstStyle>
              <a:lvl1pPr>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algn="ctr" eaLnBrk="1" hangingPunct="1"/>
              <a:endParaRPr lang="en-US" altLang="en-US"/>
            </a:p>
          </p:txBody>
        </p:sp>
        <p:sp>
          <p:nvSpPr>
            <p:cNvPr id="64540" name="Rectangle 8">
              <a:extLst>
                <a:ext uri="{FF2B5EF4-FFF2-40B4-BE49-F238E27FC236}">
                  <a16:creationId xmlns:a16="http://schemas.microsoft.com/office/drawing/2014/main" id="{0244FA87-9FFC-2E51-CCE2-0F0A4555DDC0}"/>
                </a:ext>
              </a:extLst>
            </p:cNvPr>
            <p:cNvSpPr>
              <a:spLocks/>
            </p:cNvSpPr>
            <p:nvPr/>
          </p:nvSpPr>
          <p:spPr bwMode="auto">
            <a:xfrm>
              <a:off x="1352" y="0"/>
              <a:ext cx="392" cy="160"/>
            </a:xfrm>
            <a:prstGeom prst="rect">
              <a:avLst/>
            </a:prstGeom>
            <a:solidFill>
              <a:srgbClr val="B3B3B3"/>
            </a:solidFill>
            <a:ln>
              <a:noFill/>
            </a:ln>
            <a:extLst>
              <a:ext uri="{91240B29-F687-4F45-9708-019B960494DF}">
                <a14:hiddenLine xmlns:a14="http://schemas.microsoft.com/office/drawing/2010/main" w="25400">
                  <a:solidFill>
                    <a:schemeClr val="tx1"/>
                  </a:solidFill>
                  <a:miter lim="800000"/>
                  <a:headEnd/>
                  <a:tailEnd/>
                </a14:hiddenLine>
              </a:ext>
            </a:extLst>
          </p:spPr>
          <p:txBody>
            <a:bodyPr/>
            <a:lstStyle>
              <a:lvl1pPr>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algn="ctr" eaLnBrk="1" hangingPunct="1"/>
              <a:endParaRPr lang="en-US" altLang="en-US"/>
            </a:p>
          </p:txBody>
        </p:sp>
        <p:sp>
          <p:nvSpPr>
            <p:cNvPr id="64541" name="Rectangle 9">
              <a:extLst>
                <a:ext uri="{FF2B5EF4-FFF2-40B4-BE49-F238E27FC236}">
                  <a16:creationId xmlns:a16="http://schemas.microsoft.com/office/drawing/2014/main" id="{D9305711-A6F4-D631-138B-29BD3FBB8F74}"/>
                </a:ext>
              </a:extLst>
            </p:cNvPr>
            <p:cNvSpPr>
              <a:spLocks/>
            </p:cNvSpPr>
            <p:nvPr/>
          </p:nvSpPr>
          <p:spPr bwMode="auto">
            <a:xfrm>
              <a:off x="104" y="8"/>
              <a:ext cx="1336" cy="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50800" tIns="50800" rIns="50800" bIns="50800"/>
            <a:lstStyle>
              <a:lvl1pPr>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eaLnBrk="1" hangingPunct="1"/>
              <a:r>
                <a:rPr lang="en-US" altLang="en-US">
                  <a:solidFill>
                    <a:srgbClr val="FFFFFF"/>
                  </a:solidFill>
                </a:rPr>
                <a:t>Roles</a:t>
              </a:r>
            </a:p>
          </p:txBody>
        </p:sp>
      </p:grpSp>
      <p:sp>
        <p:nvSpPr>
          <p:cNvPr id="64515" name="Rectangle 10">
            <a:extLst>
              <a:ext uri="{FF2B5EF4-FFF2-40B4-BE49-F238E27FC236}">
                <a16:creationId xmlns:a16="http://schemas.microsoft.com/office/drawing/2014/main" id="{55C1A2FE-6C9E-7BC9-BB93-B078C29357AF}"/>
              </a:ext>
            </a:extLst>
          </p:cNvPr>
          <p:cNvSpPr>
            <a:spLocks noGrp="1" noChangeArrowheads="1"/>
          </p:cNvSpPr>
          <p:nvPr>
            <p:ph type="title"/>
          </p:nvPr>
        </p:nvSpPr>
        <p:spPr/>
        <p:txBody>
          <a:bodyPr/>
          <a:lstStyle/>
          <a:p>
            <a:pPr eaLnBrk="1" hangingPunct="1"/>
            <a:r>
              <a:rPr lang="en-US" altLang="en-US"/>
              <a:t>Scrum framework</a:t>
            </a:r>
          </a:p>
        </p:txBody>
      </p:sp>
      <p:grpSp>
        <p:nvGrpSpPr>
          <p:cNvPr id="64516" name="Group 11">
            <a:extLst>
              <a:ext uri="{FF2B5EF4-FFF2-40B4-BE49-F238E27FC236}">
                <a16:creationId xmlns:a16="http://schemas.microsoft.com/office/drawing/2014/main" id="{3F7FAA94-5469-9B30-3C31-54D8133132C4}"/>
              </a:ext>
            </a:extLst>
          </p:cNvPr>
          <p:cNvGrpSpPr>
            <a:grpSpLocks/>
          </p:cNvGrpSpPr>
          <p:nvPr/>
        </p:nvGrpSpPr>
        <p:grpSpPr bwMode="auto">
          <a:xfrm>
            <a:off x="3162300" y="2692400"/>
            <a:ext cx="4140200" cy="2527300"/>
            <a:chOff x="0" y="0"/>
            <a:chExt cx="2608" cy="1592"/>
          </a:xfrm>
        </p:grpSpPr>
        <p:sp>
          <p:nvSpPr>
            <p:cNvPr id="3" name="AutoShape 12">
              <a:extLst>
                <a:ext uri="{FF2B5EF4-FFF2-40B4-BE49-F238E27FC236}">
                  <a16:creationId xmlns:a16="http://schemas.microsoft.com/office/drawing/2014/main" id="{126AAD77-61FB-AFDF-7736-25466119D6C3}"/>
                </a:ext>
              </a:extLst>
            </p:cNvPr>
            <p:cNvSpPr>
              <a:spLocks/>
            </p:cNvSpPr>
            <p:nvPr/>
          </p:nvSpPr>
          <p:spPr bwMode="auto">
            <a:xfrm>
              <a:off x="8" y="0"/>
              <a:ext cx="2600" cy="1592"/>
            </a:xfrm>
            <a:prstGeom prst="roundRect">
              <a:avLst>
                <a:gd name="adj" fmla="val 12060"/>
              </a:avLst>
            </a:prstGeom>
            <a:solidFill>
              <a:srgbClr val="E6E6E6"/>
            </a:solidFill>
            <a:ln w="25400">
              <a:solidFill>
                <a:srgbClr val="B3B3B3"/>
              </a:solidFill>
              <a:round/>
              <a:headEnd/>
              <a:tailEnd/>
            </a:ln>
            <a:effectLst>
              <a:outerShdw blurRad="114300" dist="63500" dir="2700000" algn="ctr" rotWithShape="0">
                <a:schemeClr val="bg2">
                  <a:alpha val="29999"/>
                </a:schemeClr>
              </a:outerShdw>
            </a:effectLst>
          </p:spPr>
          <p:txBody>
            <a:bodyPr/>
            <a:lstStyle/>
            <a:p>
              <a:pPr algn="ctr" eaLnBrk="1" hangingPunct="1">
                <a:defRPr/>
              </a:pPr>
              <a:endParaRPr lang="en-US">
                <a:latin typeface="Gill Sans" pitchFamily="80" charset="0"/>
                <a:ea typeface="ヒラギノ角ゴ Pro W3" pitchFamily="80" charset="-128"/>
                <a:sym typeface="Gill Sans" pitchFamily="80" charset="0"/>
              </a:endParaRPr>
            </a:p>
          </p:txBody>
        </p:sp>
        <p:sp>
          <p:nvSpPr>
            <p:cNvPr id="64527" name="Rectangle 13">
              <a:extLst>
                <a:ext uri="{FF2B5EF4-FFF2-40B4-BE49-F238E27FC236}">
                  <a16:creationId xmlns:a16="http://schemas.microsoft.com/office/drawing/2014/main" id="{F98345ED-A1E9-1213-19F7-39EB5786DE7E}"/>
                </a:ext>
              </a:extLst>
            </p:cNvPr>
            <p:cNvSpPr>
              <a:spLocks/>
            </p:cNvSpPr>
            <p:nvPr/>
          </p:nvSpPr>
          <p:spPr bwMode="auto">
            <a:xfrm>
              <a:off x="96" y="392"/>
              <a:ext cx="2320" cy="1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50800" tIns="50800" rIns="50800" bIns="50800"/>
            <a:lstStyle>
              <a:lvl1pPr>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eaLnBrk="1" hangingPunct="1">
                <a:buClr>
                  <a:srgbClr val="B3B3B3"/>
                </a:buClr>
                <a:buSzPct val="125000"/>
                <a:buFont typeface="Lucida Grande" panose="020B0600040502020204" pitchFamily="34" charset="0"/>
                <a:buChar char="•"/>
              </a:pPr>
              <a:r>
                <a:rPr lang="en-US" altLang="en-US" sz="2800">
                  <a:solidFill>
                    <a:srgbClr val="B3B3B3"/>
                  </a:solidFill>
                </a:rPr>
                <a:t>Sprint planning</a:t>
              </a:r>
            </a:p>
            <a:p>
              <a:pPr eaLnBrk="1" hangingPunct="1">
                <a:buClr>
                  <a:srgbClr val="B3B3B3"/>
                </a:buClr>
                <a:buSzPct val="125000"/>
                <a:buFont typeface="Lucida Grande" panose="020B0600040502020204" pitchFamily="34" charset="0"/>
                <a:buChar char="•"/>
              </a:pPr>
              <a:r>
                <a:rPr lang="en-US" altLang="en-US" sz="2800">
                  <a:solidFill>
                    <a:srgbClr val="B3B3B3"/>
                  </a:solidFill>
                </a:rPr>
                <a:t>Sprint review</a:t>
              </a:r>
            </a:p>
            <a:p>
              <a:pPr eaLnBrk="1" hangingPunct="1">
                <a:buClr>
                  <a:srgbClr val="B3B3B3"/>
                </a:buClr>
                <a:buSzPct val="125000"/>
                <a:buFont typeface="Lucida Grande" panose="020B0600040502020204" pitchFamily="34" charset="0"/>
                <a:buChar char="•"/>
              </a:pPr>
              <a:r>
                <a:rPr lang="en-US" altLang="en-US" sz="2800">
                  <a:solidFill>
                    <a:srgbClr val="B3B3B3"/>
                  </a:solidFill>
                </a:rPr>
                <a:t>Sprint retrospective</a:t>
              </a:r>
            </a:p>
            <a:p>
              <a:pPr eaLnBrk="1" hangingPunct="1">
                <a:buClr>
                  <a:srgbClr val="B3B3B3"/>
                </a:buClr>
                <a:buSzPct val="125000"/>
                <a:buFont typeface="Lucida Grande" panose="020B0600040502020204" pitchFamily="34" charset="0"/>
                <a:buChar char="•"/>
              </a:pPr>
              <a:r>
                <a:rPr lang="en-US" altLang="en-US" sz="2800">
                  <a:solidFill>
                    <a:srgbClr val="B3B3B3"/>
                  </a:solidFill>
                </a:rPr>
                <a:t>Daily scrum meeting</a:t>
              </a:r>
            </a:p>
          </p:txBody>
        </p:sp>
        <p:sp>
          <p:nvSpPr>
            <p:cNvPr id="64528" name="Rectangle 14">
              <a:extLst>
                <a:ext uri="{FF2B5EF4-FFF2-40B4-BE49-F238E27FC236}">
                  <a16:creationId xmlns:a16="http://schemas.microsoft.com/office/drawing/2014/main" id="{E55C3646-1A1D-7D95-6A4C-E493FECB6709}"/>
                </a:ext>
              </a:extLst>
            </p:cNvPr>
            <p:cNvSpPr>
              <a:spLocks/>
            </p:cNvSpPr>
            <p:nvPr/>
          </p:nvSpPr>
          <p:spPr bwMode="auto">
            <a:xfrm>
              <a:off x="304" y="0"/>
              <a:ext cx="1200" cy="376"/>
            </a:xfrm>
            <a:prstGeom prst="rect">
              <a:avLst/>
            </a:prstGeom>
            <a:solidFill>
              <a:srgbClr val="B3B3B3"/>
            </a:solidFill>
            <a:ln>
              <a:noFill/>
            </a:ln>
            <a:extLst>
              <a:ext uri="{91240B29-F687-4F45-9708-019B960494DF}">
                <a14:hiddenLine xmlns:a14="http://schemas.microsoft.com/office/drawing/2010/main" w="25400">
                  <a:solidFill>
                    <a:schemeClr val="tx1"/>
                  </a:solidFill>
                  <a:miter lim="800000"/>
                  <a:headEnd/>
                  <a:tailEnd/>
                </a14:hiddenLine>
              </a:ext>
            </a:extLst>
          </p:spPr>
          <p:txBody>
            <a:bodyPr/>
            <a:lstStyle>
              <a:lvl1pPr>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algn="ctr" eaLnBrk="1" hangingPunct="1"/>
              <a:endParaRPr lang="en-US" altLang="en-US"/>
            </a:p>
          </p:txBody>
        </p:sp>
        <p:sp>
          <p:nvSpPr>
            <p:cNvPr id="64529" name="AutoShape 15">
              <a:extLst>
                <a:ext uri="{FF2B5EF4-FFF2-40B4-BE49-F238E27FC236}">
                  <a16:creationId xmlns:a16="http://schemas.microsoft.com/office/drawing/2014/main" id="{613ADD6A-922C-85F7-7BDE-0EA3904B1314}"/>
                </a:ext>
              </a:extLst>
            </p:cNvPr>
            <p:cNvSpPr>
              <a:spLocks/>
            </p:cNvSpPr>
            <p:nvPr/>
          </p:nvSpPr>
          <p:spPr bwMode="auto">
            <a:xfrm rot="10800000">
              <a:off x="1432" y="88"/>
              <a:ext cx="312" cy="288"/>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13734" y="65"/>
                  </a:moveTo>
                  <a:cubicBezTo>
                    <a:pt x="4547" y="550"/>
                    <a:pt x="111" y="6203"/>
                    <a:pt x="14" y="14130"/>
                  </a:cubicBezTo>
                  <a:cubicBezTo>
                    <a:pt x="9" y="16620"/>
                    <a:pt x="5" y="19110"/>
                    <a:pt x="0" y="21600"/>
                  </a:cubicBezTo>
                  <a:cubicBezTo>
                    <a:pt x="7200" y="21600"/>
                    <a:pt x="14400" y="21600"/>
                    <a:pt x="21600" y="21600"/>
                  </a:cubicBezTo>
                  <a:cubicBezTo>
                    <a:pt x="21600" y="14400"/>
                    <a:pt x="21600" y="7200"/>
                    <a:pt x="21600" y="0"/>
                  </a:cubicBezTo>
                  <a:cubicBezTo>
                    <a:pt x="18978" y="22"/>
                    <a:pt x="16356" y="43"/>
                    <a:pt x="13734" y="65"/>
                  </a:cubicBezTo>
                  <a:cubicBezTo>
                    <a:pt x="13734" y="65"/>
                    <a:pt x="13734" y="65"/>
                    <a:pt x="13734" y="65"/>
                  </a:cubicBezTo>
                  <a:cubicBezTo>
                    <a:pt x="13734" y="65"/>
                    <a:pt x="13734" y="65"/>
                    <a:pt x="13734" y="65"/>
                  </a:cubicBezTo>
                </a:path>
              </a:pathLst>
            </a:custGeom>
            <a:solidFill>
              <a:srgbClr val="B3B3B3"/>
            </a:solidFill>
            <a:ln>
              <a:noFill/>
            </a:ln>
            <a:extLst>
              <a:ext uri="{91240B29-F687-4F45-9708-019B960494DF}">
                <a14:hiddenLine xmlns:a14="http://schemas.microsoft.com/office/drawing/2010/main" w="25400">
                  <a:solidFill>
                    <a:schemeClr val="tx1"/>
                  </a:solidFill>
                  <a:miter lim="800000"/>
                  <a:headEnd/>
                  <a:tailEnd/>
                </a14:hiddenLine>
              </a:ext>
            </a:extLst>
          </p:spPr>
          <p:txBody>
            <a:bodyPr/>
            <a:lstStyle/>
            <a:p>
              <a:endParaRPr lang="en-US"/>
            </a:p>
          </p:txBody>
        </p:sp>
        <p:sp>
          <p:nvSpPr>
            <p:cNvPr id="64530" name="AutoShape 16">
              <a:extLst>
                <a:ext uri="{FF2B5EF4-FFF2-40B4-BE49-F238E27FC236}">
                  <a16:creationId xmlns:a16="http://schemas.microsoft.com/office/drawing/2014/main" id="{3B76ACCF-D5F7-C2E4-14F4-6A7AA9A583F7}"/>
                </a:ext>
              </a:extLst>
            </p:cNvPr>
            <p:cNvSpPr>
              <a:spLocks/>
            </p:cNvSpPr>
            <p:nvPr/>
          </p:nvSpPr>
          <p:spPr bwMode="auto">
            <a:xfrm>
              <a:off x="0" y="0"/>
              <a:ext cx="312" cy="288"/>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13734" y="65"/>
                  </a:moveTo>
                  <a:cubicBezTo>
                    <a:pt x="4547" y="550"/>
                    <a:pt x="111" y="6203"/>
                    <a:pt x="14" y="14130"/>
                  </a:cubicBezTo>
                  <a:cubicBezTo>
                    <a:pt x="9" y="16620"/>
                    <a:pt x="5" y="19110"/>
                    <a:pt x="0" y="21600"/>
                  </a:cubicBezTo>
                  <a:cubicBezTo>
                    <a:pt x="7200" y="21600"/>
                    <a:pt x="14400" y="21600"/>
                    <a:pt x="21600" y="21600"/>
                  </a:cubicBezTo>
                  <a:cubicBezTo>
                    <a:pt x="21600" y="14400"/>
                    <a:pt x="21600" y="7200"/>
                    <a:pt x="21600" y="0"/>
                  </a:cubicBezTo>
                  <a:cubicBezTo>
                    <a:pt x="18978" y="22"/>
                    <a:pt x="16356" y="43"/>
                    <a:pt x="13734" y="65"/>
                  </a:cubicBezTo>
                  <a:cubicBezTo>
                    <a:pt x="13734" y="65"/>
                    <a:pt x="13734" y="65"/>
                    <a:pt x="13734" y="65"/>
                  </a:cubicBezTo>
                  <a:cubicBezTo>
                    <a:pt x="13734" y="65"/>
                    <a:pt x="13734" y="65"/>
                    <a:pt x="13734" y="65"/>
                  </a:cubicBezTo>
                </a:path>
              </a:pathLst>
            </a:custGeom>
            <a:solidFill>
              <a:srgbClr val="B3B3B3"/>
            </a:solidFill>
            <a:ln>
              <a:noFill/>
            </a:ln>
            <a:extLst>
              <a:ext uri="{91240B29-F687-4F45-9708-019B960494DF}">
                <a14:hiddenLine xmlns:a14="http://schemas.microsoft.com/office/drawing/2010/main" w="25400">
                  <a:solidFill>
                    <a:schemeClr val="tx1"/>
                  </a:solidFill>
                  <a:miter lim="800000"/>
                  <a:headEnd/>
                  <a:tailEnd/>
                </a14:hiddenLine>
              </a:ext>
            </a:extLst>
          </p:spPr>
          <p:txBody>
            <a:bodyPr/>
            <a:lstStyle/>
            <a:p>
              <a:endParaRPr lang="en-US"/>
            </a:p>
          </p:txBody>
        </p:sp>
        <p:sp>
          <p:nvSpPr>
            <p:cNvPr id="64531" name="Rectangle 17">
              <a:extLst>
                <a:ext uri="{FF2B5EF4-FFF2-40B4-BE49-F238E27FC236}">
                  <a16:creationId xmlns:a16="http://schemas.microsoft.com/office/drawing/2014/main" id="{9C7FBDC5-9D89-6035-317C-EE7DA2F58723}"/>
                </a:ext>
              </a:extLst>
            </p:cNvPr>
            <p:cNvSpPr>
              <a:spLocks/>
            </p:cNvSpPr>
            <p:nvPr/>
          </p:nvSpPr>
          <p:spPr bwMode="auto">
            <a:xfrm>
              <a:off x="0" y="216"/>
              <a:ext cx="392" cy="160"/>
            </a:xfrm>
            <a:prstGeom prst="rect">
              <a:avLst/>
            </a:prstGeom>
            <a:solidFill>
              <a:srgbClr val="B3B3B3"/>
            </a:solidFill>
            <a:ln>
              <a:noFill/>
            </a:ln>
            <a:extLst>
              <a:ext uri="{91240B29-F687-4F45-9708-019B960494DF}">
                <a14:hiddenLine xmlns:a14="http://schemas.microsoft.com/office/drawing/2010/main" w="25400">
                  <a:solidFill>
                    <a:schemeClr val="tx1"/>
                  </a:solidFill>
                  <a:miter lim="800000"/>
                  <a:headEnd/>
                  <a:tailEnd/>
                </a14:hiddenLine>
              </a:ext>
            </a:extLst>
          </p:spPr>
          <p:txBody>
            <a:bodyPr/>
            <a:lstStyle>
              <a:lvl1pPr>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algn="ctr" eaLnBrk="1" hangingPunct="1"/>
              <a:endParaRPr lang="en-US" altLang="en-US"/>
            </a:p>
          </p:txBody>
        </p:sp>
        <p:sp>
          <p:nvSpPr>
            <p:cNvPr id="64532" name="Rectangle 18">
              <a:extLst>
                <a:ext uri="{FF2B5EF4-FFF2-40B4-BE49-F238E27FC236}">
                  <a16:creationId xmlns:a16="http://schemas.microsoft.com/office/drawing/2014/main" id="{3C4BFC06-FE27-F40E-EF80-090CE11E3045}"/>
                </a:ext>
              </a:extLst>
            </p:cNvPr>
            <p:cNvSpPr>
              <a:spLocks/>
            </p:cNvSpPr>
            <p:nvPr/>
          </p:nvSpPr>
          <p:spPr bwMode="auto">
            <a:xfrm>
              <a:off x="1352" y="0"/>
              <a:ext cx="392" cy="160"/>
            </a:xfrm>
            <a:prstGeom prst="rect">
              <a:avLst/>
            </a:prstGeom>
            <a:solidFill>
              <a:srgbClr val="B3B3B3"/>
            </a:solidFill>
            <a:ln>
              <a:noFill/>
            </a:ln>
            <a:extLst>
              <a:ext uri="{91240B29-F687-4F45-9708-019B960494DF}">
                <a14:hiddenLine xmlns:a14="http://schemas.microsoft.com/office/drawing/2010/main" w="25400">
                  <a:solidFill>
                    <a:schemeClr val="tx1"/>
                  </a:solidFill>
                  <a:miter lim="800000"/>
                  <a:headEnd/>
                  <a:tailEnd/>
                </a14:hiddenLine>
              </a:ext>
            </a:extLst>
          </p:spPr>
          <p:txBody>
            <a:bodyPr/>
            <a:lstStyle>
              <a:lvl1pPr>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algn="ctr" eaLnBrk="1" hangingPunct="1"/>
              <a:endParaRPr lang="en-US" altLang="en-US"/>
            </a:p>
          </p:txBody>
        </p:sp>
        <p:sp>
          <p:nvSpPr>
            <p:cNvPr id="64533" name="Rectangle 19">
              <a:extLst>
                <a:ext uri="{FF2B5EF4-FFF2-40B4-BE49-F238E27FC236}">
                  <a16:creationId xmlns:a16="http://schemas.microsoft.com/office/drawing/2014/main" id="{0E66CAF2-6CB5-0D46-1B47-BDEC59C99D17}"/>
                </a:ext>
              </a:extLst>
            </p:cNvPr>
            <p:cNvSpPr>
              <a:spLocks/>
            </p:cNvSpPr>
            <p:nvPr/>
          </p:nvSpPr>
          <p:spPr bwMode="auto">
            <a:xfrm>
              <a:off x="104" y="8"/>
              <a:ext cx="1640" cy="352"/>
            </a:xfrm>
            <a:prstGeom prst="rect">
              <a:avLst/>
            </a:prstGeom>
            <a:solidFill>
              <a:srgbClr val="B3B3B3"/>
            </a:solidFill>
            <a:ln>
              <a:noFill/>
            </a:ln>
            <a:extLst>
              <a:ext uri="{91240B29-F687-4F45-9708-019B960494DF}">
                <a14:hiddenLine xmlns:a14="http://schemas.microsoft.com/office/drawing/2010/main" w="9525">
                  <a:solidFill>
                    <a:schemeClr val="tx1"/>
                  </a:solidFill>
                  <a:miter lim="800000"/>
                  <a:headEnd/>
                  <a:tailEnd/>
                </a14:hiddenLine>
              </a:ext>
            </a:extLst>
          </p:spPr>
          <p:txBody>
            <a:bodyPr lIns="50800" tIns="50800" rIns="50800" bIns="50800"/>
            <a:lstStyle>
              <a:lvl1pPr>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eaLnBrk="1" hangingPunct="1"/>
              <a:r>
                <a:rPr lang="en-US" altLang="en-US">
                  <a:solidFill>
                    <a:srgbClr val="FFFFFF"/>
                  </a:solidFill>
                </a:rPr>
                <a:t>Ceremonies</a:t>
              </a:r>
            </a:p>
          </p:txBody>
        </p:sp>
      </p:grpSp>
      <p:grpSp>
        <p:nvGrpSpPr>
          <p:cNvPr id="64517" name="Group 20">
            <a:extLst>
              <a:ext uri="{FF2B5EF4-FFF2-40B4-BE49-F238E27FC236}">
                <a16:creationId xmlns:a16="http://schemas.microsoft.com/office/drawing/2014/main" id="{68B9BB99-69E5-C7C4-4781-7DBA932EEEF7}"/>
              </a:ext>
            </a:extLst>
          </p:cNvPr>
          <p:cNvGrpSpPr>
            <a:grpSpLocks/>
          </p:cNvGrpSpPr>
          <p:nvPr/>
        </p:nvGrpSpPr>
        <p:grpSpPr bwMode="auto">
          <a:xfrm>
            <a:off x="5105400" y="5105400"/>
            <a:ext cx="4140200" cy="2044700"/>
            <a:chOff x="0" y="0"/>
            <a:chExt cx="2608" cy="1288"/>
          </a:xfrm>
        </p:grpSpPr>
        <p:sp>
          <p:nvSpPr>
            <p:cNvPr id="34837" name="AutoShape 21">
              <a:extLst>
                <a:ext uri="{FF2B5EF4-FFF2-40B4-BE49-F238E27FC236}">
                  <a16:creationId xmlns:a16="http://schemas.microsoft.com/office/drawing/2014/main" id="{313B4DF8-FD1D-E524-12D9-2D03AE295F28}"/>
                </a:ext>
              </a:extLst>
            </p:cNvPr>
            <p:cNvSpPr>
              <a:spLocks/>
            </p:cNvSpPr>
            <p:nvPr/>
          </p:nvSpPr>
          <p:spPr bwMode="auto">
            <a:xfrm>
              <a:off x="8" y="0"/>
              <a:ext cx="2600" cy="1288"/>
            </a:xfrm>
            <a:prstGeom prst="roundRect">
              <a:avLst>
                <a:gd name="adj" fmla="val 14903"/>
              </a:avLst>
            </a:prstGeom>
            <a:blipFill dpi="0" rotWithShape="0">
              <a:blip r:embed="rId3"/>
              <a:srcRect/>
              <a:tile tx="0" ty="0" sx="100000" sy="100000" flip="none" algn="tl"/>
            </a:blipFill>
            <a:ln w="25400">
              <a:solidFill>
                <a:srgbClr val="003C83"/>
              </a:solidFill>
              <a:round/>
              <a:headEnd/>
              <a:tailEnd/>
            </a:ln>
            <a:effectLst>
              <a:outerShdw blurRad="114300" dist="63500" dir="2700000" algn="ctr" rotWithShape="0">
                <a:schemeClr val="bg2">
                  <a:alpha val="29999"/>
                </a:schemeClr>
              </a:outerShdw>
            </a:effectLst>
          </p:spPr>
          <p:txBody>
            <a:bodyPr/>
            <a:lstStyle/>
            <a:p>
              <a:pPr algn="ctr" eaLnBrk="1" hangingPunct="1">
                <a:defRPr/>
              </a:pPr>
              <a:endParaRPr lang="en-US">
                <a:latin typeface="Gill Sans" pitchFamily="80" charset="0"/>
                <a:ea typeface="ヒラギノ角ゴ Pro W3" pitchFamily="80" charset="-128"/>
                <a:sym typeface="Gill Sans" pitchFamily="80" charset="0"/>
              </a:endParaRPr>
            </a:p>
          </p:txBody>
        </p:sp>
        <p:sp>
          <p:nvSpPr>
            <p:cNvPr id="64519" name="Rectangle 22">
              <a:extLst>
                <a:ext uri="{FF2B5EF4-FFF2-40B4-BE49-F238E27FC236}">
                  <a16:creationId xmlns:a16="http://schemas.microsoft.com/office/drawing/2014/main" id="{A7D8AB4E-84DF-871C-BBD5-C9E0F01FF265}"/>
                </a:ext>
              </a:extLst>
            </p:cNvPr>
            <p:cNvSpPr>
              <a:spLocks/>
            </p:cNvSpPr>
            <p:nvPr/>
          </p:nvSpPr>
          <p:spPr bwMode="auto">
            <a:xfrm>
              <a:off x="96" y="392"/>
              <a:ext cx="2376" cy="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50800" tIns="50800" rIns="50800" bIns="50800"/>
            <a:lstStyle>
              <a:lvl1pPr>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eaLnBrk="1" hangingPunct="1">
                <a:buClr>
                  <a:srgbClr val="FFFFFF"/>
                </a:buClr>
                <a:buSzPct val="125000"/>
                <a:buFont typeface="Gill Sans" panose="020B0502020104020203" pitchFamily="34" charset="-79"/>
                <a:buChar char="•"/>
              </a:pPr>
              <a:r>
                <a:rPr lang="en-US" altLang="en-US" sz="2800">
                  <a:solidFill>
                    <a:srgbClr val="FFFFFF"/>
                  </a:solidFill>
                </a:rPr>
                <a:t>Product backlog</a:t>
              </a:r>
            </a:p>
            <a:p>
              <a:pPr eaLnBrk="1" hangingPunct="1">
                <a:buClr>
                  <a:srgbClr val="FFFFFF"/>
                </a:buClr>
                <a:buSzPct val="125000"/>
                <a:buFont typeface="Gill Sans" panose="020B0502020104020203" pitchFamily="34" charset="-79"/>
                <a:buChar char="•"/>
              </a:pPr>
              <a:r>
                <a:rPr lang="en-US" altLang="en-US" sz="2800">
                  <a:solidFill>
                    <a:srgbClr val="FFFFFF"/>
                  </a:solidFill>
                </a:rPr>
                <a:t>Sprint backlog</a:t>
              </a:r>
            </a:p>
            <a:p>
              <a:pPr eaLnBrk="1" hangingPunct="1">
                <a:buClr>
                  <a:srgbClr val="FFFFFF"/>
                </a:buClr>
                <a:buSzPct val="125000"/>
                <a:buFont typeface="Gill Sans" panose="020B0502020104020203" pitchFamily="34" charset="-79"/>
                <a:buChar char="•"/>
              </a:pPr>
              <a:r>
                <a:rPr lang="en-US" altLang="en-US" sz="2800">
                  <a:solidFill>
                    <a:srgbClr val="FFFFFF"/>
                  </a:solidFill>
                </a:rPr>
                <a:t>Burndown charts</a:t>
              </a:r>
            </a:p>
          </p:txBody>
        </p:sp>
        <p:sp>
          <p:nvSpPr>
            <p:cNvPr id="64520" name="Rectangle 23">
              <a:extLst>
                <a:ext uri="{FF2B5EF4-FFF2-40B4-BE49-F238E27FC236}">
                  <a16:creationId xmlns:a16="http://schemas.microsoft.com/office/drawing/2014/main" id="{DEE48803-CFC3-8D39-33B2-0867F43886B6}"/>
                </a:ext>
              </a:extLst>
            </p:cNvPr>
            <p:cNvSpPr>
              <a:spLocks/>
            </p:cNvSpPr>
            <p:nvPr/>
          </p:nvSpPr>
          <p:spPr bwMode="auto">
            <a:xfrm>
              <a:off x="304" y="0"/>
              <a:ext cx="1200" cy="376"/>
            </a:xfrm>
            <a:prstGeom prst="rect">
              <a:avLst/>
            </a:prstGeom>
            <a:solidFill>
              <a:srgbClr val="003C83"/>
            </a:solidFill>
            <a:ln>
              <a:noFill/>
            </a:ln>
            <a:extLst>
              <a:ext uri="{91240B29-F687-4F45-9708-019B960494DF}">
                <a14:hiddenLine xmlns:a14="http://schemas.microsoft.com/office/drawing/2010/main" w="25400">
                  <a:solidFill>
                    <a:schemeClr val="tx1"/>
                  </a:solidFill>
                  <a:miter lim="800000"/>
                  <a:headEnd/>
                  <a:tailEnd/>
                </a14:hiddenLine>
              </a:ext>
            </a:extLst>
          </p:spPr>
          <p:txBody>
            <a:bodyPr/>
            <a:lstStyle>
              <a:lvl1pPr>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algn="ctr" eaLnBrk="1" hangingPunct="1"/>
              <a:endParaRPr lang="en-US" altLang="en-US"/>
            </a:p>
          </p:txBody>
        </p:sp>
        <p:sp>
          <p:nvSpPr>
            <p:cNvPr id="64521" name="AutoShape 24">
              <a:extLst>
                <a:ext uri="{FF2B5EF4-FFF2-40B4-BE49-F238E27FC236}">
                  <a16:creationId xmlns:a16="http://schemas.microsoft.com/office/drawing/2014/main" id="{11A04FD1-DFD9-C2AF-C731-8756FD3CF0C9}"/>
                </a:ext>
              </a:extLst>
            </p:cNvPr>
            <p:cNvSpPr>
              <a:spLocks/>
            </p:cNvSpPr>
            <p:nvPr/>
          </p:nvSpPr>
          <p:spPr bwMode="auto">
            <a:xfrm rot="10800000">
              <a:off x="1432" y="88"/>
              <a:ext cx="312" cy="288"/>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13734" y="65"/>
                  </a:moveTo>
                  <a:cubicBezTo>
                    <a:pt x="4547" y="550"/>
                    <a:pt x="111" y="6203"/>
                    <a:pt x="14" y="14130"/>
                  </a:cubicBezTo>
                  <a:cubicBezTo>
                    <a:pt x="9" y="16620"/>
                    <a:pt x="5" y="19110"/>
                    <a:pt x="0" y="21600"/>
                  </a:cubicBezTo>
                  <a:cubicBezTo>
                    <a:pt x="7200" y="21600"/>
                    <a:pt x="14400" y="21600"/>
                    <a:pt x="21600" y="21600"/>
                  </a:cubicBezTo>
                  <a:cubicBezTo>
                    <a:pt x="21600" y="14400"/>
                    <a:pt x="21600" y="7200"/>
                    <a:pt x="21600" y="0"/>
                  </a:cubicBezTo>
                  <a:cubicBezTo>
                    <a:pt x="18978" y="22"/>
                    <a:pt x="16356" y="43"/>
                    <a:pt x="13734" y="65"/>
                  </a:cubicBezTo>
                  <a:cubicBezTo>
                    <a:pt x="13734" y="65"/>
                    <a:pt x="13734" y="65"/>
                    <a:pt x="13734" y="65"/>
                  </a:cubicBezTo>
                  <a:cubicBezTo>
                    <a:pt x="13734" y="65"/>
                    <a:pt x="13734" y="65"/>
                    <a:pt x="13734" y="65"/>
                  </a:cubicBezTo>
                </a:path>
              </a:pathLst>
            </a:custGeom>
            <a:solidFill>
              <a:srgbClr val="003C83"/>
            </a:solidFill>
            <a:ln>
              <a:noFill/>
            </a:ln>
            <a:extLst>
              <a:ext uri="{91240B29-F687-4F45-9708-019B960494DF}">
                <a14:hiddenLine xmlns:a14="http://schemas.microsoft.com/office/drawing/2010/main" w="25400">
                  <a:solidFill>
                    <a:schemeClr val="tx1"/>
                  </a:solidFill>
                  <a:miter lim="800000"/>
                  <a:headEnd/>
                  <a:tailEnd/>
                </a14:hiddenLine>
              </a:ext>
            </a:extLst>
          </p:spPr>
          <p:txBody>
            <a:bodyPr/>
            <a:lstStyle/>
            <a:p>
              <a:endParaRPr lang="en-US"/>
            </a:p>
          </p:txBody>
        </p:sp>
        <p:sp>
          <p:nvSpPr>
            <p:cNvPr id="64522" name="AutoShape 25">
              <a:extLst>
                <a:ext uri="{FF2B5EF4-FFF2-40B4-BE49-F238E27FC236}">
                  <a16:creationId xmlns:a16="http://schemas.microsoft.com/office/drawing/2014/main" id="{FC743DD4-7B2B-D2B9-ABF5-5983FCAC81A5}"/>
                </a:ext>
              </a:extLst>
            </p:cNvPr>
            <p:cNvSpPr>
              <a:spLocks/>
            </p:cNvSpPr>
            <p:nvPr/>
          </p:nvSpPr>
          <p:spPr bwMode="auto">
            <a:xfrm>
              <a:off x="0" y="0"/>
              <a:ext cx="312" cy="288"/>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13734" y="65"/>
                  </a:moveTo>
                  <a:cubicBezTo>
                    <a:pt x="4547" y="550"/>
                    <a:pt x="111" y="6203"/>
                    <a:pt x="14" y="14130"/>
                  </a:cubicBezTo>
                  <a:cubicBezTo>
                    <a:pt x="9" y="16620"/>
                    <a:pt x="5" y="19110"/>
                    <a:pt x="0" y="21600"/>
                  </a:cubicBezTo>
                  <a:cubicBezTo>
                    <a:pt x="7200" y="21600"/>
                    <a:pt x="14400" y="21600"/>
                    <a:pt x="21600" y="21600"/>
                  </a:cubicBezTo>
                  <a:cubicBezTo>
                    <a:pt x="21600" y="14400"/>
                    <a:pt x="21600" y="7200"/>
                    <a:pt x="21600" y="0"/>
                  </a:cubicBezTo>
                  <a:cubicBezTo>
                    <a:pt x="18978" y="22"/>
                    <a:pt x="16356" y="43"/>
                    <a:pt x="13734" y="65"/>
                  </a:cubicBezTo>
                  <a:cubicBezTo>
                    <a:pt x="13734" y="65"/>
                    <a:pt x="13734" y="65"/>
                    <a:pt x="13734" y="65"/>
                  </a:cubicBezTo>
                  <a:cubicBezTo>
                    <a:pt x="13734" y="65"/>
                    <a:pt x="13734" y="65"/>
                    <a:pt x="13734" y="65"/>
                  </a:cubicBezTo>
                </a:path>
              </a:pathLst>
            </a:custGeom>
            <a:solidFill>
              <a:srgbClr val="003C83"/>
            </a:solidFill>
            <a:ln>
              <a:noFill/>
            </a:ln>
            <a:extLst>
              <a:ext uri="{91240B29-F687-4F45-9708-019B960494DF}">
                <a14:hiddenLine xmlns:a14="http://schemas.microsoft.com/office/drawing/2010/main" w="25400">
                  <a:solidFill>
                    <a:schemeClr val="tx1"/>
                  </a:solidFill>
                  <a:miter lim="800000"/>
                  <a:headEnd/>
                  <a:tailEnd/>
                </a14:hiddenLine>
              </a:ext>
            </a:extLst>
          </p:spPr>
          <p:txBody>
            <a:bodyPr/>
            <a:lstStyle/>
            <a:p>
              <a:endParaRPr lang="en-US"/>
            </a:p>
          </p:txBody>
        </p:sp>
        <p:sp>
          <p:nvSpPr>
            <p:cNvPr id="64523" name="Rectangle 26">
              <a:extLst>
                <a:ext uri="{FF2B5EF4-FFF2-40B4-BE49-F238E27FC236}">
                  <a16:creationId xmlns:a16="http://schemas.microsoft.com/office/drawing/2014/main" id="{8D33B29E-71FF-0EAF-D687-DCA58ED0888B}"/>
                </a:ext>
              </a:extLst>
            </p:cNvPr>
            <p:cNvSpPr>
              <a:spLocks/>
            </p:cNvSpPr>
            <p:nvPr/>
          </p:nvSpPr>
          <p:spPr bwMode="auto">
            <a:xfrm>
              <a:off x="0" y="216"/>
              <a:ext cx="392" cy="160"/>
            </a:xfrm>
            <a:prstGeom prst="rect">
              <a:avLst/>
            </a:prstGeom>
            <a:solidFill>
              <a:srgbClr val="003C83"/>
            </a:solidFill>
            <a:ln>
              <a:noFill/>
            </a:ln>
            <a:extLst>
              <a:ext uri="{91240B29-F687-4F45-9708-019B960494DF}">
                <a14:hiddenLine xmlns:a14="http://schemas.microsoft.com/office/drawing/2010/main" w="25400">
                  <a:solidFill>
                    <a:schemeClr val="tx1"/>
                  </a:solidFill>
                  <a:miter lim="800000"/>
                  <a:headEnd/>
                  <a:tailEnd/>
                </a14:hiddenLine>
              </a:ext>
            </a:extLst>
          </p:spPr>
          <p:txBody>
            <a:bodyPr/>
            <a:lstStyle>
              <a:lvl1pPr>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algn="ctr" eaLnBrk="1" hangingPunct="1"/>
              <a:endParaRPr lang="en-US" altLang="en-US"/>
            </a:p>
          </p:txBody>
        </p:sp>
        <p:sp>
          <p:nvSpPr>
            <p:cNvPr id="64524" name="Rectangle 27">
              <a:extLst>
                <a:ext uri="{FF2B5EF4-FFF2-40B4-BE49-F238E27FC236}">
                  <a16:creationId xmlns:a16="http://schemas.microsoft.com/office/drawing/2014/main" id="{5CDEEF5E-5197-6697-619C-0ABF0A1B970A}"/>
                </a:ext>
              </a:extLst>
            </p:cNvPr>
            <p:cNvSpPr>
              <a:spLocks/>
            </p:cNvSpPr>
            <p:nvPr/>
          </p:nvSpPr>
          <p:spPr bwMode="auto">
            <a:xfrm>
              <a:off x="1352" y="0"/>
              <a:ext cx="392" cy="160"/>
            </a:xfrm>
            <a:prstGeom prst="rect">
              <a:avLst/>
            </a:prstGeom>
            <a:solidFill>
              <a:srgbClr val="003C83"/>
            </a:solidFill>
            <a:ln>
              <a:noFill/>
            </a:ln>
            <a:extLst>
              <a:ext uri="{91240B29-F687-4F45-9708-019B960494DF}">
                <a14:hiddenLine xmlns:a14="http://schemas.microsoft.com/office/drawing/2010/main" w="25400">
                  <a:solidFill>
                    <a:schemeClr val="tx1"/>
                  </a:solidFill>
                  <a:miter lim="800000"/>
                  <a:headEnd/>
                  <a:tailEnd/>
                </a14:hiddenLine>
              </a:ext>
            </a:extLst>
          </p:spPr>
          <p:txBody>
            <a:bodyPr/>
            <a:lstStyle>
              <a:lvl1pPr>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algn="ctr" eaLnBrk="1" hangingPunct="1"/>
              <a:endParaRPr lang="en-US" altLang="en-US"/>
            </a:p>
          </p:txBody>
        </p:sp>
        <p:sp>
          <p:nvSpPr>
            <p:cNvPr id="64525" name="Rectangle 28">
              <a:extLst>
                <a:ext uri="{FF2B5EF4-FFF2-40B4-BE49-F238E27FC236}">
                  <a16:creationId xmlns:a16="http://schemas.microsoft.com/office/drawing/2014/main" id="{B385058C-1775-FA10-1F6C-556BEE0C6836}"/>
                </a:ext>
              </a:extLst>
            </p:cNvPr>
            <p:cNvSpPr>
              <a:spLocks/>
            </p:cNvSpPr>
            <p:nvPr/>
          </p:nvSpPr>
          <p:spPr bwMode="auto">
            <a:xfrm>
              <a:off x="104" y="8"/>
              <a:ext cx="1336" cy="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50800" tIns="50800" rIns="50800" bIns="50800"/>
            <a:lstStyle>
              <a:lvl1pPr>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tabLst>
                  <a:tab pos="1066800" algn="l"/>
                </a:tabLs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eaLnBrk="1" hangingPunct="1"/>
              <a:r>
                <a:rPr lang="en-US" altLang="en-US">
                  <a:solidFill>
                    <a:srgbClr val="FFFFFF"/>
                  </a:solidFill>
                </a:rPr>
                <a:t>Artifacts</a:t>
              </a:r>
            </a:p>
          </p:txBody>
        </p:sp>
      </p:grpSp>
    </p:spTree>
  </p:cSld>
  <p:clrMapOvr>
    <a:masterClrMapping/>
  </p:clrMapOvr>
  <p:transition spd="med">
    <p:pull dir="ru"/>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1">
            <a:extLst>
              <a:ext uri="{FF2B5EF4-FFF2-40B4-BE49-F238E27FC236}">
                <a16:creationId xmlns:a16="http://schemas.microsoft.com/office/drawing/2014/main" id="{898722DE-265A-A1DF-4A3D-6D68D6CD4AD0}"/>
              </a:ext>
            </a:extLst>
          </p:cNvPr>
          <p:cNvSpPr>
            <a:spLocks noGrp="1" noChangeArrowheads="1"/>
          </p:cNvSpPr>
          <p:nvPr>
            <p:ph type="title"/>
          </p:nvPr>
        </p:nvSpPr>
        <p:spPr/>
        <p:txBody>
          <a:bodyPr/>
          <a:lstStyle/>
          <a:p>
            <a:pPr eaLnBrk="1" hangingPunct="1"/>
            <a:r>
              <a:rPr lang="en-US" altLang="en-US"/>
              <a:t>Product backlog</a:t>
            </a:r>
          </a:p>
        </p:txBody>
      </p:sp>
      <p:sp>
        <p:nvSpPr>
          <p:cNvPr id="66563" name="Rectangle 2">
            <a:extLst>
              <a:ext uri="{FF2B5EF4-FFF2-40B4-BE49-F238E27FC236}">
                <a16:creationId xmlns:a16="http://schemas.microsoft.com/office/drawing/2014/main" id="{B2F62BC9-885F-CD0E-3412-34B608A5DC93}"/>
              </a:ext>
            </a:extLst>
          </p:cNvPr>
          <p:cNvSpPr>
            <a:spLocks noGrp="1" noChangeArrowheads="1"/>
          </p:cNvSpPr>
          <p:nvPr>
            <p:ph type="body" idx="1"/>
          </p:nvPr>
        </p:nvSpPr>
        <p:spPr>
          <a:xfrm>
            <a:off x="4483100" y="1739900"/>
            <a:ext cx="5486400" cy="5295900"/>
          </a:xfrm>
        </p:spPr>
        <p:txBody>
          <a:bodyPr/>
          <a:lstStyle/>
          <a:p>
            <a:pPr marL="549275" indent="-295275" eaLnBrk="1" hangingPunct="1">
              <a:lnSpc>
                <a:spcPct val="80000"/>
              </a:lnSpc>
              <a:tabLst>
                <a:tab pos="1187450" algn="l"/>
              </a:tabLst>
            </a:pPr>
            <a:r>
              <a:rPr lang="en-US" altLang="en-US" sz="3000"/>
              <a:t>The requirements</a:t>
            </a:r>
          </a:p>
          <a:p>
            <a:pPr marL="549275" indent="-295275" eaLnBrk="1" hangingPunct="1">
              <a:lnSpc>
                <a:spcPct val="80000"/>
              </a:lnSpc>
              <a:spcBef>
                <a:spcPts val="1400"/>
              </a:spcBef>
              <a:tabLst>
                <a:tab pos="1187450" algn="l"/>
              </a:tabLst>
            </a:pPr>
            <a:r>
              <a:rPr lang="en-US" altLang="en-US" sz="3000"/>
              <a:t>A list of all desired work on the project</a:t>
            </a:r>
          </a:p>
          <a:p>
            <a:pPr marL="549275" indent="-295275" eaLnBrk="1" hangingPunct="1">
              <a:lnSpc>
                <a:spcPct val="80000"/>
              </a:lnSpc>
              <a:spcBef>
                <a:spcPts val="1400"/>
              </a:spcBef>
              <a:tabLst>
                <a:tab pos="1187450" algn="l"/>
              </a:tabLst>
            </a:pPr>
            <a:r>
              <a:rPr lang="en-US" altLang="en-US" sz="3000"/>
              <a:t>Ideally expressed such that each item has value to the users or customers of the product </a:t>
            </a:r>
          </a:p>
          <a:p>
            <a:pPr marL="549275" indent="-295275" eaLnBrk="1" hangingPunct="1">
              <a:lnSpc>
                <a:spcPct val="80000"/>
              </a:lnSpc>
              <a:spcBef>
                <a:spcPts val="1400"/>
              </a:spcBef>
              <a:tabLst>
                <a:tab pos="1187450" algn="l"/>
              </a:tabLst>
            </a:pPr>
            <a:r>
              <a:rPr lang="en-US" altLang="en-US" sz="3000"/>
              <a:t>Prioritized by the product owner</a:t>
            </a:r>
          </a:p>
          <a:p>
            <a:pPr marL="549275" indent="-295275" eaLnBrk="1" hangingPunct="1">
              <a:lnSpc>
                <a:spcPct val="80000"/>
              </a:lnSpc>
              <a:spcBef>
                <a:spcPts val="1400"/>
              </a:spcBef>
              <a:tabLst>
                <a:tab pos="1187450" algn="l"/>
              </a:tabLst>
            </a:pPr>
            <a:r>
              <a:rPr lang="en-US" altLang="en-US" sz="3000"/>
              <a:t>Reprioritized at the start of each sprint</a:t>
            </a:r>
          </a:p>
        </p:txBody>
      </p:sp>
      <p:pic>
        <p:nvPicPr>
          <p:cNvPr id="66564" name="Picture 3">
            <a:extLst>
              <a:ext uri="{FF2B5EF4-FFF2-40B4-BE49-F238E27FC236}">
                <a16:creationId xmlns:a16="http://schemas.microsoft.com/office/drawing/2014/main" id="{16BF36DE-89F3-794B-082D-6CD1BDF0625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1300" y="3321050"/>
            <a:ext cx="4495800" cy="186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Rectangle 4">
            <a:extLst>
              <a:ext uri="{FF2B5EF4-FFF2-40B4-BE49-F238E27FC236}">
                <a16:creationId xmlns:a16="http://schemas.microsoft.com/office/drawing/2014/main" id="{8DDFA833-75B6-AFC7-5B08-4D3B60FB5D3F}"/>
              </a:ext>
            </a:extLst>
          </p:cNvPr>
          <p:cNvSpPr>
            <a:spLocks/>
          </p:cNvSpPr>
          <p:nvPr/>
        </p:nvSpPr>
        <p:spPr bwMode="auto">
          <a:xfrm>
            <a:off x="1587500" y="5943600"/>
            <a:ext cx="2806700" cy="1016000"/>
          </a:xfrm>
          <a:prstGeom prst="rect">
            <a:avLst/>
          </a:prstGeom>
          <a:blipFill dpi="0" rotWithShape="0">
            <a:blip r:embed="rId4"/>
            <a:srcRect/>
            <a:tile tx="0" ty="0" sx="100000" sy="100000" flip="none" algn="tl"/>
          </a:blipFill>
          <a:ln w="25400">
            <a:solidFill>
              <a:srgbClr val="003C83"/>
            </a:solidFill>
            <a:miter lim="800000"/>
            <a:headEnd/>
            <a:tailEnd/>
          </a:ln>
          <a:effectLst>
            <a:outerShdw blurRad="114300" dist="63500" dir="2700000" algn="ctr" rotWithShape="0">
              <a:schemeClr val="bg2">
                <a:alpha val="29999"/>
              </a:schemeClr>
            </a:outerShdw>
          </a:effectLst>
        </p:spPr>
        <p:txBody>
          <a:bodyPr lIns="0" tIns="0" rIns="0" bIns="0" anchor="ctr"/>
          <a:lstStyle/>
          <a:p>
            <a:pPr algn="ctr" eaLnBrk="1" hangingPunct="1">
              <a:tabLst>
                <a:tab pos="1066800" algn="l"/>
              </a:tabLst>
              <a:defRPr/>
            </a:pPr>
            <a:r>
              <a:rPr lang="en-US" sz="3100">
                <a:solidFill>
                  <a:srgbClr val="FFFFFF"/>
                </a:solidFill>
                <a:latin typeface="Gill Sans" pitchFamily="80" charset="0"/>
                <a:ea typeface="Gill Sans" pitchFamily="80" charset="0"/>
                <a:cs typeface="Gill Sans" pitchFamily="80" charset="0"/>
                <a:sym typeface="Gill Sans" pitchFamily="80" charset="0"/>
              </a:rPr>
              <a:t>This is the product backlog</a:t>
            </a:r>
          </a:p>
        </p:txBody>
      </p:sp>
      <p:sp>
        <p:nvSpPr>
          <p:cNvPr id="66566" name="Line 5">
            <a:extLst>
              <a:ext uri="{FF2B5EF4-FFF2-40B4-BE49-F238E27FC236}">
                <a16:creationId xmlns:a16="http://schemas.microsoft.com/office/drawing/2014/main" id="{CC8D09E5-CE69-7DB7-9F18-71AE6A2429B3}"/>
              </a:ext>
            </a:extLst>
          </p:cNvPr>
          <p:cNvSpPr>
            <a:spLocks noChangeShapeType="1"/>
          </p:cNvSpPr>
          <p:nvPr/>
        </p:nvSpPr>
        <p:spPr bwMode="auto">
          <a:xfrm>
            <a:off x="1092200" y="4597400"/>
            <a:ext cx="430213" cy="1524000"/>
          </a:xfrm>
          <a:prstGeom prst="line">
            <a:avLst/>
          </a:prstGeom>
          <a:noFill/>
          <a:ln w="38100">
            <a:solidFill>
              <a:srgbClr val="033F7F"/>
            </a:solidFill>
            <a:round/>
            <a:headEnd type="stealth" w="med" len="med"/>
            <a:tailEnd/>
          </a:ln>
          <a:extLst>
            <a:ext uri="{909E8E84-426E-40DD-AFC4-6F175D3DCCD1}">
              <a14:hiddenFill xmlns:a14="http://schemas.microsoft.com/office/drawing/2010/main">
                <a:noFill/>
              </a14:hiddenFill>
            </a:ext>
          </a:extLst>
        </p:spPr>
        <p:txBody>
          <a:bodyPr/>
          <a:lstStyle/>
          <a:p>
            <a:endParaRPr lang="en-US"/>
          </a:p>
        </p:txBody>
      </p:sp>
    </p:spTree>
  </p:cSld>
  <p:clrMapOvr>
    <a:masterClrMapping/>
  </p:clrMapOvr>
  <p:transition spd="med">
    <p:wip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1">
            <a:extLst>
              <a:ext uri="{FF2B5EF4-FFF2-40B4-BE49-F238E27FC236}">
                <a16:creationId xmlns:a16="http://schemas.microsoft.com/office/drawing/2014/main" id="{33F00E50-2FE3-5AC3-BDA0-816386D8E298}"/>
              </a:ext>
            </a:extLst>
          </p:cNvPr>
          <p:cNvSpPr>
            <a:spLocks noGrp="1" noChangeArrowheads="1"/>
          </p:cNvSpPr>
          <p:nvPr>
            <p:ph type="title"/>
          </p:nvPr>
        </p:nvSpPr>
        <p:spPr/>
        <p:txBody>
          <a:bodyPr/>
          <a:lstStyle/>
          <a:p>
            <a:pPr eaLnBrk="1" hangingPunct="1"/>
            <a:r>
              <a:rPr lang="en-US" altLang="en-US"/>
              <a:t>A sample product backlog</a:t>
            </a:r>
          </a:p>
        </p:txBody>
      </p:sp>
      <p:graphicFrame>
        <p:nvGraphicFramePr>
          <p:cNvPr id="2" name="Group 2">
            <a:extLst>
              <a:ext uri="{FF2B5EF4-FFF2-40B4-BE49-F238E27FC236}">
                <a16:creationId xmlns:a16="http://schemas.microsoft.com/office/drawing/2014/main" id="{130E6301-7DD1-E908-07AB-60CE2DDFD6B0}"/>
              </a:ext>
            </a:extLst>
          </p:cNvPr>
          <p:cNvGraphicFramePr>
            <a:graphicFrameLocks noGrp="1"/>
          </p:cNvGraphicFramePr>
          <p:nvPr/>
        </p:nvGraphicFramePr>
        <p:xfrm>
          <a:off x="758825" y="1017588"/>
          <a:ext cx="8863013" cy="5888037"/>
        </p:xfrm>
        <a:graphic>
          <a:graphicData uri="http://schemas.openxmlformats.org/drawingml/2006/table">
            <a:tbl>
              <a:tblPr/>
              <a:tblGrid>
                <a:gridCol w="6653213">
                  <a:extLst>
                    <a:ext uri="{9D8B030D-6E8A-4147-A177-3AD203B41FA5}">
                      <a16:colId xmlns:a16="http://schemas.microsoft.com/office/drawing/2014/main" val="20000"/>
                    </a:ext>
                  </a:extLst>
                </a:gridCol>
                <a:gridCol w="2209800">
                  <a:extLst>
                    <a:ext uri="{9D8B030D-6E8A-4147-A177-3AD203B41FA5}">
                      <a16:colId xmlns:a16="http://schemas.microsoft.com/office/drawing/2014/main" val="20001"/>
                    </a:ext>
                  </a:extLst>
                </a:gridCol>
              </a:tblGrid>
              <a:tr h="847816">
                <a:tc>
                  <a:txBody>
                    <a:bodyPr/>
                    <a:lstStyle/>
                    <a:p>
                      <a:pPr marL="0" marR="0" lvl="0" indent="0" algn="ctr" defTabSz="914400" rtl="0" eaLnBrk="1" fontAlgn="base" latinLnBrk="0" hangingPunct="1">
                        <a:lnSpc>
                          <a:spcPct val="100000"/>
                        </a:lnSpc>
                        <a:spcBef>
                          <a:spcPct val="0"/>
                        </a:spcBef>
                        <a:spcAft>
                          <a:spcPct val="0"/>
                        </a:spcAft>
                        <a:buClr>
                          <a:srgbClr val="5F7BAE"/>
                        </a:buClr>
                        <a:buSzPct val="150000"/>
                        <a:buFont typeface="Lucida Grande" pitchFamily="80" charset="0"/>
                        <a:buNone/>
                        <a:tabLst>
                          <a:tab pos="1066800" algn="l"/>
                        </a:tabLst>
                      </a:pPr>
                      <a:r>
                        <a:rPr kumimoji="0" lang="en-US" sz="3600" b="0" i="0" u="none" strike="noStrike" cap="none" normalizeH="0" baseline="0" dirty="0">
                          <a:ln>
                            <a:noFill/>
                          </a:ln>
                          <a:solidFill>
                            <a:srgbClr val="FFFFFF"/>
                          </a:solidFill>
                          <a:effectLst/>
                          <a:latin typeface="Gill Sans" pitchFamily="80" charset="0"/>
                          <a:ea typeface="ヒラギノ角ゴ Pro W3" pitchFamily="80" charset="-128"/>
                          <a:sym typeface="Gill Sans" pitchFamily="80" charset="0"/>
                        </a:rPr>
                        <a:t>Backlog item</a:t>
                      </a:r>
                    </a:p>
                  </a:txBody>
                  <a:tcPr marL="38100" marR="38100" marT="38104" marB="38104" anchor="ctr" horzOverflow="overflow">
                    <a:lnL w="25400" cap="flat" cmpd="sng" algn="ctr">
                      <a:solidFill>
                        <a:srgbClr val="003C83"/>
                      </a:solidFill>
                      <a:prstDash val="solid"/>
                      <a:round/>
                      <a:headEnd type="none" w="med" len="med"/>
                      <a:tailEnd type="none" w="med" len="med"/>
                    </a:lnL>
                    <a:lnR w="25400" cap="flat" cmpd="sng" algn="ctr">
                      <a:solidFill>
                        <a:srgbClr val="003C83"/>
                      </a:solidFill>
                      <a:prstDash val="solid"/>
                      <a:round/>
                      <a:headEnd type="none" w="med" len="med"/>
                      <a:tailEnd type="none" w="med" len="med"/>
                    </a:lnR>
                    <a:lnT w="25400" cap="flat" cmpd="sng" algn="ctr">
                      <a:solidFill>
                        <a:srgbClr val="003C83"/>
                      </a:solidFill>
                      <a:prstDash val="solid"/>
                      <a:round/>
                      <a:headEnd type="none" w="med" len="med"/>
                      <a:tailEnd type="none" w="med" len="med"/>
                    </a:lnT>
                    <a:lnB w="25400" cap="flat" cmpd="sng" algn="ctr">
                      <a:solidFill>
                        <a:srgbClr val="003C83"/>
                      </a:solidFill>
                      <a:prstDash val="solid"/>
                      <a:round/>
                      <a:headEnd type="none" w="med" len="med"/>
                      <a:tailEnd type="none" w="med" len="med"/>
                    </a:lnB>
                    <a:lnTlToBr>
                      <a:noFill/>
                    </a:lnTlToBr>
                    <a:lnBlToTr>
                      <a:noFill/>
                    </a:lnBlToTr>
                    <a:solidFill>
                      <a:srgbClr val="3C88DC"/>
                    </a:solidFill>
                  </a:tcPr>
                </a:tc>
                <a:tc>
                  <a:txBody>
                    <a:bodyPr/>
                    <a:lstStyle/>
                    <a:p>
                      <a:pPr marL="0" marR="0" lvl="0" indent="0" algn="ctr" defTabSz="914400" rtl="0" eaLnBrk="1" fontAlgn="base" latinLnBrk="0" hangingPunct="1">
                        <a:lnSpc>
                          <a:spcPct val="100000"/>
                        </a:lnSpc>
                        <a:spcBef>
                          <a:spcPct val="0"/>
                        </a:spcBef>
                        <a:spcAft>
                          <a:spcPct val="0"/>
                        </a:spcAft>
                        <a:buClr>
                          <a:srgbClr val="5F7BAE"/>
                        </a:buClr>
                        <a:buSzPct val="150000"/>
                        <a:buFont typeface="Lucida Grande" pitchFamily="80" charset="0"/>
                        <a:buNone/>
                        <a:tabLst>
                          <a:tab pos="1066800" algn="l"/>
                        </a:tabLst>
                      </a:pPr>
                      <a:r>
                        <a:rPr kumimoji="0" lang="en-US" sz="3600" b="0" i="0" u="none" strike="noStrike" cap="none" normalizeH="0" baseline="0">
                          <a:ln>
                            <a:noFill/>
                          </a:ln>
                          <a:solidFill>
                            <a:srgbClr val="FFFFFF"/>
                          </a:solidFill>
                          <a:effectLst/>
                          <a:latin typeface="Gill Sans" pitchFamily="80" charset="0"/>
                          <a:ea typeface="ヒラギノ角ゴ Pro W3" pitchFamily="80" charset="-128"/>
                          <a:sym typeface="Gill Sans" pitchFamily="80" charset="0"/>
                        </a:rPr>
                        <a:t>Estimate</a:t>
                      </a:r>
                    </a:p>
                  </a:txBody>
                  <a:tcPr marL="38100" marR="38100" marT="38104" marB="38104" anchor="ctr" horzOverflow="overflow">
                    <a:lnL w="25400" cap="flat" cmpd="sng" algn="ctr">
                      <a:solidFill>
                        <a:srgbClr val="003C83"/>
                      </a:solidFill>
                      <a:prstDash val="solid"/>
                      <a:round/>
                      <a:headEnd type="none" w="med" len="med"/>
                      <a:tailEnd type="none" w="med" len="med"/>
                    </a:lnL>
                    <a:lnR w="25400" cap="flat" cmpd="sng" algn="ctr">
                      <a:solidFill>
                        <a:srgbClr val="003C83"/>
                      </a:solidFill>
                      <a:prstDash val="solid"/>
                      <a:round/>
                      <a:headEnd type="none" w="med" len="med"/>
                      <a:tailEnd type="none" w="med" len="med"/>
                    </a:lnR>
                    <a:lnT w="25400" cap="flat" cmpd="sng" algn="ctr">
                      <a:solidFill>
                        <a:srgbClr val="003C83"/>
                      </a:solidFill>
                      <a:prstDash val="solid"/>
                      <a:round/>
                      <a:headEnd type="none" w="med" len="med"/>
                      <a:tailEnd type="none" w="med" len="med"/>
                    </a:lnT>
                    <a:lnB w="25400" cap="flat" cmpd="sng" algn="ctr">
                      <a:solidFill>
                        <a:srgbClr val="003C83"/>
                      </a:solidFill>
                      <a:prstDash val="solid"/>
                      <a:round/>
                      <a:headEnd type="none" w="med" len="med"/>
                      <a:tailEnd type="none" w="med" len="med"/>
                    </a:lnB>
                    <a:lnTlToBr>
                      <a:noFill/>
                    </a:lnTlToBr>
                    <a:lnBlToTr>
                      <a:noFill/>
                    </a:lnBlToTr>
                    <a:solidFill>
                      <a:srgbClr val="3C88DC"/>
                    </a:solidFill>
                  </a:tcPr>
                </a:tc>
                <a:extLst>
                  <a:ext uri="{0D108BD9-81ED-4DB2-BD59-A6C34878D82A}">
                    <a16:rowId xmlns:a16="http://schemas.microsoft.com/office/drawing/2014/main" val="10000"/>
                  </a:ext>
                </a:extLst>
              </a:tr>
              <a:tr h="579500">
                <a:tc>
                  <a:txBody>
                    <a:bodyPr/>
                    <a:lstStyle/>
                    <a:p>
                      <a:pPr marL="114300" marR="0" lvl="0" indent="0" algn="l" defTabSz="914400" rtl="0" eaLnBrk="1" fontAlgn="base" latinLnBrk="0" hangingPunct="1">
                        <a:lnSpc>
                          <a:spcPct val="100000"/>
                        </a:lnSpc>
                        <a:spcBef>
                          <a:spcPct val="0"/>
                        </a:spcBef>
                        <a:spcAft>
                          <a:spcPct val="0"/>
                        </a:spcAft>
                        <a:buClr>
                          <a:srgbClr val="5F7BAE"/>
                        </a:buClr>
                        <a:buSzPct val="150000"/>
                        <a:buFont typeface="Lucida Grande" pitchFamily="80" charset="0"/>
                        <a:buNone/>
                        <a:tabLst>
                          <a:tab pos="914400" algn="l"/>
                        </a:tabLst>
                      </a:pPr>
                      <a:r>
                        <a:rPr kumimoji="0" lang="en-US" sz="2800" b="0" i="0" u="none" strike="noStrike" cap="none" normalizeH="0" baseline="0">
                          <a:ln>
                            <a:noFill/>
                          </a:ln>
                          <a:solidFill>
                            <a:schemeClr val="tx1"/>
                          </a:solidFill>
                          <a:effectLst/>
                          <a:latin typeface="Gill Sans" pitchFamily="80" charset="0"/>
                          <a:ea typeface="ヒラギノ角ゴ Pro W3" pitchFamily="80" charset="-128"/>
                          <a:sym typeface="Gill Sans" pitchFamily="80" charset="0"/>
                        </a:rPr>
                        <a:t>Allow a guest to make a reservation</a:t>
                      </a:r>
                    </a:p>
                  </a:txBody>
                  <a:tcPr marL="38100" marR="38100" marT="38104" marB="38104" anchor="ct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3C83"/>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E6E6E6"/>
                    </a:solidFill>
                  </a:tcPr>
                </a:tc>
                <a:tc>
                  <a:txBody>
                    <a:bodyPr/>
                    <a:lstStyle/>
                    <a:p>
                      <a:pPr marL="0" marR="0" lvl="0" indent="0" algn="ctr" defTabSz="914400" rtl="0" eaLnBrk="1" fontAlgn="base" latinLnBrk="0" hangingPunct="1">
                        <a:lnSpc>
                          <a:spcPct val="100000"/>
                        </a:lnSpc>
                        <a:spcBef>
                          <a:spcPct val="0"/>
                        </a:spcBef>
                        <a:spcAft>
                          <a:spcPct val="0"/>
                        </a:spcAft>
                        <a:buClr>
                          <a:srgbClr val="5F7BAE"/>
                        </a:buClr>
                        <a:buSzPct val="150000"/>
                        <a:buFont typeface="Lucida Grande" pitchFamily="80" charset="0"/>
                        <a:buNone/>
                        <a:tabLst>
                          <a:tab pos="914400" algn="l"/>
                        </a:tabLst>
                      </a:pPr>
                      <a:r>
                        <a:rPr kumimoji="0" lang="en-US" sz="2800" b="0" i="0" u="none" strike="noStrike" cap="none" normalizeH="0" baseline="0">
                          <a:ln>
                            <a:noFill/>
                          </a:ln>
                          <a:solidFill>
                            <a:schemeClr val="tx1"/>
                          </a:solidFill>
                          <a:effectLst/>
                          <a:latin typeface="Gill Sans" pitchFamily="80" charset="0"/>
                          <a:ea typeface="ヒラギノ角ゴ Pro W3" pitchFamily="80" charset="-128"/>
                          <a:sym typeface="Gill Sans" pitchFamily="80" charset="0"/>
                        </a:rPr>
                        <a:t>3</a:t>
                      </a:r>
                    </a:p>
                  </a:txBody>
                  <a:tcPr marL="38100" marR="38100" marT="38104" marB="38104" anchor="ct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3C83"/>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E6E6E6"/>
                    </a:solidFill>
                  </a:tcPr>
                </a:tc>
                <a:extLst>
                  <a:ext uri="{0D108BD9-81ED-4DB2-BD59-A6C34878D82A}">
                    <a16:rowId xmlns:a16="http://schemas.microsoft.com/office/drawing/2014/main" val="10001"/>
                  </a:ext>
                </a:extLst>
              </a:tr>
              <a:tr h="929740">
                <a:tc>
                  <a:txBody>
                    <a:bodyPr/>
                    <a:lstStyle/>
                    <a:p>
                      <a:pPr marL="114300" marR="0" lvl="0" indent="0" algn="l" defTabSz="914400" rtl="0" eaLnBrk="1" fontAlgn="base" latinLnBrk="0" hangingPunct="1">
                        <a:lnSpc>
                          <a:spcPct val="100000"/>
                        </a:lnSpc>
                        <a:spcBef>
                          <a:spcPct val="0"/>
                        </a:spcBef>
                        <a:spcAft>
                          <a:spcPct val="0"/>
                        </a:spcAft>
                        <a:buClr>
                          <a:srgbClr val="5F7BAE"/>
                        </a:buClr>
                        <a:buSzPct val="150000"/>
                        <a:buFont typeface="Lucida Grande" pitchFamily="80" charset="0"/>
                        <a:buNone/>
                        <a:tabLst>
                          <a:tab pos="914400" algn="l"/>
                        </a:tabLst>
                      </a:pPr>
                      <a:r>
                        <a:rPr kumimoji="0" lang="en-US" sz="2800" b="0" i="0" u="none" strike="noStrike" cap="none" normalizeH="0" baseline="0">
                          <a:ln>
                            <a:noFill/>
                          </a:ln>
                          <a:solidFill>
                            <a:schemeClr val="tx1"/>
                          </a:solidFill>
                          <a:effectLst/>
                          <a:latin typeface="Gill Sans" pitchFamily="80" charset="0"/>
                          <a:ea typeface="ヒラギノ角ゴ Pro W3" pitchFamily="80" charset="-128"/>
                          <a:sym typeface="Gill Sans" pitchFamily="80" charset="0"/>
                        </a:rPr>
                        <a:t>As a guest, I want to cancel a reservation.</a:t>
                      </a:r>
                    </a:p>
                  </a:txBody>
                  <a:tcPr marL="38100" marR="38100" marT="38104" marB="38104" anchor="ct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E6E6E6"/>
                    </a:solidFill>
                  </a:tcPr>
                </a:tc>
                <a:tc>
                  <a:txBody>
                    <a:bodyPr/>
                    <a:lstStyle/>
                    <a:p>
                      <a:pPr marL="0" marR="0" lvl="0" indent="0" algn="ctr" defTabSz="914400" rtl="0" eaLnBrk="1" fontAlgn="base" latinLnBrk="0" hangingPunct="1">
                        <a:lnSpc>
                          <a:spcPct val="100000"/>
                        </a:lnSpc>
                        <a:spcBef>
                          <a:spcPct val="0"/>
                        </a:spcBef>
                        <a:spcAft>
                          <a:spcPct val="0"/>
                        </a:spcAft>
                        <a:buClr>
                          <a:srgbClr val="5F7BAE"/>
                        </a:buClr>
                        <a:buSzPct val="150000"/>
                        <a:buFont typeface="Lucida Grande" pitchFamily="80" charset="0"/>
                        <a:buNone/>
                        <a:tabLst>
                          <a:tab pos="914400" algn="l"/>
                        </a:tabLst>
                      </a:pPr>
                      <a:r>
                        <a:rPr kumimoji="0" lang="en-US" sz="2800" b="0" i="0" u="none" strike="noStrike" cap="none" normalizeH="0" baseline="0">
                          <a:ln>
                            <a:noFill/>
                          </a:ln>
                          <a:solidFill>
                            <a:schemeClr val="tx1"/>
                          </a:solidFill>
                          <a:effectLst/>
                          <a:latin typeface="Gill Sans" pitchFamily="80" charset="0"/>
                          <a:ea typeface="ヒラギノ角ゴ Pro W3" pitchFamily="80" charset="-128"/>
                          <a:sym typeface="Gill Sans" pitchFamily="80" charset="0"/>
                        </a:rPr>
                        <a:t>5</a:t>
                      </a:r>
                    </a:p>
                  </a:txBody>
                  <a:tcPr marL="38100" marR="38100" marT="38104" marB="38104" anchor="ct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E6E6E6"/>
                    </a:solidFill>
                  </a:tcPr>
                </a:tc>
                <a:extLst>
                  <a:ext uri="{0D108BD9-81ED-4DB2-BD59-A6C34878D82A}">
                    <a16:rowId xmlns:a16="http://schemas.microsoft.com/office/drawing/2014/main" val="10002"/>
                  </a:ext>
                </a:extLst>
              </a:tr>
              <a:tr h="946252">
                <a:tc>
                  <a:txBody>
                    <a:bodyPr/>
                    <a:lstStyle/>
                    <a:p>
                      <a:pPr marL="114300" marR="0" lvl="0" indent="0" algn="l" defTabSz="914400" rtl="0" eaLnBrk="1" fontAlgn="base" latinLnBrk="0" hangingPunct="1">
                        <a:lnSpc>
                          <a:spcPct val="100000"/>
                        </a:lnSpc>
                        <a:spcBef>
                          <a:spcPct val="0"/>
                        </a:spcBef>
                        <a:spcAft>
                          <a:spcPct val="0"/>
                        </a:spcAft>
                        <a:buClr>
                          <a:srgbClr val="5F7BAE"/>
                        </a:buClr>
                        <a:buSzPct val="150000"/>
                        <a:buFont typeface="Lucida Grande" pitchFamily="80" charset="0"/>
                        <a:buNone/>
                        <a:tabLst>
                          <a:tab pos="914400" algn="l"/>
                        </a:tabLst>
                      </a:pPr>
                      <a:r>
                        <a:rPr kumimoji="0" lang="en-US" sz="2800" b="0" i="0" u="none" strike="noStrike" cap="none" normalizeH="0" baseline="0">
                          <a:ln>
                            <a:noFill/>
                          </a:ln>
                          <a:solidFill>
                            <a:schemeClr val="tx1"/>
                          </a:solidFill>
                          <a:effectLst/>
                          <a:latin typeface="Gill Sans" pitchFamily="80" charset="0"/>
                          <a:ea typeface="ヒラギノ角ゴ Pro W3" pitchFamily="80" charset="-128"/>
                          <a:sym typeface="Gill Sans" pitchFamily="80" charset="0"/>
                        </a:rPr>
                        <a:t>As a guest, I want to change the dates of a reservation.</a:t>
                      </a:r>
                    </a:p>
                  </a:txBody>
                  <a:tcPr marL="38100" marR="38100" marT="38104" marB="38104" anchor="ct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E6E6E6"/>
                    </a:solidFill>
                  </a:tcPr>
                </a:tc>
                <a:tc>
                  <a:txBody>
                    <a:bodyPr/>
                    <a:lstStyle/>
                    <a:p>
                      <a:pPr marL="0" marR="0" lvl="0" indent="0" algn="ctr" defTabSz="914400" rtl="0" eaLnBrk="1" fontAlgn="base" latinLnBrk="0" hangingPunct="1">
                        <a:lnSpc>
                          <a:spcPct val="100000"/>
                        </a:lnSpc>
                        <a:spcBef>
                          <a:spcPct val="0"/>
                        </a:spcBef>
                        <a:spcAft>
                          <a:spcPct val="0"/>
                        </a:spcAft>
                        <a:buClr>
                          <a:srgbClr val="5F7BAE"/>
                        </a:buClr>
                        <a:buSzPct val="150000"/>
                        <a:buFont typeface="Lucida Grande" pitchFamily="80" charset="0"/>
                        <a:buNone/>
                        <a:tabLst>
                          <a:tab pos="914400" algn="l"/>
                        </a:tabLst>
                      </a:pPr>
                      <a:r>
                        <a:rPr kumimoji="0" lang="en-US" sz="2800" b="0" i="0" u="none" strike="noStrike" cap="none" normalizeH="0" baseline="0">
                          <a:ln>
                            <a:noFill/>
                          </a:ln>
                          <a:solidFill>
                            <a:schemeClr val="tx1"/>
                          </a:solidFill>
                          <a:effectLst/>
                          <a:latin typeface="Gill Sans" pitchFamily="80" charset="0"/>
                          <a:ea typeface="ヒラギノ角ゴ Pro W3" pitchFamily="80" charset="-128"/>
                          <a:sym typeface="Gill Sans" pitchFamily="80" charset="0"/>
                        </a:rPr>
                        <a:t>3</a:t>
                      </a:r>
                    </a:p>
                  </a:txBody>
                  <a:tcPr marL="38100" marR="38100" marT="38104" marB="38104" anchor="ct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E6E6E6"/>
                    </a:solidFill>
                  </a:tcPr>
                </a:tc>
                <a:extLst>
                  <a:ext uri="{0D108BD9-81ED-4DB2-BD59-A6C34878D82A}">
                    <a16:rowId xmlns:a16="http://schemas.microsoft.com/office/drawing/2014/main" val="10003"/>
                  </a:ext>
                </a:extLst>
              </a:tr>
              <a:tr h="946252">
                <a:tc>
                  <a:txBody>
                    <a:bodyPr/>
                    <a:lstStyle/>
                    <a:p>
                      <a:pPr marL="114300" marR="0" lvl="0" indent="0" algn="l" defTabSz="914400" rtl="0" eaLnBrk="1" fontAlgn="base" latinLnBrk="0" hangingPunct="1">
                        <a:lnSpc>
                          <a:spcPct val="100000"/>
                        </a:lnSpc>
                        <a:spcBef>
                          <a:spcPct val="0"/>
                        </a:spcBef>
                        <a:spcAft>
                          <a:spcPct val="0"/>
                        </a:spcAft>
                        <a:buClr>
                          <a:srgbClr val="5F7BAE"/>
                        </a:buClr>
                        <a:buSzPct val="150000"/>
                        <a:buFont typeface="Lucida Grande" pitchFamily="80" charset="0"/>
                        <a:buNone/>
                        <a:tabLst>
                          <a:tab pos="914400" algn="l"/>
                        </a:tabLst>
                      </a:pPr>
                      <a:r>
                        <a:rPr kumimoji="0" lang="en-US" sz="2800" b="0" i="0" u="none" strike="noStrike" cap="none" normalizeH="0" baseline="0">
                          <a:ln>
                            <a:noFill/>
                          </a:ln>
                          <a:solidFill>
                            <a:schemeClr val="tx1"/>
                          </a:solidFill>
                          <a:effectLst/>
                          <a:latin typeface="Gill Sans" pitchFamily="80" charset="0"/>
                          <a:ea typeface="ヒラギノ角ゴ Pro W3" pitchFamily="80" charset="-128"/>
                          <a:sym typeface="Gill Sans" pitchFamily="80" charset="0"/>
                        </a:rPr>
                        <a:t>As a hotel employee, I can run RevPAR reports (revenue-per-available-room)</a:t>
                      </a:r>
                    </a:p>
                  </a:txBody>
                  <a:tcPr marL="38100" marR="38100" marT="38104" marB="38104" anchor="ct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E6E6E6"/>
                    </a:solidFill>
                  </a:tcPr>
                </a:tc>
                <a:tc>
                  <a:txBody>
                    <a:bodyPr/>
                    <a:lstStyle/>
                    <a:p>
                      <a:pPr marL="0" marR="0" lvl="0" indent="0" algn="ctr" defTabSz="914400" rtl="0" eaLnBrk="1" fontAlgn="base" latinLnBrk="0" hangingPunct="1">
                        <a:lnSpc>
                          <a:spcPct val="100000"/>
                        </a:lnSpc>
                        <a:spcBef>
                          <a:spcPct val="0"/>
                        </a:spcBef>
                        <a:spcAft>
                          <a:spcPct val="0"/>
                        </a:spcAft>
                        <a:buClr>
                          <a:srgbClr val="5F7BAE"/>
                        </a:buClr>
                        <a:buSzPct val="150000"/>
                        <a:buFont typeface="Lucida Grande" pitchFamily="80" charset="0"/>
                        <a:buNone/>
                        <a:tabLst>
                          <a:tab pos="914400" algn="l"/>
                        </a:tabLst>
                      </a:pPr>
                      <a:r>
                        <a:rPr kumimoji="0" lang="en-US" sz="2800" b="0" i="0" u="none" strike="noStrike" cap="none" normalizeH="0" baseline="0">
                          <a:ln>
                            <a:noFill/>
                          </a:ln>
                          <a:solidFill>
                            <a:schemeClr val="tx1"/>
                          </a:solidFill>
                          <a:effectLst/>
                          <a:latin typeface="Gill Sans" pitchFamily="80" charset="0"/>
                          <a:ea typeface="ヒラギノ角ゴ Pro W3" pitchFamily="80" charset="-128"/>
                          <a:sym typeface="Gill Sans" pitchFamily="80" charset="0"/>
                        </a:rPr>
                        <a:t>8</a:t>
                      </a:r>
                    </a:p>
                  </a:txBody>
                  <a:tcPr marL="38100" marR="38100" marT="38104" marB="38104" anchor="ct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E6E6E6"/>
                    </a:solidFill>
                  </a:tcPr>
                </a:tc>
                <a:extLst>
                  <a:ext uri="{0D108BD9-81ED-4DB2-BD59-A6C34878D82A}">
                    <a16:rowId xmlns:a16="http://schemas.microsoft.com/office/drawing/2014/main" val="10004"/>
                  </a:ext>
                </a:extLst>
              </a:tr>
              <a:tr h="571562">
                <a:tc>
                  <a:txBody>
                    <a:bodyPr/>
                    <a:lstStyle/>
                    <a:p>
                      <a:pPr marL="114300" marR="0" lvl="0" indent="0" algn="l" defTabSz="914400" rtl="0" eaLnBrk="1" fontAlgn="base" latinLnBrk="0" hangingPunct="1">
                        <a:lnSpc>
                          <a:spcPct val="100000"/>
                        </a:lnSpc>
                        <a:spcBef>
                          <a:spcPct val="0"/>
                        </a:spcBef>
                        <a:spcAft>
                          <a:spcPct val="0"/>
                        </a:spcAft>
                        <a:buClr>
                          <a:srgbClr val="5F7BAE"/>
                        </a:buClr>
                        <a:buSzPct val="150000"/>
                        <a:buFont typeface="Lucida Grande" pitchFamily="80" charset="0"/>
                        <a:buNone/>
                        <a:tabLst>
                          <a:tab pos="914400" algn="l"/>
                        </a:tabLst>
                      </a:pPr>
                      <a:r>
                        <a:rPr kumimoji="0" lang="en-US" sz="2800" b="0" i="0" u="none" strike="noStrike" cap="none" normalizeH="0" baseline="0">
                          <a:ln>
                            <a:noFill/>
                          </a:ln>
                          <a:solidFill>
                            <a:schemeClr val="tx1"/>
                          </a:solidFill>
                          <a:effectLst/>
                          <a:latin typeface="Gill Sans" pitchFamily="80" charset="0"/>
                          <a:ea typeface="ヒラギノ角ゴ Pro W3" pitchFamily="80" charset="-128"/>
                          <a:sym typeface="Gill Sans" pitchFamily="80" charset="0"/>
                        </a:rPr>
                        <a:t>Improve exception handling</a:t>
                      </a:r>
                    </a:p>
                  </a:txBody>
                  <a:tcPr marL="38100" marR="38100" marT="38104" marB="38104" anchor="ct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E6E6E6"/>
                    </a:solidFill>
                  </a:tcPr>
                </a:tc>
                <a:tc>
                  <a:txBody>
                    <a:bodyPr/>
                    <a:lstStyle/>
                    <a:p>
                      <a:pPr marL="0" marR="0" lvl="0" indent="0" algn="ctr" defTabSz="914400" rtl="0" eaLnBrk="1" fontAlgn="base" latinLnBrk="0" hangingPunct="1">
                        <a:lnSpc>
                          <a:spcPct val="100000"/>
                        </a:lnSpc>
                        <a:spcBef>
                          <a:spcPct val="0"/>
                        </a:spcBef>
                        <a:spcAft>
                          <a:spcPct val="0"/>
                        </a:spcAft>
                        <a:buClr>
                          <a:srgbClr val="5F7BAE"/>
                        </a:buClr>
                        <a:buSzPct val="150000"/>
                        <a:buFont typeface="Lucida Grande" pitchFamily="80" charset="0"/>
                        <a:buNone/>
                        <a:tabLst>
                          <a:tab pos="914400" algn="l"/>
                        </a:tabLst>
                      </a:pPr>
                      <a:r>
                        <a:rPr kumimoji="0" lang="en-US" sz="2800" b="0" i="0" u="none" strike="noStrike" cap="none" normalizeH="0" baseline="0">
                          <a:ln>
                            <a:noFill/>
                          </a:ln>
                          <a:solidFill>
                            <a:schemeClr val="tx1"/>
                          </a:solidFill>
                          <a:effectLst/>
                          <a:latin typeface="Gill Sans" pitchFamily="80" charset="0"/>
                          <a:ea typeface="ヒラギノ角ゴ Pro W3" pitchFamily="80" charset="-128"/>
                          <a:sym typeface="Gill Sans" pitchFamily="80" charset="0"/>
                        </a:rPr>
                        <a:t>8</a:t>
                      </a:r>
                    </a:p>
                  </a:txBody>
                  <a:tcPr marL="38100" marR="38100" marT="38104" marB="38104" anchor="ct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E6E6E6"/>
                    </a:solidFill>
                  </a:tcPr>
                </a:tc>
                <a:extLst>
                  <a:ext uri="{0D108BD9-81ED-4DB2-BD59-A6C34878D82A}">
                    <a16:rowId xmlns:a16="http://schemas.microsoft.com/office/drawing/2014/main" val="10005"/>
                  </a:ext>
                </a:extLst>
              </a:tr>
              <a:tr h="533458">
                <a:tc>
                  <a:txBody>
                    <a:bodyPr/>
                    <a:lstStyle/>
                    <a:p>
                      <a:pPr marL="114300" marR="0" lvl="0" indent="0" algn="l" defTabSz="914400" rtl="0" eaLnBrk="1" fontAlgn="base" latinLnBrk="0" hangingPunct="1">
                        <a:lnSpc>
                          <a:spcPct val="100000"/>
                        </a:lnSpc>
                        <a:spcBef>
                          <a:spcPct val="0"/>
                        </a:spcBef>
                        <a:spcAft>
                          <a:spcPct val="0"/>
                        </a:spcAft>
                        <a:buClr>
                          <a:srgbClr val="5F7BAE"/>
                        </a:buClr>
                        <a:buSzPct val="150000"/>
                        <a:buFont typeface="Lucida Grande" pitchFamily="80" charset="0"/>
                        <a:buNone/>
                        <a:tabLst>
                          <a:tab pos="914400" algn="l"/>
                        </a:tabLst>
                      </a:pPr>
                      <a:r>
                        <a:rPr kumimoji="0" lang="en-US" sz="2800" b="0" i="0" u="none" strike="noStrike" cap="none" normalizeH="0" baseline="0">
                          <a:ln>
                            <a:noFill/>
                          </a:ln>
                          <a:solidFill>
                            <a:schemeClr val="tx1"/>
                          </a:solidFill>
                          <a:effectLst/>
                          <a:latin typeface="Gill Sans" pitchFamily="80" charset="0"/>
                          <a:ea typeface="ヒラギノ角ゴ Pro W3" pitchFamily="80" charset="-128"/>
                          <a:sym typeface="Gill Sans" pitchFamily="80" charset="0"/>
                        </a:rPr>
                        <a:t>...</a:t>
                      </a:r>
                    </a:p>
                  </a:txBody>
                  <a:tcPr marL="38100" marR="38100" marT="38104" marB="38104" anchor="ct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E6E6E6"/>
                    </a:solidFill>
                  </a:tcPr>
                </a:tc>
                <a:tc>
                  <a:txBody>
                    <a:bodyPr/>
                    <a:lstStyle/>
                    <a:p>
                      <a:pPr marL="0" marR="0" lvl="0" indent="0" algn="ctr" defTabSz="914400" rtl="0" eaLnBrk="1" fontAlgn="base" latinLnBrk="0" hangingPunct="1">
                        <a:lnSpc>
                          <a:spcPct val="100000"/>
                        </a:lnSpc>
                        <a:spcBef>
                          <a:spcPct val="0"/>
                        </a:spcBef>
                        <a:spcAft>
                          <a:spcPct val="0"/>
                        </a:spcAft>
                        <a:buClr>
                          <a:srgbClr val="5F7BAE"/>
                        </a:buClr>
                        <a:buSzPct val="150000"/>
                        <a:buFont typeface="Lucida Grande" pitchFamily="80" charset="0"/>
                        <a:buNone/>
                        <a:tabLst>
                          <a:tab pos="914400" algn="l"/>
                        </a:tabLst>
                      </a:pPr>
                      <a:r>
                        <a:rPr kumimoji="0" lang="en-US" sz="2800" b="0" i="0" u="none" strike="noStrike" cap="none" normalizeH="0" baseline="0">
                          <a:ln>
                            <a:noFill/>
                          </a:ln>
                          <a:solidFill>
                            <a:schemeClr val="tx1"/>
                          </a:solidFill>
                          <a:effectLst/>
                          <a:latin typeface="Gill Sans" pitchFamily="80" charset="0"/>
                          <a:ea typeface="ヒラギノ角ゴ Pro W3" pitchFamily="80" charset="-128"/>
                          <a:sym typeface="Gill Sans" pitchFamily="80" charset="0"/>
                        </a:rPr>
                        <a:t>30</a:t>
                      </a:r>
                    </a:p>
                  </a:txBody>
                  <a:tcPr marL="38100" marR="38100" marT="38104" marB="38104" anchor="ct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E6E6E6"/>
                    </a:solidFill>
                  </a:tcPr>
                </a:tc>
                <a:extLst>
                  <a:ext uri="{0D108BD9-81ED-4DB2-BD59-A6C34878D82A}">
                    <a16:rowId xmlns:a16="http://schemas.microsoft.com/office/drawing/2014/main" val="10006"/>
                  </a:ext>
                </a:extLst>
              </a:tr>
              <a:tr h="533458">
                <a:tc>
                  <a:txBody>
                    <a:bodyPr/>
                    <a:lstStyle/>
                    <a:p>
                      <a:pPr marL="114300" marR="0" lvl="0" indent="0" algn="l" defTabSz="914400" rtl="0" eaLnBrk="1" fontAlgn="base" latinLnBrk="0" hangingPunct="1">
                        <a:lnSpc>
                          <a:spcPct val="100000"/>
                        </a:lnSpc>
                        <a:spcBef>
                          <a:spcPct val="0"/>
                        </a:spcBef>
                        <a:spcAft>
                          <a:spcPct val="0"/>
                        </a:spcAft>
                        <a:buClr>
                          <a:srgbClr val="5F7BAE"/>
                        </a:buClr>
                        <a:buSzPct val="150000"/>
                        <a:buFont typeface="Lucida Grande" pitchFamily="80" charset="0"/>
                        <a:buNone/>
                        <a:tabLst>
                          <a:tab pos="914400" algn="l"/>
                        </a:tabLst>
                      </a:pPr>
                      <a:r>
                        <a:rPr kumimoji="0" lang="en-US" sz="2800" b="0" i="0" u="none" strike="noStrike" cap="none" normalizeH="0" baseline="0">
                          <a:ln>
                            <a:noFill/>
                          </a:ln>
                          <a:solidFill>
                            <a:schemeClr val="tx1"/>
                          </a:solidFill>
                          <a:effectLst/>
                          <a:latin typeface="Gill Sans" pitchFamily="80" charset="0"/>
                          <a:ea typeface="ヒラギノ角ゴ Pro W3" pitchFamily="80" charset="-128"/>
                          <a:sym typeface="Gill Sans" pitchFamily="80" charset="0"/>
                        </a:rPr>
                        <a:t>...</a:t>
                      </a:r>
                    </a:p>
                  </a:txBody>
                  <a:tcPr marL="38100" marR="38100" marT="38104" marB="38104" anchor="ct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E6E6E6"/>
                    </a:solidFill>
                  </a:tcPr>
                </a:tc>
                <a:tc>
                  <a:txBody>
                    <a:bodyPr/>
                    <a:lstStyle/>
                    <a:p>
                      <a:pPr marL="0" marR="0" lvl="0" indent="0" algn="ctr" defTabSz="914400" rtl="0" eaLnBrk="1" fontAlgn="base" latinLnBrk="0" hangingPunct="1">
                        <a:lnSpc>
                          <a:spcPct val="100000"/>
                        </a:lnSpc>
                        <a:spcBef>
                          <a:spcPct val="0"/>
                        </a:spcBef>
                        <a:spcAft>
                          <a:spcPct val="0"/>
                        </a:spcAft>
                        <a:buClr>
                          <a:srgbClr val="5F7BAE"/>
                        </a:buClr>
                        <a:buSzPct val="150000"/>
                        <a:buFont typeface="Lucida Grande" pitchFamily="80" charset="0"/>
                        <a:buNone/>
                        <a:tabLst>
                          <a:tab pos="914400" algn="l"/>
                        </a:tabLst>
                      </a:pPr>
                      <a:r>
                        <a:rPr kumimoji="0" lang="en-US" sz="2800" b="0" i="0" u="none" strike="noStrike" cap="none" normalizeH="0" baseline="0" dirty="0">
                          <a:ln>
                            <a:noFill/>
                          </a:ln>
                          <a:solidFill>
                            <a:schemeClr val="tx1"/>
                          </a:solidFill>
                          <a:effectLst/>
                          <a:latin typeface="Gill Sans" pitchFamily="80" charset="0"/>
                          <a:ea typeface="ヒラギノ角ゴ Pro W3" pitchFamily="80" charset="-128"/>
                          <a:sym typeface="Gill Sans" pitchFamily="80" charset="0"/>
                        </a:rPr>
                        <a:t>50</a:t>
                      </a:r>
                    </a:p>
                  </a:txBody>
                  <a:tcPr marL="38100" marR="38100" marT="38104" marB="38104" anchor="ct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E6E6E6"/>
                    </a:solidFill>
                  </a:tcPr>
                </a:tc>
                <a:extLst>
                  <a:ext uri="{0D108BD9-81ED-4DB2-BD59-A6C34878D82A}">
                    <a16:rowId xmlns:a16="http://schemas.microsoft.com/office/drawing/2014/main" val="10007"/>
                  </a:ext>
                </a:extLst>
              </a:tr>
            </a:tbl>
          </a:graphicData>
        </a:graphic>
      </p:graphicFrame>
    </p:spTree>
  </p:cSld>
  <p:clrMapOvr>
    <a:masterClrMapping/>
  </p:clrMapOvr>
  <p:transition spd="med">
    <p:dissolv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1">
            <a:extLst>
              <a:ext uri="{FF2B5EF4-FFF2-40B4-BE49-F238E27FC236}">
                <a16:creationId xmlns:a16="http://schemas.microsoft.com/office/drawing/2014/main" id="{CE1290E8-E9AA-C279-EF7F-6255A2190A08}"/>
              </a:ext>
            </a:extLst>
          </p:cNvPr>
          <p:cNvSpPr>
            <a:spLocks noGrp="1" noChangeArrowheads="1"/>
          </p:cNvSpPr>
          <p:nvPr>
            <p:ph type="title"/>
          </p:nvPr>
        </p:nvSpPr>
        <p:spPr/>
        <p:txBody>
          <a:bodyPr/>
          <a:lstStyle/>
          <a:p>
            <a:pPr eaLnBrk="1" hangingPunct="1"/>
            <a:r>
              <a:rPr lang="en-US" altLang="en-US"/>
              <a:t>The sprint goal</a:t>
            </a:r>
          </a:p>
        </p:txBody>
      </p:sp>
      <p:sp>
        <p:nvSpPr>
          <p:cNvPr id="70659" name="Rectangle 2">
            <a:extLst>
              <a:ext uri="{FF2B5EF4-FFF2-40B4-BE49-F238E27FC236}">
                <a16:creationId xmlns:a16="http://schemas.microsoft.com/office/drawing/2014/main" id="{7E8749D7-3C1C-D2C9-6F34-F289AB1FC23F}"/>
              </a:ext>
            </a:extLst>
          </p:cNvPr>
          <p:cNvSpPr>
            <a:spLocks noGrp="1" noChangeArrowheads="1"/>
          </p:cNvSpPr>
          <p:nvPr>
            <p:ph type="body" idx="1"/>
          </p:nvPr>
        </p:nvSpPr>
        <p:spPr>
          <a:xfrm>
            <a:off x="342900" y="1447800"/>
            <a:ext cx="9461500" cy="1257300"/>
          </a:xfrm>
        </p:spPr>
        <p:txBody>
          <a:bodyPr/>
          <a:lstStyle/>
          <a:p>
            <a:pPr marL="698500" eaLnBrk="1" hangingPunct="1"/>
            <a:r>
              <a:rPr lang="en-US" altLang="en-US"/>
              <a:t>A short statement of what the work will be focused on during the sprint.</a:t>
            </a:r>
          </a:p>
        </p:txBody>
      </p:sp>
      <p:sp>
        <p:nvSpPr>
          <p:cNvPr id="2" name="AutoShape 3">
            <a:extLst>
              <a:ext uri="{FF2B5EF4-FFF2-40B4-BE49-F238E27FC236}">
                <a16:creationId xmlns:a16="http://schemas.microsoft.com/office/drawing/2014/main" id="{8A1CD988-3903-8B6A-95E6-65BCFF820107}"/>
              </a:ext>
            </a:extLst>
          </p:cNvPr>
          <p:cNvSpPr>
            <a:spLocks/>
          </p:cNvSpPr>
          <p:nvPr/>
        </p:nvSpPr>
        <p:spPr bwMode="auto">
          <a:xfrm>
            <a:off x="342900" y="3746500"/>
            <a:ext cx="4902200" cy="1943100"/>
          </a:xfrm>
          <a:prstGeom prst="roundRect">
            <a:avLst>
              <a:gd name="adj" fmla="val 15685"/>
            </a:avLst>
          </a:prstGeom>
          <a:blipFill dpi="0" rotWithShape="0">
            <a:blip r:embed="rId3"/>
            <a:srcRect/>
            <a:tile tx="0" ty="0" sx="100000" sy="100000" flip="none" algn="tl"/>
          </a:blipFill>
          <a:ln w="25400">
            <a:solidFill>
              <a:srgbClr val="003C83"/>
            </a:solidFill>
            <a:round/>
            <a:headEnd/>
            <a:tailEnd/>
          </a:ln>
          <a:effectLst>
            <a:outerShdw blurRad="114300" dist="63500" dir="2700000" algn="ctr" rotWithShape="0">
              <a:schemeClr val="bg2">
                <a:alpha val="29999"/>
              </a:schemeClr>
            </a:outerShdw>
          </a:effectLst>
        </p:spPr>
        <p:txBody>
          <a:bodyPr/>
          <a:lstStyle/>
          <a:p>
            <a:pPr algn="ctr" eaLnBrk="1" hangingPunct="1">
              <a:defRPr/>
            </a:pPr>
            <a:endParaRPr lang="en-US">
              <a:latin typeface="Gill Sans" pitchFamily="80" charset="0"/>
              <a:ea typeface="ヒラギノ角ゴ Pro W3" pitchFamily="80" charset="-128"/>
              <a:sym typeface="Gill Sans" pitchFamily="80" charset="0"/>
            </a:endParaRPr>
          </a:p>
        </p:txBody>
      </p:sp>
      <p:sp>
        <p:nvSpPr>
          <p:cNvPr id="70661" name="Rectangle 4">
            <a:extLst>
              <a:ext uri="{FF2B5EF4-FFF2-40B4-BE49-F238E27FC236}">
                <a16:creationId xmlns:a16="http://schemas.microsoft.com/office/drawing/2014/main" id="{B923AE9E-B2C4-D7F1-CDE1-CCB114AC6BC4}"/>
              </a:ext>
            </a:extLst>
          </p:cNvPr>
          <p:cNvSpPr>
            <a:spLocks/>
          </p:cNvSpPr>
          <p:nvPr/>
        </p:nvSpPr>
        <p:spPr bwMode="auto">
          <a:xfrm>
            <a:off x="825500" y="3746500"/>
            <a:ext cx="2603500" cy="457200"/>
          </a:xfrm>
          <a:prstGeom prst="rect">
            <a:avLst/>
          </a:prstGeom>
          <a:solidFill>
            <a:srgbClr val="003C83"/>
          </a:solidFill>
          <a:ln>
            <a:noFill/>
          </a:ln>
          <a:extLst>
            <a:ext uri="{91240B29-F687-4F45-9708-019B960494DF}">
              <a14:hiddenLine xmlns:a14="http://schemas.microsoft.com/office/drawing/2010/main" w="25400">
                <a:solidFill>
                  <a:schemeClr val="tx1"/>
                </a:solidFill>
                <a:miter lim="800000"/>
                <a:headEnd/>
                <a:tailEnd/>
              </a14:hiddenLine>
            </a:ext>
          </a:extLst>
        </p:spPr>
        <p:txBody>
          <a:bodyPr/>
          <a:lstStyle>
            <a:lvl1pPr>
              <a:spcBef>
                <a:spcPts val="1800"/>
              </a:spcBef>
              <a:buClr>
                <a:srgbClr val="5F7BAE"/>
              </a:buClr>
              <a:buSzPct val="150000"/>
              <a:buFont typeface="Lucida Grande" panose="020B0600040502020204" pitchFamily="34" charset="0"/>
              <a:buChar char="•"/>
              <a:defRPr sz="36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spcBef>
                <a:spcPts val="1800"/>
              </a:spcBef>
              <a:buSzPct val="150000"/>
              <a:buFont typeface="Lucida Grande" panose="020B0600040502020204" pitchFamily="34" charset="0"/>
              <a:buChar char="•"/>
              <a:defRPr sz="32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spcBef>
                <a:spcPts val="1800"/>
              </a:spcBef>
              <a:buSzPct val="150000"/>
              <a:buFont typeface="Lucida Grande" panose="020B0600040502020204" pitchFamily="34" charset="0"/>
              <a:buChar char="•"/>
              <a:defRPr sz="28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spcBef>
                <a:spcPts val="1800"/>
              </a:spcBef>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spcBef>
                <a:spcPts val="1800"/>
              </a:spcBef>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algn="ctr" eaLnBrk="1" hangingPunct="1">
              <a:spcBef>
                <a:spcPct val="0"/>
              </a:spcBef>
              <a:buClrTx/>
              <a:buSzTx/>
              <a:buFontTx/>
              <a:buNone/>
            </a:pPr>
            <a:endParaRPr lang="en-US" altLang="en-US" sz="3200">
              <a:solidFill>
                <a:srgbClr val="000000"/>
              </a:solidFill>
            </a:endParaRPr>
          </a:p>
        </p:txBody>
      </p:sp>
      <p:sp>
        <p:nvSpPr>
          <p:cNvPr id="70662" name="AutoShape 5">
            <a:extLst>
              <a:ext uri="{FF2B5EF4-FFF2-40B4-BE49-F238E27FC236}">
                <a16:creationId xmlns:a16="http://schemas.microsoft.com/office/drawing/2014/main" id="{1D307A49-7EF3-B2BB-9347-24841B3E717B}"/>
              </a:ext>
            </a:extLst>
          </p:cNvPr>
          <p:cNvSpPr>
            <a:spLocks/>
          </p:cNvSpPr>
          <p:nvPr/>
        </p:nvSpPr>
        <p:spPr bwMode="auto">
          <a:xfrm rot="10800000">
            <a:off x="3327400" y="3746500"/>
            <a:ext cx="495300" cy="457200"/>
          </a:xfrm>
          <a:custGeom>
            <a:avLst/>
            <a:gdLst>
              <a:gd name="T0" fmla="*/ 2147483646 w 21600"/>
              <a:gd name="T1" fmla="*/ 2147483646 h 21600"/>
              <a:gd name="T2" fmla="*/ 2147483646 w 21600"/>
              <a:gd name="T3" fmla="*/ 2147483646 h 21600"/>
              <a:gd name="T4" fmla="*/ 0 w 21600"/>
              <a:gd name="T5" fmla="*/ 2147483646 h 21600"/>
              <a:gd name="T6" fmla="*/ 2147483646 w 21600"/>
              <a:gd name="T7" fmla="*/ 2147483646 h 21600"/>
              <a:gd name="T8" fmla="*/ 2147483646 w 21600"/>
              <a:gd name="T9" fmla="*/ 0 h 21600"/>
              <a:gd name="T10" fmla="*/ 2147483646 w 21600"/>
              <a:gd name="T11" fmla="*/ 2147483646 h 21600"/>
              <a:gd name="T12" fmla="*/ 2147483646 w 21600"/>
              <a:gd name="T13" fmla="*/ 2147483646 h 21600"/>
              <a:gd name="T14" fmla="*/ 2147483646 w 21600"/>
              <a:gd name="T15" fmla="*/ 2147483646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13734" y="65"/>
                </a:moveTo>
                <a:cubicBezTo>
                  <a:pt x="4547" y="550"/>
                  <a:pt x="111" y="6203"/>
                  <a:pt x="14" y="14130"/>
                </a:cubicBezTo>
                <a:cubicBezTo>
                  <a:pt x="9" y="16620"/>
                  <a:pt x="5" y="19110"/>
                  <a:pt x="0" y="21600"/>
                </a:cubicBezTo>
                <a:cubicBezTo>
                  <a:pt x="7200" y="21600"/>
                  <a:pt x="14400" y="21600"/>
                  <a:pt x="21600" y="21600"/>
                </a:cubicBezTo>
                <a:cubicBezTo>
                  <a:pt x="21600" y="14400"/>
                  <a:pt x="21600" y="7200"/>
                  <a:pt x="21600" y="0"/>
                </a:cubicBezTo>
                <a:cubicBezTo>
                  <a:pt x="18978" y="22"/>
                  <a:pt x="16356" y="43"/>
                  <a:pt x="13734" y="65"/>
                </a:cubicBezTo>
                <a:cubicBezTo>
                  <a:pt x="13734" y="65"/>
                  <a:pt x="13734" y="65"/>
                  <a:pt x="13734" y="65"/>
                </a:cubicBezTo>
                <a:cubicBezTo>
                  <a:pt x="13734" y="65"/>
                  <a:pt x="13734" y="65"/>
                  <a:pt x="13734" y="65"/>
                </a:cubicBezTo>
              </a:path>
            </a:pathLst>
          </a:custGeom>
          <a:solidFill>
            <a:srgbClr val="003C83"/>
          </a:solidFill>
          <a:ln>
            <a:noFill/>
          </a:ln>
          <a:extLst>
            <a:ext uri="{91240B29-F687-4F45-9708-019B960494DF}">
              <a14:hiddenLine xmlns:a14="http://schemas.microsoft.com/office/drawing/2010/main" w="25400">
                <a:solidFill>
                  <a:schemeClr val="tx1"/>
                </a:solidFill>
                <a:miter lim="800000"/>
                <a:headEnd/>
                <a:tailEnd/>
              </a14:hiddenLine>
            </a:ext>
          </a:extLst>
        </p:spPr>
        <p:txBody>
          <a:bodyPr/>
          <a:lstStyle/>
          <a:p>
            <a:endParaRPr lang="en-US"/>
          </a:p>
        </p:txBody>
      </p:sp>
      <p:sp>
        <p:nvSpPr>
          <p:cNvPr id="70663" name="AutoShape 6">
            <a:extLst>
              <a:ext uri="{FF2B5EF4-FFF2-40B4-BE49-F238E27FC236}">
                <a16:creationId xmlns:a16="http://schemas.microsoft.com/office/drawing/2014/main" id="{2F2E0452-EE6C-0EDB-06AF-98598E907F08}"/>
              </a:ext>
            </a:extLst>
          </p:cNvPr>
          <p:cNvSpPr>
            <a:spLocks/>
          </p:cNvSpPr>
          <p:nvPr/>
        </p:nvSpPr>
        <p:spPr bwMode="auto">
          <a:xfrm>
            <a:off x="342900" y="3746500"/>
            <a:ext cx="495300" cy="457200"/>
          </a:xfrm>
          <a:custGeom>
            <a:avLst/>
            <a:gdLst>
              <a:gd name="T0" fmla="*/ 2147483646 w 21600"/>
              <a:gd name="T1" fmla="*/ 2147483646 h 21600"/>
              <a:gd name="T2" fmla="*/ 2147483646 w 21600"/>
              <a:gd name="T3" fmla="*/ 2147483646 h 21600"/>
              <a:gd name="T4" fmla="*/ 0 w 21600"/>
              <a:gd name="T5" fmla="*/ 2147483646 h 21600"/>
              <a:gd name="T6" fmla="*/ 2147483646 w 21600"/>
              <a:gd name="T7" fmla="*/ 2147483646 h 21600"/>
              <a:gd name="T8" fmla="*/ 2147483646 w 21600"/>
              <a:gd name="T9" fmla="*/ 0 h 21600"/>
              <a:gd name="T10" fmla="*/ 2147483646 w 21600"/>
              <a:gd name="T11" fmla="*/ 2147483646 h 21600"/>
              <a:gd name="T12" fmla="*/ 2147483646 w 21600"/>
              <a:gd name="T13" fmla="*/ 2147483646 h 21600"/>
              <a:gd name="T14" fmla="*/ 2147483646 w 21600"/>
              <a:gd name="T15" fmla="*/ 2147483646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13734" y="65"/>
                </a:moveTo>
                <a:cubicBezTo>
                  <a:pt x="4547" y="550"/>
                  <a:pt x="111" y="6203"/>
                  <a:pt x="14" y="14130"/>
                </a:cubicBezTo>
                <a:cubicBezTo>
                  <a:pt x="9" y="16620"/>
                  <a:pt x="5" y="19110"/>
                  <a:pt x="0" y="21600"/>
                </a:cubicBezTo>
                <a:cubicBezTo>
                  <a:pt x="7200" y="21600"/>
                  <a:pt x="14400" y="21600"/>
                  <a:pt x="21600" y="21600"/>
                </a:cubicBezTo>
                <a:cubicBezTo>
                  <a:pt x="21600" y="14400"/>
                  <a:pt x="21600" y="7200"/>
                  <a:pt x="21600" y="0"/>
                </a:cubicBezTo>
                <a:cubicBezTo>
                  <a:pt x="18978" y="22"/>
                  <a:pt x="16356" y="43"/>
                  <a:pt x="13734" y="65"/>
                </a:cubicBezTo>
                <a:cubicBezTo>
                  <a:pt x="13734" y="65"/>
                  <a:pt x="13734" y="65"/>
                  <a:pt x="13734" y="65"/>
                </a:cubicBezTo>
                <a:cubicBezTo>
                  <a:pt x="13734" y="65"/>
                  <a:pt x="13734" y="65"/>
                  <a:pt x="13734" y="65"/>
                </a:cubicBezTo>
              </a:path>
            </a:pathLst>
          </a:custGeom>
          <a:solidFill>
            <a:srgbClr val="003C83"/>
          </a:solidFill>
          <a:ln>
            <a:noFill/>
          </a:ln>
          <a:extLst>
            <a:ext uri="{91240B29-F687-4F45-9708-019B960494DF}">
              <a14:hiddenLine xmlns:a14="http://schemas.microsoft.com/office/drawing/2010/main" w="25400">
                <a:solidFill>
                  <a:schemeClr val="tx1"/>
                </a:solidFill>
                <a:miter lim="800000"/>
                <a:headEnd/>
                <a:tailEnd/>
              </a14:hiddenLine>
            </a:ext>
          </a:extLst>
        </p:spPr>
        <p:txBody>
          <a:bodyPr/>
          <a:lstStyle/>
          <a:p>
            <a:endParaRPr lang="en-US"/>
          </a:p>
        </p:txBody>
      </p:sp>
      <p:sp>
        <p:nvSpPr>
          <p:cNvPr id="70664" name="Rectangle 7">
            <a:extLst>
              <a:ext uri="{FF2B5EF4-FFF2-40B4-BE49-F238E27FC236}">
                <a16:creationId xmlns:a16="http://schemas.microsoft.com/office/drawing/2014/main" id="{0BDBD3E6-0311-6CDC-545D-05D1FBE3166A}"/>
              </a:ext>
            </a:extLst>
          </p:cNvPr>
          <p:cNvSpPr>
            <a:spLocks/>
          </p:cNvSpPr>
          <p:nvPr/>
        </p:nvSpPr>
        <p:spPr bwMode="auto">
          <a:xfrm>
            <a:off x="508000" y="3708400"/>
            <a:ext cx="3149600" cy="5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50800" tIns="50800" rIns="50800" bIns="50800"/>
          <a:lstStyle>
            <a:lvl1pPr>
              <a:spcBef>
                <a:spcPts val="1800"/>
              </a:spcBef>
              <a:buClr>
                <a:srgbClr val="5F7BAE"/>
              </a:buClr>
              <a:buSzPct val="150000"/>
              <a:buFont typeface="Lucida Grande" panose="020B0600040502020204" pitchFamily="34" charset="0"/>
              <a:buChar char="•"/>
              <a:tabLst>
                <a:tab pos="1066800" algn="l"/>
              </a:tabLst>
              <a:defRPr sz="36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spcBef>
                <a:spcPts val="1800"/>
              </a:spcBef>
              <a:buSzPct val="150000"/>
              <a:buFont typeface="Lucida Grande" panose="020B0600040502020204" pitchFamily="34" charset="0"/>
              <a:buChar char="•"/>
              <a:tabLst>
                <a:tab pos="1066800" algn="l"/>
              </a:tabLst>
              <a:defRPr sz="32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spcBef>
                <a:spcPts val="1800"/>
              </a:spcBef>
              <a:buSzPct val="150000"/>
              <a:buFont typeface="Lucida Grande" panose="020B0600040502020204" pitchFamily="34" charset="0"/>
              <a:buChar char="•"/>
              <a:tabLst>
                <a:tab pos="1066800" algn="l"/>
              </a:tabLst>
              <a:defRPr sz="28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spcBef>
                <a:spcPts val="1800"/>
              </a:spcBef>
              <a:buSzPct val="150000"/>
              <a:buFont typeface="Lucida Grande" panose="020B0600040502020204" pitchFamily="34" charset="0"/>
              <a:buChar char="•"/>
              <a:tabLst>
                <a:tab pos="1066800" algn="l"/>
              </a:tabLst>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spcBef>
                <a:spcPts val="1800"/>
              </a:spcBef>
              <a:buSzPct val="150000"/>
              <a:buFont typeface="Lucida Grande" panose="020B0600040502020204" pitchFamily="34" charset="0"/>
              <a:buChar char="•"/>
              <a:tabLst>
                <a:tab pos="1066800" algn="l"/>
              </a:tabLst>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ts val="1800"/>
              </a:spcBef>
              <a:spcAft>
                <a:spcPct val="0"/>
              </a:spcAft>
              <a:buSzPct val="150000"/>
              <a:buFont typeface="Lucida Grande" panose="020B0600040502020204" pitchFamily="34" charset="0"/>
              <a:buChar char="•"/>
              <a:tabLst>
                <a:tab pos="1066800" algn="l"/>
              </a:tabLst>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ts val="1800"/>
              </a:spcBef>
              <a:spcAft>
                <a:spcPct val="0"/>
              </a:spcAft>
              <a:buSzPct val="150000"/>
              <a:buFont typeface="Lucida Grande" panose="020B0600040502020204" pitchFamily="34" charset="0"/>
              <a:buChar char="•"/>
              <a:tabLst>
                <a:tab pos="1066800" algn="l"/>
              </a:tabLst>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ts val="1800"/>
              </a:spcBef>
              <a:spcAft>
                <a:spcPct val="0"/>
              </a:spcAft>
              <a:buSzPct val="150000"/>
              <a:buFont typeface="Lucida Grande" panose="020B0600040502020204" pitchFamily="34" charset="0"/>
              <a:buChar char="•"/>
              <a:tabLst>
                <a:tab pos="1066800" algn="l"/>
              </a:tabLst>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ts val="1800"/>
              </a:spcBef>
              <a:spcAft>
                <a:spcPct val="0"/>
              </a:spcAft>
              <a:buSzPct val="150000"/>
              <a:buFont typeface="Lucida Grande" panose="020B0600040502020204" pitchFamily="34" charset="0"/>
              <a:buChar char="•"/>
              <a:tabLst>
                <a:tab pos="1066800" algn="l"/>
              </a:tabLst>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eaLnBrk="1" hangingPunct="1">
              <a:spcBef>
                <a:spcPct val="0"/>
              </a:spcBef>
              <a:buClrTx/>
              <a:buSzTx/>
              <a:buFontTx/>
              <a:buNone/>
            </a:pPr>
            <a:r>
              <a:rPr lang="en-US" altLang="en-US" sz="2400">
                <a:solidFill>
                  <a:srgbClr val="FFFFFF"/>
                </a:solidFill>
              </a:rPr>
              <a:t>Database Application</a:t>
            </a:r>
          </a:p>
        </p:txBody>
      </p:sp>
      <p:sp>
        <p:nvSpPr>
          <p:cNvPr id="3" name="AutoShape 8">
            <a:extLst>
              <a:ext uri="{FF2B5EF4-FFF2-40B4-BE49-F238E27FC236}">
                <a16:creationId xmlns:a16="http://schemas.microsoft.com/office/drawing/2014/main" id="{5894D8B0-4AF9-A092-1661-04AE4B334E17}"/>
              </a:ext>
            </a:extLst>
          </p:cNvPr>
          <p:cNvSpPr>
            <a:spLocks/>
          </p:cNvSpPr>
          <p:nvPr/>
        </p:nvSpPr>
        <p:spPr bwMode="auto">
          <a:xfrm>
            <a:off x="4851400" y="5080000"/>
            <a:ext cx="4902200" cy="1943100"/>
          </a:xfrm>
          <a:prstGeom prst="roundRect">
            <a:avLst>
              <a:gd name="adj" fmla="val 15685"/>
            </a:avLst>
          </a:prstGeom>
          <a:blipFill dpi="0" rotWithShape="0">
            <a:blip r:embed="rId3"/>
            <a:srcRect/>
            <a:tile tx="0" ty="0" sx="100000" sy="100000" flip="none" algn="tl"/>
          </a:blipFill>
          <a:ln w="25400">
            <a:solidFill>
              <a:srgbClr val="003C83"/>
            </a:solidFill>
            <a:round/>
            <a:headEnd/>
            <a:tailEnd/>
          </a:ln>
          <a:effectLst>
            <a:outerShdw blurRad="114300" dist="63500" dir="2700000" algn="ctr" rotWithShape="0">
              <a:schemeClr val="bg2">
                <a:alpha val="29999"/>
              </a:schemeClr>
            </a:outerShdw>
          </a:effectLst>
        </p:spPr>
        <p:txBody>
          <a:bodyPr/>
          <a:lstStyle/>
          <a:p>
            <a:pPr algn="ctr" eaLnBrk="1" hangingPunct="1">
              <a:defRPr/>
            </a:pPr>
            <a:endParaRPr lang="en-US">
              <a:latin typeface="Gill Sans" pitchFamily="80" charset="0"/>
              <a:ea typeface="ヒラギノ角ゴ Pro W3" pitchFamily="80" charset="-128"/>
              <a:sym typeface="Gill Sans" pitchFamily="80" charset="0"/>
            </a:endParaRPr>
          </a:p>
        </p:txBody>
      </p:sp>
      <p:sp>
        <p:nvSpPr>
          <p:cNvPr id="70666" name="Rectangle 9">
            <a:extLst>
              <a:ext uri="{FF2B5EF4-FFF2-40B4-BE49-F238E27FC236}">
                <a16:creationId xmlns:a16="http://schemas.microsoft.com/office/drawing/2014/main" id="{94C86600-78D2-D12E-7598-CBADC41333D2}"/>
              </a:ext>
            </a:extLst>
          </p:cNvPr>
          <p:cNvSpPr>
            <a:spLocks/>
          </p:cNvSpPr>
          <p:nvPr/>
        </p:nvSpPr>
        <p:spPr bwMode="auto">
          <a:xfrm>
            <a:off x="5334000" y="5080000"/>
            <a:ext cx="2603500" cy="457200"/>
          </a:xfrm>
          <a:prstGeom prst="rect">
            <a:avLst/>
          </a:prstGeom>
          <a:solidFill>
            <a:srgbClr val="003C83"/>
          </a:solidFill>
          <a:ln>
            <a:noFill/>
          </a:ln>
          <a:extLst>
            <a:ext uri="{91240B29-F687-4F45-9708-019B960494DF}">
              <a14:hiddenLine xmlns:a14="http://schemas.microsoft.com/office/drawing/2010/main" w="25400">
                <a:solidFill>
                  <a:schemeClr val="tx1"/>
                </a:solidFill>
                <a:miter lim="800000"/>
                <a:headEnd/>
                <a:tailEnd/>
              </a14:hiddenLine>
            </a:ext>
          </a:extLst>
        </p:spPr>
        <p:txBody>
          <a:bodyPr/>
          <a:lstStyle>
            <a:lvl1pPr>
              <a:spcBef>
                <a:spcPts val="1800"/>
              </a:spcBef>
              <a:buClr>
                <a:srgbClr val="5F7BAE"/>
              </a:buClr>
              <a:buSzPct val="150000"/>
              <a:buFont typeface="Lucida Grande" panose="020B0600040502020204" pitchFamily="34" charset="0"/>
              <a:buChar char="•"/>
              <a:defRPr sz="36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spcBef>
                <a:spcPts val="1800"/>
              </a:spcBef>
              <a:buSzPct val="150000"/>
              <a:buFont typeface="Lucida Grande" panose="020B0600040502020204" pitchFamily="34" charset="0"/>
              <a:buChar char="•"/>
              <a:defRPr sz="32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spcBef>
                <a:spcPts val="1800"/>
              </a:spcBef>
              <a:buSzPct val="150000"/>
              <a:buFont typeface="Lucida Grande" panose="020B0600040502020204" pitchFamily="34" charset="0"/>
              <a:buChar char="•"/>
              <a:defRPr sz="28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spcBef>
                <a:spcPts val="1800"/>
              </a:spcBef>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spcBef>
                <a:spcPts val="1800"/>
              </a:spcBef>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algn="ctr" eaLnBrk="1" hangingPunct="1">
              <a:spcBef>
                <a:spcPct val="0"/>
              </a:spcBef>
              <a:buClrTx/>
              <a:buSzTx/>
              <a:buFontTx/>
              <a:buNone/>
            </a:pPr>
            <a:endParaRPr lang="en-US" altLang="en-US" sz="3200">
              <a:solidFill>
                <a:srgbClr val="000000"/>
              </a:solidFill>
            </a:endParaRPr>
          </a:p>
        </p:txBody>
      </p:sp>
      <p:sp>
        <p:nvSpPr>
          <p:cNvPr id="70667" name="AutoShape 10">
            <a:extLst>
              <a:ext uri="{FF2B5EF4-FFF2-40B4-BE49-F238E27FC236}">
                <a16:creationId xmlns:a16="http://schemas.microsoft.com/office/drawing/2014/main" id="{A46FBC5E-2CFD-D39D-48A4-5A53BC11660C}"/>
              </a:ext>
            </a:extLst>
          </p:cNvPr>
          <p:cNvSpPr>
            <a:spLocks/>
          </p:cNvSpPr>
          <p:nvPr/>
        </p:nvSpPr>
        <p:spPr bwMode="auto">
          <a:xfrm rot="10800000">
            <a:off x="7835900" y="5080000"/>
            <a:ext cx="495300" cy="457200"/>
          </a:xfrm>
          <a:custGeom>
            <a:avLst/>
            <a:gdLst>
              <a:gd name="T0" fmla="*/ 2147483646 w 21600"/>
              <a:gd name="T1" fmla="*/ 2147483646 h 21600"/>
              <a:gd name="T2" fmla="*/ 2147483646 w 21600"/>
              <a:gd name="T3" fmla="*/ 2147483646 h 21600"/>
              <a:gd name="T4" fmla="*/ 0 w 21600"/>
              <a:gd name="T5" fmla="*/ 2147483646 h 21600"/>
              <a:gd name="T6" fmla="*/ 2147483646 w 21600"/>
              <a:gd name="T7" fmla="*/ 2147483646 h 21600"/>
              <a:gd name="T8" fmla="*/ 2147483646 w 21600"/>
              <a:gd name="T9" fmla="*/ 0 h 21600"/>
              <a:gd name="T10" fmla="*/ 2147483646 w 21600"/>
              <a:gd name="T11" fmla="*/ 2147483646 h 21600"/>
              <a:gd name="T12" fmla="*/ 2147483646 w 21600"/>
              <a:gd name="T13" fmla="*/ 2147483646 h 21600"/>
              <a:gd name="T14" fmla="*/ 2147483646 w 21600"/>
              <a:gd name="T15" fmla="*/ 2147483646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13734" y="65"/>
                </a:moveTo>
                <a:cubicBezTo>
                  <a:pt x="4547" y="550"/>
                  <a:pt x="111" y="6203"/>
                  <a:pt x="14" y="14130"/>
                </a:cubicBezTo>
                <a:cubicBezTo>
                  <a:pt x="9" y="16620"/>
                  <a:pt x="5" y="19110"/>
                  <a:pt x="0" y="21600"/>
                </a:cubicBezTo>
                <a:cubicBezTo>
                  <a:pt x="7200" y="21600"/>
                  <a:pt x="14400" y="21600"/>
                  <a:pt x="21600" y="21600"/>
                </a:cubicBezTo>
                <a:cubicBezTo>
                  <a:pt x="21600" y="14400"/>
                  <a:pt x="21600" y="7200"/>
                  <a:pt x="21600" y="0"/>
                </a:cubicBezTo>
                <a:cubicBezTo>
                  <a:pt x="18978" y="22"/>
                  <a:pt x="16356" y="43"/>
                  <a:pt x="13734" y="65"/>
                </a:cubicBezTo>
                <a:cubicBezTo>
                  <a:pt x="13734" y="65"/>
                  <a:pt x="13734" y="65"/>
                  <a:pt x="13734" y="65"/>
                </a:cubicBezTo>
                <a:cubicBezTo>
                  <a:pt x="13734" y="65"/>
                  <a:pt x="13734" y="65"/>
                  <a:pt x="13734" y="65"/>
                </a:cubicBezTo>
              </a:path>
            </a:pathLst>
          </a:custGeom>
          <a:solidFill>
            <a:srgbClr val="003C83"/>
          </a:solidFill>
          <a:ln>
            <a:noFill/>
          </a:ln>
          <a:extLst>
            <a:ext uri="{91240B29-F687-4F45-9708-019B960494DF}">
              <a14:hiddenLine xmlns:a14="http://schemas.microsoft.com/office/drawing/2010/main" w="25400">
                <a:solidFill>
                  <a:schemeClr val="tx1"/>
                </a:solidFill>
                <a:miter lim="800000"/>
                <a:headEnd/>
                <a:tailEnd/>
              </a14:hiddenLine>
            </a:ext>
          </a:extLst>
        </p:spPr>
        <p:txBody>
          <a:bodyPr/>
          <a:lstStyle/>
          <a:p>
            <a:endParaRPr lang="en-US"/>
          </a:p>
        </p:txBody>
      </p:sp>
      <p:sp>
        <p:nvSpPr>
          <p:cNvPr id="70668" name="AutoShape 11">
            <a:extLst>
              <a:ext uri="{FF2B5EF4-FFF2-40B4-BE49-F238E27FC236}">
                <a16:creationId xmlns:a16="http://schemas.microsoft.com/office/drawing/2014/main" id="{093AB462-83A5-D005-02FE-24C533F2CEBD}"/>
              </a:ext>
            </a:extLst>
          </p:cNvPr>
          <p:cNvSpPr>
            <a:spLocks/>
          </p:cNvSpPr>
          <p:nvPr/>
        </p:nvSpPr>
        <p:spPr bwMode="auto">
          <a:xfrm>
            <a:off x="4851400" y="5080000"/>
            <a:ext cx="495300" cy="457200"/>
          </a:xfrm>
          <a:custGeom>
            <a:avLst/>
            <a:gdLst>
              <a:gd name="T0" fmla="*/ 2147483646 w 21600"/>
              <a:gd name="T1" fmla="*/ 2147483646 h 21600"/>
              <a:gd name="T2" fmla="*/ 2147483646 w 21600"/>
              <a:gd name="T3" fmla="*/ 2147483646 h 21600"/>
              <a:gd name="T4" fmla="*/ 0 w 21600"/>
              <a:gd name="T5" fmla="*/ 2147483646 h 21600"/>
              <a:gd name="T6" fmla="*/ 2147483646 w 21600"/>
              <a:gd name="T7" fmla="*/ 2147483646 h 21600"/>
              <a:gd name="T8" fmla="*/ 2147483646 w 21600"/>
              <a:gd name="T9" fmla="*/ 0 h 21600"/>
              <a:gd name="T10" fmla="*/ 2147483646 w 21600"/>
              <a:gd name="T11" fmla="*/ 2147483646 h 21600"/>
              <a:gd name="T12" fmla="*/ 2147483646 w 21600"/>
              <a:gd name="T13" fmla="*/ 2147483646 h 21600"/>
              <a:gd name="T14" fmla="*/ 2147483646 w 21600"/>
              <a:gd name="T15" fmla="*/ 2147483646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13734" y="65"/>
                </a:moveTo>
                <a:cubicBezTo>
                  <a:pt x="4547" y="550"/>
                  <a:pt x="111" y="6203"/>
                  <a:pt x="14" y="14130"/>
                </a:cubicBezTo>
                <a:cubicBezTo>
                  <a:pt x="9" y="16620"/>
                  <a:pt x="5" y="19110"/>
                  <a:pt x="0" y="21600"/>
                </a:cubicBezTo>
                <a:cubicBezTo>
                  <a:pt x="7200" y="21600"/>
                  <a:pt x="14400" y="21600"/>
                  <a:pt x="21600" y="21600"/>
                </a:cubicBezTo>
                <a:cubicBezTo>
                  <a:pt x="21600" y="14400"/>
                  <a:pt x="21600" y="7200"/>
                  <a:pt x="21600" y="0"/>
                </a:cubicBezTo>
                <a:cubicBezTo>
                  <a:pt x="18978" y="22"/>
                  <a:pt x="16356" y="43"/>
                  <a:pt x="13734" y="65"/>
                </a:cubicBezTo>
                <a:cubicBezTo>
                  <a:pt x="13734" y="65"/>
                  <a:pt x="13734" y="65"/>
                  <a:pt x="13734" y="65"/>
                </a:cubicBezTo>
                <a:cubicBezTo>
                  <a:pt x="13734" y="65"/>
                  <a:pt x="13734" y="65"/>
                  <a:pt x="13734" y="65"/>
                </a:cubicBezTo>
              </a:path>
            </a:pathLst>
          </a:custGeom>
          <a:solidFill>
            <a:srgbClr val="003C83"/>
          </a:solidFill>
          <a:ln>
            <a:noFill/>
          </a:ln>
          <a:extLst>
            <a:ext uri="{91240B29-F687-4F45-9708-019B960494DF}">
              <a14:hiddenLine xmlns:a14="http://schemas.microsoft.com/office/drawing/2010/main" w="25400">
                <a:solidFill>
                  <a:schemeClr val="tx1"/>
                </a:solidFill>
                <a:miter lim="800000"/>
                <a:headEnd/>
                <a:tailEnd/>
              </a14:hiddenLine>
            </a:ext>
          </a:extLst>
        </p:spPr>
        <p:txBody>
          <a:bodyPr/>
          <a:lstStyle/>
          <a:p>
            <a:endParaRPr lang="en-US"/>
          </a:p>
        </p:txBody>
      </p:sp>
      <p:sp>
        <p:nvSpPr>
          <p:cNvPr id="70669" name="Rectangle 12">
            <a:extLst>
              <a:ext uri="{FF2B5EF4-FFF2-40B4-BE49-F238E27FC236}">
                <a16:creationId xmlns:a16="http://schemas.microsoft.com/office/drawing/2014/main" id="{3F3F3630-7F9E-7186-67F6-4EABE53CFB99}"/>
              </a:ext>
            </a:extLst>
          </p:cNvPr>
          <p:cNvSpPr>
            <a:spLocks/>
          </p:cNvSpPr>
          <p:nvPr/>
        </p:nvSpPr>
        <p:spPr bwMode="auto">
          <a:xfrm>
            <a:off x="5016500" y="5041900"/>
            <a:ext cx="3149600" cy="5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50800" tIns="50800" rIns="50800" bIns="50800"/>
          <a:lstStyle>
            <a:lvl1pPr>
              <a:spcBef>
                <a:spcPts val="1800"/>
              </a:spcBef>
              <a:buClr>
                <a:srgbClr val="5F7BAE"/>
              </a:buClr>
              <a:buSzPct val="150000"/>
              <a:buFont typeface="Lucida Grande" panose="020B0600040502020204" pitchFamily="34" charset="0"/>
              <a:buChar char="•"/>
              <a:tabLst>
                <a:tab pos="1066800" algn="l"/>
              </a:tabLst>
              <a:defRPr sz="36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spcBef>
                <a:spcPts val="1800"/>
              </a:spcBef>
              <a:buSzPct val="150000"/>
              <a:buFont typeface="Lucida Grande" panose="020B0600040502020204" pitchFamily="34" charset="0"/>
              <a:buChar char="•"/>
              <a:tabLst>
                <a:tab pos="1066800" algn="l"/>
              </a:tabLst>
              <a:defRPr sz="32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spcBef>
                <a:spcPts val="1800"/>
              </a:spcBef>
              <a:buSzPct val="150000"/>
              <a:buFont typeface="Lucida Grande" panose="020B0600040502020204" pitchFamily="34" charset="0"/>
              <a:buChar char="•"/>
              <a:tabLst>
                <a:tab pos="1066800" algn="l"/>
              </a:tabLst>
              <a:defRPr sz="28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spcBef>
                <a:spcPts val="1800"/>
              </a:spcBef>
              <a:buSzPct val="150000"/>
              <a:buFont typeface="Lucida Grande" panose="020B0600040502020204" pitchFamily="34" charset="0"/>
              <a:buChar char="•"/>
              <a:tabLst>
                <a:tab pos="1066800" algn="l"/>
              </a:tabLst>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spcBef>
                <a:spcPts val="1800"/>
              </a:spcBef>
              <a:buSzPct val="150000"/>
              <a:buFont typeface="Lucida Grande" panose="020B0600040502020204" pitchFamily="34" charset="0"/>
              <a:buChar char="•"/>
              <a:tabLst>
                <a:tab pos="1066800" algn="l"/>
              </a:tabLst>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ts val="1800"/>
              </a:spcBef>
              <a:spcAft>
                <a:spcPct val="0"/>
              </a:spcAft>
              <a:buSzPct val="150000"/>
              <a:buFont typeface="Lucida Grande" panose="020B0600040502020204" pitchFamily="34" charset="0"/>
              <a:buChar char="•"/>
              <a:tabLst>
                <a:tab pos="1066800" algn="l"/>
              </a:tabLst>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ts val="1800"/>
              </a:spcBef>
              <a:spcAft>
                <a:spcPct val="0"/>
              </a:spcAft>
              <a:buSzPct val="150000"/>
              <a:buFont typeface="Lucida Grande" panose="020B0600040502020204" pitchFamily="34" charset="0"/>
              <a:buChar char="•"/>
              <a:tabLst>
                <a:tab pos="1066800" algn="l"/>
              </a:tabLst>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ts val="1800"/>
              </a:spcBef>
              <a:spcAft>
                <a:spcPct val="0"/>
              </a:spcAft>
              <a:buSzPct val="150000"/>
              <a:buFont typeface="Lucida Grande" panose="020B0600040502020204" pitchFamily="34" charset="0"/>
              <a:buChar char="•"/>
              <a:tabLst>
                <a:tab pos="1066800" algn="l"/>
              </a:tabLst>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ts val="1800"/>
              </a:spcBef>
              <a:spcAft>
                <a:spcPct val="0"/>
              </a:spcAft>
              <a:buSzPct val="150000"/>
              <a:buFont typeface="Lucida Grande" panose="020B0600040502020204" pitchFamily="34" charset="0"/>
              <a:buChar char="•"/>
              <a:tabLst>
                <a:tab pos="1066800" algn="l"/>
              </a:tabLst>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eaLnBrk="1" hangingPunct="1">
              <a:spcBef>
                <a:spcPct val="0"/>
              </a:spcBef>
              <a:buClrTx/>
              <a:buSzTx/>
              <a:buFontTx/>
              <a:buNone/>
            </a:pPr>
            <a:r>
              <a:rPr lang="en-US" altLang="en-US" sz="2400">
                <a:solidFill>
                  <a:srgbClr val="FFFFFF"/>
                </a:solidFill>
              </a:rPr>
              <a:t>Financial services</a:t>
            </a:r>
          </a:p>
        </p:txBody>
      </p:sp>
      <p:sp>
        <p:nvSpPr>
          <p:cNvPr id="4" name="AutoShape 13">
            <a:extLst>
              <a:ext uri="{FF2B5EF4-FFF2-40B4-BE49-F238E27FC236}">
                <a16:creationId xmlns:a16="http://schemas.microsoft.com/office/drawing/2014/main" id="{EE8EF7ED-5E76-5078-C35A-E04D82A842EE}"/>
              </a:ext>
            </a:extLst>
          </p:cNvPr>
          <p:cNvSpPr>
            <a:spLocks/>
          </p:cNvSpPr>
          <p:nvPr/>
        </p:nvSpPr>
        <p:spPr bwMode="auto">
          <a:xfrm>
            <a:off x="4851400" y="2781300"/>
            <a:ext cx="4902200" cy="1536700"/>
          </a:xfrm>
          <a:prstGeom prst="roundRect">
            <a:avLst>
              <a:gd name="adj" fmla="val 19833"/>
            </a:avLst>
          </a:prstGeom>
          <a:blipFill dpi="0" rotWithShape="0">
            <a:blip r:embed="rId3"/>
            <a:srcRect/>
            <a:tile tx="0" ty="0" sx="100000" sy="100000" flip="none" algn="tl"/>
          </a:blipFill>
          <a:ln w="25400">
            <a:solidFill>
              <a:srgbClr val="003C83"/>
            </a:solidFill>
            <a:round/>
            <a:headEnd/>
            <a:tailEnd/>
          </a:ln>
          <a:effectLst>
            <a:outerShdw blurRad="114300" dist="63500" dir="2700000" algn="ctr" rotWithShape="0">
              <a:schemeClr val="bg2">
                <a:alpha val="29999"/>
              </a:schemeClr>
            </a:outerShdw>
          </a:effectLst>
        </p:spPr>
        <p:txBody>
          <a:bodyPr/>
          <a:lstStyle/>
          <a:p>
            <a:pPr algn="ctr" eaLnBrk="1" hangingPunct="1">
              <a:defRPr/>
            </a:pPr>
            <a:endParaRPr lang="en-US">
              <a:latin typeface="Gill Sans" pitchFamily="80" charset="0"/>
              <a:ea typeface="ヒラギノ角ゴ Pro W3" pitchFamily="80" charset="-128"/>
              <a:sym typeface="Gill Sans" pitchFamily="80" charset="0"/>
            </a:endParaRPr>
          </a:p>
        </p:txBody>
      </p:sp>
      <p:sp>
        <p:nvSpPr>
          <p:cNvPr id="70671" name="Rectangle 14">
            <a:extLst>
              <a:ext uri="{FF2B5EF4-FFF2-40B4-BE49-F238E27FC236}">
                <a16:creationId xmlns:a16="http://schemas.microsoft.com/office/drawing/2014/main" id="{ABF96EED-D445-4B61-D5A8-E8485026CE9D}"/>
              </a:ext>
            </a:extLst>
          </p:cNvPr>
          <p:cNvSpPr>
            <a:spLocks/>
          </p:cNvSpPr>
          <p:nvPr/>
        </p:nvSpPr>
        <p:spPr bwMode="auto">
          <a:xfrm>
            <a:off x="5334000" y="2781300"/>
            <a:ext cx="2603500" cy="457200"/>
          </a:xfrm>
          <a:prstGeom prst="rect">
            <a:avLst/>
          </a:prstGeom>
          <a:solidFill>
            <a:srgbClr val="003C83"/>
          </a:solidFill>
          <a:ln>
            <a:noFill/>
          </a:ln>
          <a:extLst>
            <a:ext uri="{91240B29-F687-4F45-9708-019B960494DF}">
              <a14:hiddenLine xmlns:a14="http://schemas.microsoft.com/office/drawing/2010/main" w="25400">
                <a:solidFill>
                  <a:schemeClr val="tx1"/>
                </a:solidFill>
                <a:miter lim="800000"/>
                <a:headEnd/>
                <a:tailEnd/>
              </a14:hiddenLine>
            </a:ext>
          </a:extLst>
        </p:spPr>
        <p:txBody>
          <a:bodyPr/>
          <a:lstStyle>
            <a:lvl1pPr>
              <a:spcBef>
                <a:spcPts val="1800"/>
              </a:spcBef>
              <a:buClr>
                <a:srgbClr val="5F7BAE"/>
              </a:buClr>
              <a:buSzPct val="150000"/>
              <a:buFont typeface="Lucida Grande" panose="020B0600040502020204" pitchFamily="34" charset="0"/>
              <a:buChar char="•"/>
              <a:defRPr sz="36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spcBef>
                <a:spcPts val="1800"/>
              </a:spcBef>
              <a:buSzPct val="150000"/>
              <a:buFont typeface="Lucida Grande" panose="020B0600040502020204" pitchFamily="34" charset="0"/>
              <a:buChar char="•"/>
              <a:defRPr sz="32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spcBef>
                <a:spcPts val="1800"/>
              </a:spcBef>
              <a:buSzPct val="150000"/>
              <a:buFont typeface="Lucida Grande" panose="020B0600040502020204" pitchFamily="34" charset="0"/>
              <a:buChar char="•"/>
              <a:defRPr sz="28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spcBef>
                <a:spcPts val="1800"/>
              </a:spcBef>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spcBef>
                <a:spcPts val="1800"/>
              </a:spcBef>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algn="ctr" eaLnBrk="1" hangingPunct="1">
              <a:spcBef>
                <a:spcPct val="0"/>
              </a:spcBef>
              <a:buClrTx/>
              <a:buSzTx/>
              <a:buFontTx/>
              <a:buNone/>
            </a:pPr>
            <a:endParaRPr lang="en-US" altLang="en-US" sz="3200">
              <a:solidFill>
                <a:srgbClr val="000000"/>
              </a:solidFill>
            </a:endParaRPr>
          </a:p>
        </p:txBody>
      </p:sp>
      <p:sp>
        <p:nvSpPr>
          <p:cNvPr id="70672" name="AutoShape 15">
            <a:extLst>
              <a:ext uri="{FF2B5EF4-FFF2-40B4-BE49-F238E27FC236}">
                <a16:creationId xmlns:a16="http://schemas.microsoft.com/office/drawing/2014/main" id="{59F4849C-8794-AB95-261F-7F8CED110C6B}"/>
              </a:ext>
            </a:extLst>
          </p:cNvPr>
          <p:cNvSpPr>
            <a:spLocks/>
          </p:cNvSpPr>
          <p:nvPr/>
        </p:nvSpPr>
        <p:spPr bwMode="auto">
          <a:xfrm rot="10800000">
            <a:off x="7835900" y="2781300"/>
            <a:ext cx="495300" cy="457200"/>
          </a:xfrm>
          <a:custGeom>
            <a:avLst/>
            <a:gdLst>
              <a:gd name="T0" fmla="*/ 2147483646 w 21600"/>
              <a:gd name="T1" fmla="*/ 2147483646 h 21600"/>
              <a:gd name="T2" fmla="*/ 2147483646 w 21600"/>
              <a:gd name="T3" fmla="*/ 2147483646 h 21600"/>
              <a:gd name="T4" fmla="*/ 0 w 21600"/>
              <a:gd name="T5" fmla="*/ 2147483646 h 21600"/>
              <a:gd name="T6" fmla="*/ 2147483646 w 21600"/>
              <a:gd name="T7" fmla="*/ 2147483646 h 21600"/>
              <a:gd name="T8" fmla="*/ 2147483646 w 21600"/>
              <a:gd name="T9" fmla="*/ 0 h 21600"/>
              <a:gd name="T10" fmla="*/ 2147483646 w 21600"/>
              <a:gd name="T11" fmla="*/ 2147483646 h 21600"/>
              <a:gd name="T12" fmla="*/ 2147483646 w 21600"/>
              <a:gd name="T13" fmla="*/ 2147483646 h 21600"/>
              <a:gd name="T14" fmla="*/ 2147483646 w 21600"/>
              <a:gd name="T15" fmla="*/ 2147483646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13734" y="65"/>
                </a:moveTo>
                <a:cubicBezTo>
                  <a:pt x="4547" y="550"/>
                  <a:pt x="111" y="6203"/>
                  <a:pt x="14" y="14130"/>
                </a:cubicBezTo>
                <a:cubicBezTo>
                  <a:pt x="9" y="16620"/>
                  <a:pt x="5" y="19110"/>
                  <a:pt x="0" y="21600"/>
                </a:cubicBezTo>
                <a:cubicBezTo>
                  <a:pt x="7200" y="21600"/>
                  <a:pt x="14400" y="21600"/>
                  <a:pt x="21600" y="21600"/>
                </a:cubicBezTo>
                <a:cubicBezTo>
                  <a:pt x="21600" y="14400"/>
                  <a:pt x="21600" y="7200"/>
                  <a:pt x="21600" y="0"/>
                </a:cubicBezTo>
                <a:cubicBezTo>
                  <a:pt x="18978" y="22"/>
                  <a:pt x="16356" y="43"/>
                  <a:pt x="13734" y="65"/>
                </a:cubicBezTo>
                <a:cubicBezTo>
                  <a:pt x="13734" y="65"/>
                  <a:pt x="13734" y="65"/>
                  <a:pt x="13734" y="65"/>
                </a:cubicBezTo>
                <a:cubicBezTo>
                  <a:pt x="13734" y="65"/>
                  <a:pt x="13734" y="65"/>
                  <a:pt x="13734" y="65"/>
                </a:cubicBezTo>
              </a:path>
            </a:pathLst>
          </a:custGeom>
          <a:solidFill>
            <a:srgbClr val="003C83"/>
          </a:solidFill>
          <a:ln>
            <a:noFill/>
          </a:ln>
          <a:extLst>
            <a:ext uri="{91240B29-F687-4F45-9708-019B960494DF}">
              <a14:hiddenLine xmlns:a14="http://schemas.microsoft.com/office/drawing/2010/main" w="25400">
                <a:solidFill>
                  <a:schemeClr val="tx1"/>
                </a:solidFill>
                <a:miter lim="800000"/>
                <a:headEnd/>
                <a:tailEnd/>
              </a14:hiddenLine>
            </a:ext>
          </a:extLst>
        </p:spPr>
        <p:txBody>
          <a:bodyPr/>
          <a:lstStyle/>
          <a:p>
            <a:endParaRPr lang="en-US"/>
          </a:p>
        </p:txBody>
      </p:sp>
      <p:sp>
        <p:nvSpPr>
          <p:cNvPr id="70673" name="AutoShape 16">
            <a:extLst>
              <a:ext uri="{FF2B5EF4-FFF2-40B4-BE49-F238E27FC236}">
                <a16:creationId xmlns:a16="http://schemas.microsoft.com/office/drawing/2014/main" id="{8673EBCA-DBC6-6B75-99FD-8FB401185D6F}"/>
              </a:ext>
            </a:extLst>
          </p:cNvPr>
          <p:cNvSpPr>
            <a:spLocks/>
          </p:cNvSpPr>
          <p:nvPr/>
        </p:nvSpPr>
        <p:spPr bwMode="auto">
          <a:xfrm>
            <a:off x="4851400" y="2781300"/>
            <a:ext cx="495300" cy="457200"/>
          </a:xfrm>
          <a:custGeom>
            <a:avLst/>
            <a:gdLst>
              <a:gd name="T0" fmla="*/ 2147483646 w 21600"/>
              <a:gd name="T1" fmla="*/ 2147483646 h 21600"/>
              <a:gd name="T2" fmla="*/ 2147483646 w 21600"/>
              <a:gd name="T3" fmla="*/ 2147483646 h 21600"/>
              <a:gd name="T4" fmla="*/ 0 w 21600"/>
              <a:gd name="T5" fmla="*/ 2147483646 h 21600"/>
              <a:gd name="T6" fmla="*/ 2147483646 w 21600"/>
              <a:gd name="T7" fmla="*/ 2147483646 h 21600"/>
              <a:gd name="T8" fmla="*/ 2147483646 w 21600"/>
              <a:gd name="T9" fmla="*/ 0 h 21600"/>
              <a:gd name="T10" fmla="*/ 2147483646 w 21600"/>
              <a:gd name="T11" fmla="*/ 2147483646 h 21600"/>
              <a:gd name="T12" fmla="*/ 2147483646 w 21600"/>
              <a:gd name="T13" fmla="*/ 2147483646 h 21600"/>
              <a:gd name="T14" fmla="*/ 2147483646 w 21600"/>
              <a:gd name="T15" fmla="*/ 2147483646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13734" y="65"/>
                </a:moveTo>
                <a:cubicBezTo>
                  <a:pt x="4547" y="550"/>
                  <a:pt x="111" y="6203"/>
                  <a:pt x="14" y="14130"/>
                </a:cubicBezTo>
                <a:cubicBezTo>
                  <a:pt x="9" y="16620"/>
                  <a:pt x="5" y="19110"/>
                  <a:pt x="0" y="21600"/>
                </a:cubicBezTo>
                <a:cubicBezTo>
                  <a:pt x="7200" y="21600"/>
                  <a:pt x="14400" y="21600"/>
                  <a:pt x="21600" y="21600"/>
                </a:cubicBezTo>
                <a:cubicBezTo>
                  <a:pt x="21600" y="14400"/>
                  <a:pt x="21600" y="7200"/>
                  <a:pt x="21600" y="0"/>
                </a:cubicBezTo>
                <a:cubicBezTo>
                  <a:pt x="18978" y="22"/>
                  <a:pt x="16356" y="43"/>
                  <a:pt x="13734" y="65"/>
                </a:cubicBezTo>
                <a:cubicBezTo>
                  <a:pt x="13734" y="65"/>
                  <a:pt x="13734" y="65"/>
                  <a:pt x="13734" y="65"/>
                </a:cubicBezTo>
                <a:cubicBezTo>
                  <a:pt x="13734" y="65"/>
                  <a:pt x="13734" y="65"/>
                  <a:pt x="13734" y="65"/>
                </a:cubicBezTo>
              </a:path>
            </a:pathLst>
          </a:custGeom>
          <a:solidFill>
            <a:srgbClr val="003C83"/>
          </a:solidFill>
          <a:ln>
            <a:noFill/>
          </a:ln>
          <a:extLst>
            <a:ext uri="{91240B29-F687-4F45-9708-019B960494DF}">
              <a14:hiddenLine xmlns:a14="http://schemas.microsoft.com/office/drawing/2010/main" w="25400">
                <a:solidFill>
                  <a:schemeClr val="tx1"/>
                </a:solidFill>
                <a:miter lim="800000"/>
                <a:headEnd/>
                <a:tailEnd/>
              </a14:hiddenLine>
            </a:ext>
          </a:extLst>
        </p:spPr>
        <p:txBody>
          <a:bodyPr/>
          <a:lstStyle/>
          <a:p>
            <a:endParaRPr lang="en-US"/>
          </a:p>
        </p:txBody>
      </p:sp>
      <p:sp>
        <p:nvSpPr>
          <p:cNvPr id="70674" name="Rectangle 17">
            <a:extLst>
              <a:ext uri="{FF2B5EF4-FFF2-40B4-BE49-F238E27FC236}">
                <a16:creationId xmlns:a16="http://schemas.microsoft.com/office/drawing/2014/main" id="{D475A89D-0643-71D7-3F8F-CDBE84D838E0}"/>
              </a:ext>
            </a:extLst>
          </p:cNvPr>
          <p:cNvSpPr>
            <a:spLocks/>
          </p:cNvSpPr>
          <p:nvPr/>
        </p:nvSpPr>
        <p:spPr bwMode="auto">
          <a:xfrm>
            <a:off x="5016500" y="2743200"/>
            <a:ext cx="3149600" cy="5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50800" tIns="50800" rIns="50800" bIns="50800"/>
          <a:lstStyle>
            <a:lvl1pPr>
              <a:spcBef>
                <a:spcPts val="1800"/>
              </a:spcBef>
              <a:buClr>
                <a:srgbClr val="5F7BAE"/>
              </a:buClr>
              <a:buSzPct val="150000"/>
              <a:buFont typeface="Lucida Grande" panose="020B0600040502020204" pitchFamily="34" charset="0"/>
              <a:buChar char="•"/>
              <a:tabLst>
                <a:tab pos="1066800" algn="l"/>
              </a:tabLst>
              <a:defRPr sz="36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spcBef>
                <a:spcPts val="1800"/>
              </a:spcBef>
              <a:buSzPct val="150000"/>
              <a:buFont typeface="Lucida Grande" panose="020B0600040502020204" pitchFamily="34" charset="0"/>
              <a:buChar char="•"/>
              <a:tabLst>
                <a:tab pos="1066800" algn="l"/>
              </a:tabLst>
              <a:defRPr sz="32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spcBef>
                <a:spcPts val="1800"/>
              </a:spcBef>
              <a:buSzPct val="150000"/>
              <a:buFont typeface="Lucida Grande" panose="020B0600040502020204" pitchFamily="34" charset="0"/>
              <a:buChar char="•"/>
              <a:tabLst>
                <a:tab pos="1066800" algn="l"/>
              </a:tabLst>
              <a:defRPr sz="28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spcBef>
                <a:spcPts val="1800"/>
              </a:spcBef>
              <a:buSzPct val="150000"/>
              <a:buFont typeface="Lucida Grande" panose="020B0600040502020204" pitchFamily="34" charset="0"/>
              <a:buChar char="•"/>
              <a:tabLst>
                <a:tab pos="1066800" algn="l"/>
              </a:tabLst>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spcBef>
                <a:spcPts val="1800"/>
              </a:spcBef>
              <a:buSzPct val="150000"/>
              <a:buFont typeface="Lucida Grande" panose="020B0600040502020204" pitchFamily="34" charset="0"/>
              <a:buChar char="•"/>
              <a:tabLst>
                <a:tab pos="1066800" algn="l"/>
              </a:tabLst>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ts val="1800"/>
              </a:spcBef>
              <a:spcAft>
                <a:spcPct val="0"/>
              </a:spcAft>
              <a:buSzPct val="150000"/>
              <a:buFont typeface="Lucida Grande" panose="020B0600040502020204" pitchFamily="34" charset="0"/>
              <a:buChar char="•"/>
              <a:tabLst>
                <a:tab pos="1066800" algn="l"/>
              </a:tabLst>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ts val="1800"/>
              </a:spcBef>
              <a:spcAft>
                <a:spcPct val="0"/>
              </a:spcAft>
              <a:buSzPct val="150000"/>
              <a:buFont typeface="Lucida Grande" panose="020B0600040502020204" pitchFamily="34" charset="0"/>
              <a:buChar char="•"/>
              <a:tabLst>
                <a:tab pos="1066800" algn="l"/>
              </a:tabLst>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ts val="1800"/>
              </a:spcBef>
              <a:spcAft>
                <a:spcPct val="0"/>
              </a:spcAft>
              <a:buSzPct val="150000"/>
              <a:buFont typeface="Lucida Grande" panose="020B0600040502020204" pitchFamily="34" charset="0"/>
              <a:buChar char="•"/>
              <a:tabLst>
                <a:tab pos="1066800" algn="l"/>
              </a:tabLst>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ts val="1800"/>
              </a:spcBef>
              <a:spcAft>
                <a:spcPct val="0"/>
              </a:spcAft>
              <a:buSzPct val="150000"/>
              <a:buFont typeface="Lucida Grande" panose="020B0600040502020204" pitchFamily="34" charset="0"/>
              <a:buChar char="•"/>
              <a:tabLst>
                <a:tab pos="1066800" algn="l"/>
              </a:tabLst>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eaLnBrk="1" hangingPunct="1">
              <a:spcBef>
                <a:spcPct val="0"/>
              </a:spcBef>
              <a:buClrTx/>
              <a:buSzTx/>
              <a:buFontTx/>
              <a:buNone/>
            </a:pPr>
            <a:r>
              <a:rPr lang="en-US" altLang="en-US" sz="2400">
                <a:solidFill>
                  <a:srgbClr val="FFFFFF"/>
                </a:solidFill>
              </a:rPr>
              <a:t>Life Sciences</a:t>
            </a:r>
          </a:p>
        </p:txBody>
      </p:sp>
      <p:sp>
        <p:nvSpPr>
          <p:cNvPr id="70675" name="Rectangle 18">
            <a:extLst>
              <a:ext uri="{FF2B5EF4-FFF2-40B4-BE49-F238E27FC236}">
                <a16:creationId xmlns:a16="http://schemas.microsoft.com/office/drawing/2014/main" id="{22D5C172-D2FD-2E1A-3338-3EBD3A48E734}"/>
              </a:ext>
            </a:extLst>
          </p:cNvPr>
          <p:cNvSpPr>
            <a:spLocks/>
          </p:cNvSpPr>
          <p:nvPr/>
        </p:nvSpPr>
        <p:spPr bwMode="auto">
          <a:xfrm>
            <a:off x="4851400" y="3251200"/>
            <a:ext cx="49022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50800" tIns="50800" rIns="50800" bIns="50800"/>
          <a:lstStyle>
            <a:lvl1pPr>
              <a:spcBef>
                <a:spcPts val="1800"/>
              </a:spcBef>
              <a:buClr>
                <a:srgbClr val="5F7BAE"/>
              </a:buClr>
              <a:buSzPct val="150000"/>
              <a:buFont typeface="Lucida Grande" panose="020B0600040502020204" pitchFamily="34" charset="0"/>
              <a:buChar char="•"/>
              <a:tabLst>
                <a:tab pos="1066800" algn="l"/>
              </a:tabLst>
              <a:defRPr sz="36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spcBef>
                <a:spcPts val="1800"/>
              </a:spcBef>
              <a:buSzPct val="150000"/>
              <a:buFont typeface="Lucida Grande" panose="020B0600040502020204" pitchFamily="34" charset="0"/>
              <a:buChar char="•"/>
              <a:tabLst>
                <a:tab pos="1066800" algn="l"/>
              </a:tabLst>
              <a:defRPr sz="32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spcBef>
                <a:spcPts val="1800"/>
              </a:spcBef>
              <a:buSzPct val="150000"/>
              <a:buFont typeface="Lucida Grande" panose="020B0600040502020204" pitchFamily="34" charset="0"/>
              <a:buChar char="•"/>
              <a:tabLst>
                <a:tab pos="1066800" algn="l"/>
              </a:tabLst>
              <a:defRPr sz="28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spcBef>
                <a:spcPts val="1800"/>
              </a:spcBef>
              <a:buSzPct val="150000"/>
              <a:buFont typeface="Lucida Grande" panose="020B0600040502020204" pitchFamily="34" charset="0"/>
              <a:buChar char="•"/>
              <a:tabLst>
                <a:tab pos="1066800" algn="l"/>
              </a:tabLst>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spcBef>
                <a:spcPts val="1800"/>
              </a:spcBef>
              <a:buSzPct val="150000"/>
              <a:buFont typeface="Lucida Grande" panose="020B0600040502020204" pitchFamily="34" charset="0"/>
              <a:buChar char="•"/>
              <a:tabLst>
                <a:tab pos="1066800" algn="l"/>
              </a:tabLst>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ts val="1800"/>
              </a:spcBef>
              <a:spcAft>
                <a:spcPct val="0"/>
              </a:spcAft>
              <a:buSzPct val="150000"/>
              <a:buFont typeface="Lucida Grande" panose="020B0600040502020204" pitchFamily="34" charset="0"/>
              <a:buChar char="•"/>
              <a:tabLst>
                <a:tab pos="1066800" algn="l"/>
              </a:tabLst>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ts val="1800"/>
              </a:spcBef>
              <a:spcAft>
                <a:spcPct val="0"/>
              </a:spcAft>
              <a:buSzPct val="150000"/>
              <a:buFont typeface="Lucida Grande" panose="020B0600040502020204" pitchFamily="34" charset="0"/>
              <a:buChar char="•"/>
              <a:tabLst>
                <a:tab pos="1066800" algn="l"/>
              </a:tabLst>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ts val="1800"/>
              </a:spcBef>
              <a:spcAft>
                <a:spcPct val="0"/>
              </a:spcAft>
              <a:buSzPct val="150000"/>
              <a:buFont typeface="Lucida Grande" panose="020B0600040502020204" pitchFamily="34" charset="0"/>
              <a:buChar char="•"/>
              <a:tabLst>
                <a:tab pos="1066800" algn="l"/>
              </a:tabLst>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ts val="1800"/>
              </a:spcBef>
              <a:spcAft>
                <a:spcPct val="0"/>
              </a:spcAft>
              <a:buSzPct val="150000"/>
              <a:buFont typeface="Lucida Grande" panose="020B0600040502020204" pitchFamily="34" charset="0"/>
              <a:buChar char="•"/>
              <a:tabLst>
                <a:tab pos="1066800" algn="l"/>
              </a:tabLst>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eaLnBrk="1" hangingPunct="1">
              <a:spcBef>
                <a:spcPct val="0"/>
              </a:spcBef>
              <a:buClrTx/>
              <a:buSzTx/>
              <a:buFontTx/>
              <a:buNone/>
            </a:pPr>
            <a:r>
              <a:rPr lang="en-US" altLang="en-US" sz="2400">
                <a:solidFill>
                  <a:srgbClr val="FFFFFF"/>
                </a:solidFill>
              </a:rPr>
              <a:t>Support features necessary for population genetics studies.</a:t>
            </a:r>
          </a:p>
        </p:txBody>
      </p:sp>
      <p:sp>
        <p:nvSpPr>
          <p:cNvPr id="70676" name="Rectangle 19">
            <a:extLst>
              <a:ext uri="{FF2B5EF4-FFF2-40B4-BE49-F238E27FC236}">
                <a16:creationId xmlns:a16="http://schemas.microsoft.com/office/drawing/2014/main" id="{DBB5B0D5-D268-44E7-28E4-B939E26B2E6F}"/>
              </a:ext>
            </a:extLst>
          </p:cNvPr>
          <p:cNvSpPr>
            <a:spLocks/>
          </p:cNvSpPr>
          <p:nvPr/>
        </p:nvSpPr>
        <p:spPr bwMode="auto">
          <a:xfrm>
            <a:off x="4991100" y="5588000"/>
            <a:ext cx="4660900" cy="132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50800" tIns="50800" rIns="50800" bIns="50800"/>
          <a:lstStyle>
            <a:lvl1pPr>
              <a:spcBef>
                <a:spcPts val="1800"/>
              </a:spcBef>
              <a:buClr>
                <a:srgbClr val="5F7BAE"/>
              </a:buClr>
              <a:buSzPct val="150000"/>
              <a:buFont typeface="Lucida Grande" panose="020B0600040502020204" pitchFamily="34" charset="0"/>
              <a:buChar char="•"/>
              <a:tabLst>
                <a:tab pos="1066800" algn="l"/>
              </a:tabLst>
              <a:defRPr sz="36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spcBef>
                <a:spcPts val="1800"/>
              </a:spcBef>
              <a:buSzPct val="150000"/>
              <a:buFont typeface="Lucida Grande" panose="020B0600040502020204" pitchFamily="34" charset="0"/>
              <a:buChar char="•"/>
              <a:tabLst>
                <a:tab pos="1066800" algn="l"/>
              </a:tabLst>
              <a:defRPr sz="32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spcBef>
                <a:spcPts val="1800"/>
              </a:spcBef>
              <a:buSzPct val="150000"/>
              <a:buFont typeface="Lucida Grande" panose="020B0600040502020204" pitchFamily="34" charset="0"/>
              <a:buChar char="•"/>
              <a:tabLst>
                <a:tab pos="1066800" algn="l"/>
              </a:tabLst>
              <a:defRPr sz="28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spcBef>
                <a:spcPts val="1800"/>
              </a:spcBef>
              <a:buSzPct val="150000"/>
              <a:buFont typeface="Lucida Grande" panose="020B0600040502020204" pitchFamily="34" charset="0"/>
              <a:buChar char="•"/>
              <a:tabLst>
                <a:tab pos="1066800" algn="l"/>
              </a:tabLst>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spcBef>
                <a:spcPts val="1800"/>
              </a:spcBef>
              <a:buSzPct val="150000"/>
              <a:buFont typeface="Lucida Grande" panose="020B0600040502020204" pitchFamily="34" charset="0"/>
              <a:buChar char="•"/>
              <a:tabLst>
                <a:tab pos="1066800" algn="l"/>
              </a:tabLst>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ts val="1800"/>
              </a:spcBef>
              <a:spcAft>
                <a:spcPct val="0"/>
              </a:spcAft>
              <a:buSzPct val="150000"/>
              <a:buFont typeface="Lucida Grande" panose="020B0600040502020204" pitchFamily="34" charset="0"/>
              <a:buChar char="•"/>
              <a:tabLst>
                <a:tab pos="1066800" algn="l"/>
              </a:tabLst>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ts val="1800"/>
              </a:spcBef>
              <a:spcAft>
                <a:spcPct val="0"/>
              </a:spcAft>
              <a:buSzPct val="150000"/>
              <a:buFont typeface="Lucida Grande" panose="020B0600040502020204" pitchFamily="34" charset="0"/>
              <a:buChar char="•"/>
              <a:tabLst>
                <a:tab pos="1066800" algn="l"/>
              </a:tabLst>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ts val="1800"/>
              </a:spcBef>
              <a:spcAft>
                <a:spcPct val="0"/>
              </a:spcAft>
              <a:buSzPct val="150000"/>
              <a:buFont typeface="Lucida Grande" panose="020B0600040502020204" pitchFamily="34" charset="0"/>
              <a:buChar char="•"/>
              <a:tabLst>
                <a:tab pos="1066800" algn="l"/>
              </a:tabLst>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ts val="1800"/>
              </a:spcBef>
              <a:spcAft>
                <a:spcPct val="0"/>
              </a:spcAft>
              <a:buSzPct val="150000"/>
              <a:buFont typeface="Lucida Grande" panose="020B0600040502020204" pitchFamily="34" charset="0"/>
              <a:buChar char="•"/>
              <a:tabLst>
                <a:tab pos="1066800" algn="l"/>
              </a:tabLst>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eaLnBrk="1" hangingPunct="1">
              <a:spcBef>
                <a:spcPct val="0"/>
              </a:spcBef>
              <a:buClrTx/>
              <a:buSzTx/>
              <a:buFontTx/>
              <a:buNone/>
            </a:pPr>
            <a:r>
              <a:rPr lang="en-US" altLang="en-US" sz="2400">
                <a:solidFill>
                  <a:srgbClr val="FFFFFF"/>
                </a:solidFill>
              </a:rPr>
              <a:t>Support more technical indicators than company ABC with real-time, streaming data.</a:t>
            </a:r>
          </a:p>
        </p:txBody>
      </p:sp>
      <p:sp>
        <p:nvSpPr>
          <p:cNvPr id="70677" name="Rectangle 20">
            <a:extLst>
              <a:ext uri="{FF2B5EF4-FFF2-40B4-BE49-F238E27FC236}">
                <a16:creationId xmlns:a16="http://schemas.microsoft.com/office/drawing/2014/main" id="{6158159C-AFD0-409F-E8EB-1BF942B4EFBF}"/>
              </a:ext>
            </a:extLst>
          </p:cNvPr>
          <p:cNvSpPr>
            <a:spLocks/>
          </p:cNvSpPr>
          <p:nvPr/>
        </p:nvSpPr>
        <p:spPr bwMode="auto">
          <a:xfrm>
            <a:off x="457200" y="4267200"/>
            <a:ext cx="4660900" cy="132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50800" tIns="50800" rIns="50800" bIns="50800"/>
          <a:lstStyle>
            <a:lvl1pPr>
              <a:spcBef>
                <a:spcPts val="1800"/>
              </a:spcBef>
              <a:buClr>
                <a:srgbClr val="5F7BAE"/>
              </a:buClr>
              <a:buSzPct val="150000"/>
              <a:buFont typeface="Lucida Grande" panose="020B0600040502020204" pitchFamily="34" charset="0"/>
              <a:buChar char="•"/>
              <a:tabLst>
                <a:tab pos="1066800" algn="l"/>
              </a:tabLst>
              <a:defRPr sz="36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spcBef>
                <a:spcPts val="1800"/>
              </a:spcBef>
              <a:buSzPct val="150000"/>
              <a:buFont typeface="Lucida Grande" panose="020B0600040502020204" pitchFamily="34" charset="0"/>
              <a:buChar char="•"/>
              <a:tabLst>
                <a:tab pos="1066800" algn="l"/>
              </a:tabLst>
              <a:defRPr sz="32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spcBef>
                <a:spcPts val="1800"/>
              </a:spcBef>
              <a:buSzPct val="150000"/>
              <a:buFont typeface="Lucida Grande" panose="020B0600040502020204" pitchFamily="34" charset="0"/>
              <a:buChar char="•"/>
              <a:tabLst>
                <a:tab pos="1066800" algn="l"/>
              </a:tabLst>
              <a:defRPr sz="28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spcBef>
                <a:spcPts val="1800"/>
              </a:spcBef>
              <a:buSzPct val="150000"/>
              <a:buFont typeface="Lucida Grande" panose="020B0600040502020204" pitchFamily="34" charset="0"/>
              <a:buChar char="•"/>
              <a:tabLst>
                <a:tab pos="1066800" algn="l"/>
              </a:tabLst>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spcBef>
                <a:spcPts val="1800"/>
              </a:spcBef>
              <a:buSzPct val="150000"/>
              <a:buFont typeface="Lucida Grande" panose="020B0600040502020204" pitchFamily="34" charset="0"/>
              <a:buChar char="•"/>
              <a:tabLst>
                <a:tab pos="1066800" algn="l"/>
              </a:tabLst>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ts val="1800"/>
              </a:spcBef>
              <a:spcAft>
                <a:spcPct val="0"/>
              </a:spcAft>
              <a:buSzPct val="150000"/>
              <a:buFont typeface="Lucida Grande" panose="020B0600040502020204" pitchFamily="34" charset="0"/>
              <a:buChar char="•"/>
              <a:tabLst>
                <a:tab pos="1066800" algn="l"/>
              </a:tabLst>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ts val="1800"/>
              </a:spcBef>
              <a:spcAft>
                <a:spcPct val="0"/>
              </a:spcAft>
              <a:buSzPct val="150000"/>
              <a:buFont typeface="Lucida Grande" panose="020B0600040502020204" pitchFamily="34" charset="0"/>
              <a:buChar char="•"/>
              <a:tabLst>
                <a:tab pos="1066800" algn="l"/>
              </a:tabLst>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ts val="1800"/>
              </a:spcBef>
              <a:spcAft>
                <a:spcPct val="0"/>
              </a:spcAft>
              <a:buSzPct val="150000"/>
              <a:buFont typeface="Lucida Grande" panose="020B0600040502020204" pitchFamily="34" charset="0"/>
              <a:buChar char="•"/>
              <a:tabLst>
                <a:tab pos="1066800" algn="l"/>
              </a:tabLst>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ts val="1800"/>
              </a:spcBef>
              <a:spcAft>
                <a:spcPct val="0"/>
              </a:spcAft>
              <a:buSzPct val="150000"/>
              <a:buFont typeface="Lucida Grande" panose="020B0600040502020204" pitchFamily="34" charset="0"/>
              <a:buChar char="•"/>
              <a:tabLst>
                <a:tab pos="1066800" algn="l"/>
              </a:tabLst>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eaLnBrk="1" hangingPunct="1">
              <a:spcBef>
                <a:spcPct val="0"/>
              </a:spcBef>
              <a:buClrTx/>
              <a:buSzTx/>
              <a:buFontTx/>
              <a:buNone/>
            </a:pPr>
            <a:r>
              <a:rPr lang="en-US" altLang="en-US" sz="2400">
                <a:solidFill>
                  <a:srgbClr val="FFFFFF"/>
                </a:solidFill>
              </a:rPr>
              <a:t>Make the application run on SQL Server in addition to Oracle.</a:t>
            </a:r>
          </a:p>
        </p:txBody>
      </p:sp>
    </p:spTree>
  </p:cSld>
  <p:clrMapOvr>
    <a:masterClrMapping/>
  </p:clrMapOvr>
  <p:transition spd="slow">
    <p:dissolv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1">
            <a:extLst>
              <a:ext uri="{FF2B5EF4-FFF2-40B4-BE49-F238E27FC236}">
                <a16:creationId xmlns:a16="http://schemas.microsoft.com/office/drawing/2014/main" id="{811E3EEC-6BF9-422D-C682-CA2D8DCBD5B5}"/>
              </a:ext>
            </a:extLst>
          </p:cNvPr>
          <p:cNvSpPr>
            <a:spLocks noGrp="1" noChangeArrowheads="1"/>
          </p:cNvSpPr>
          <p:nvPr>
            <p:ph type="title"/>
          </p:nvPr>
        </p:nvSpPr>
        <p:spPr/>
        <p:txBody>
          <a:bodyPr/>
          <a:lstStyle/>
          <a:p>
            <a:pPr eaLnBrk="1" hangingPunct="1"/>
            <a:r>
              <a:rPr lang="en-US" altLang="en-US"/>
              <a:t>Managing the sprint backlog</a:t>
            </a:r>
          </a:p>
        </p:txBody>
      </p:sp>
      <p:sp>
        <p:nvSpPr>
          <p:cNvPr id="72707" name="Rectangle 2">
            <a:extLst>
              <a:ext uri="{FF2B5EF4-FFF2-40B4-BE49-F238E27FC236}">
                <a16:creationId xmlns:a16="http://schemas.microsoft.com/office/drawing/2014/main" id="{9787A2D1-BAD1-6D26-18E3-8A8666081038}"/>
              </a:ext>
            </a:extLst>
          </p:cNvPr>
          <p:cNvSpPr>
            <a:spLocks noGrp="1" noChangeArrowheads="1"/>
          </p:cNvSpPr>
          <p:nvPr>
            <p:ph type="body" idx="1"/>
          </p:nvPr>
        </p:nvSpPr>
        <p:spPr>
          <a:xfrm>
            <a:off x="342900" y="1536700"/>
            <a:ext cx="9461500" cy="5270500"/>
          </a:xfrm>
        </p:spPr>
        <p:txBody>
          <a:bodyPr/>
          <a:lstStyle/>
          <a:p>
            <a:pPr marL="698500" eaLnBrk="1" hangingPunct="1">
              <a:lnSpc>
                <a:spcPct val="90000"/>
              </a:lnSpc>
            </a:pPr>
            <a:r>
              <a:rPr lang="en-US" altLang="en-US" sz="3200">
                <a:latin typeface="Calibri" panose="020F0502020204030204" pitchFamily="34" charset="0"/>
                <a:cs typeface="Calibri" panose="020F0502020204030204" pitchFamily="34" charset="0"/>
              </a:rPr>
              <a:t>Individuals sign up for work of their own choosing.</a:t>
            </a:r>
          </a:p>
          <a:p>
            <a:pPr marL="1054100" lvl="1" indent="-457200" eaLnBrk="1" hangingPunct="1">
              <a:lnSpc>
                <a:spcPct val="90000"/>
              </a:lnSpc>
              <a:spcBef>
                <a:spcPts val="1400"/>
              </a:spcBef>
              <a:buFont typeface="Wingdings" pitchFamily="2" charset="2"/>
              <a:buChar char="§"/>
            </a:pPr>
            <a:r>
              <a:rPr lang="en-US" altLang="en-US">
                <a:latin typeface="Calibri" panose="020F0502020204030204" pitchFamily="34" charset="0"/>
                <a:cs typeface="Calibri" panose="020F0502020204030204" pitchFamily="34" charset="0"/>
              </a:rPr>
              <a:t>Work is never assigned.</a:t>
            </a:r>
          </a:p>
          <a:p>
            <a:pPr marL="698500" eaLnBrk="1" hangingPunct="1">
              <a:lnSpc>
                <a:spcPct val="90000"/>
              </a:lnSpc>
              <a:spcBef>
                <a:spcPts val="1400"/>
              </a:spcBef>
            </a:pPr>
            <a:r>
              <a:rPr lang="en-US" altLang="en-US" sz="3200">
                <a:latin typeface="Calibri" panose="020F0502020204030204" pitchFamily="34" charset="0"/>
                <a:cs typeface="Calibri" panose="020F0502020204030204" pitchFamily="34" charset="0"/>
              </a:rPr>
              <a:t>Estimated work remaining is updated daily.</a:t>
            </a:r>
          </a:p>
        </p:txBody>
      </p:sp>
    </p:spTree>
  </p:cSld>
  <p:clrMapOvr>
    <a:masterClrMapping/>
  </p:clrMapOvr>
  <p:transition spd="me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1">
            <a:extLst>
              <a:ext uri="{FF2B5EF4-FFF2-40B4-BE49-F238E27FC236}">
                <a16:creationId xmlns:a16="http://schemas.microsoft.com/office/drawing/2014/main" id="{BF726223-6552-14DB-EDB9-BE379063F2AD}"/>
              </a:ext>
            </a:extLst>
          </p:cNvPr>
          <p:cNvSpPr>
            <a:spLocks noGrp="1" noChangeArrowheads="1"/>
          </p:cNvSpPr>
          <p:nvPr>
            <p:ph type="title"/>
          </p:nvPr>
        </p:nvSpPr>
        <p:spPr/>
        <p:txBody>
          <a:bodyPr/>
          <a:lstStyle/>
          <a:p>
            <a:pPr eaLnBrk="1" hangingPunct="1"/>
            <a:r>
              <a:rPr lang="en-US" altLang="en-US"/>
              <a:t>Managing the sprint backlog</a:t>
            </a:r>
          </a:p>
        </p:txBody>
      </p:sp>
      <p:sp>
        <p:nvSpPr>
          <p:cNvPr id="74755" name="Rectangle 2">
            <a:extLst>
              <a:ext uri="{FF2B5EF4-FFF2-40B4-BE49-F238E27FC236}">
                <a16:creationId xmlns:a16="http://schemas.microsoft.com/office/drawing/2014/main" id="{5DD4C5F8-943E-87DC-C2B0-B3809D234117}"/>
              </a:ext>
            </a:extLst>
          </p:cNvPr>
          <p:cNvSpPr>
            <a:spLocks noGrp="1" noChangeArrowheads="1"/>
          </p:cNvSpPr>
          <p:nvPr>
            <p:ph type="body" idx="1"/>
          </p:nvPr>
        </p:nvSpPr>
        <p:spPr>
          <a:xfrm>
            <a:off x="342900" y="1536700"/>
            <a:ext cx="9461500" cy="5270500"/>
          </a:xfrm>
        </p:spPr>
        <p:txBody>
          <a:bodyPr/>
          <a:lstStyle/>
          <a:p>
            <a:pPr marL="698500" eaLnBrk="1" hangingPunct="1">
              <a:lnSpc>
                <a:spcPct val="90000"/>
              </a:lnSpc>
              <a:spcBef>
                <a:spcPts val="1400"/>
              </a:spcBef>
            </a:pPr>
            <a:r>
              <a:rPr lang="en-US" altLang="en-US" sz="3200"/>
              <a:t>Any team member can add, delete or change the sprint backlog.</a:t>
            </a:r>
          </a:p>
          <a:p>
            <a:pPr marL="698500" eaLnBrk="1" hangingPunct="1">
              <a:lnSpc>
                <a:spcPct val="90000"/>
              </a:lnSpc>
              <a:spcBef>
                <a:spcPts val="1400"/>
              </a:spcBef>
            </a:pPr>
            <a:r>
              <a:rPr lang="en-US" altLang="en-US" sz="3200"/>
              <a:t>Work for the sprint emerges.</a:t>
            </a:r>
          </a:p>
          <a:p>
            <a:pPr marL="698500" eaLnBrk="1" hangingPunct="1">
              <a:lnSpc>
                <a:spcPct val="90000"/>
              </a:lnSpc>
              <a:spcBef>
                <a:spcPts val="1400"/>
              </a:spcBef>
            </a:pPr>
            <a:r>
              <a:rPr lang="en-US" altLang="en-US" sz="3200"/>
              <a:t>If work is unclear, define a sprint backlog item with a larger amount of time and break it down later.</a:t>
            </a:r>
            <a:endParaRPr lang="en-US" altLang="en-US" sz="4000"/>
          </a:p>
          <a:p>
            <a:pPr marL="698500" eaLnBrk="1" hangingPunct="1">
              <a:lnSpc>
                <a:spcPct val="90000"/>
              </a:lnSpc>
              <a:spcBef>
                <a:spcPts val="1400"/>
              </a:spcBef>
            </a:pPr>
            <a:r>
              <a:rPr lang="en-US" altLang="en-US" sz="3200"/>
              <a:t>Update work remaining as more becomes known.</a:t>
            </a:r>
          </a:p>
        </p:txBody>
      </p:sp>
    </p:spTree>
  </p:cSld>
  <p:clrMapOvr>
    <a:masterClrMapping/>
  </p:clrMapOvr>
  <p:transition spd="me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1">
            <a:extLst>
              <a:ext uri="{FF2B5EF4-FFF2-40B4-BE49-F238E27FC236}">
                <a16:creationId xmlns:a16="http://schemas.microsoft.com/office/drawing/2014/main" id="{8D2EDB60-25FD-F578-857B-53FA460A2D7F}"/>
              </a:ext>
            </a:extLst>
          </p:cNvPr>
          <p:cNvSpPr>
            <a:spLocks noGrp="1" noChangeArrowheads="1"/>
          </p:cNvSpPr>
          <p:nvPr>
            <p:ph type="title"/>
          </p:nvPr>
        </p:nvSpPr>
        <p:spPr/>
        <p:txBody>
          <a:bodyPr/>
          <a:lstStyle/>
          <a:p>
            <a:pPr eaLnBrk="1" hangingPunct="1"/>
            <a:r>
              <a:rPr lang="en-US" altLang="en-US"/>
              <a:t>A sprint backlog</a:t>
            </a:r>
          </a:p>
        </p:txBody>
      </p:sp>
      <p:sp>
        <p:nvSpPr>
          <p:cNvPr id="39938" name="Rectangle 2">
            <a:extLst>
              <a:ext uri="{FF2B5EF4-FFF2-40B4-BE49-F238E27FC236}">
                <a16:creationId xmlns:a16="http://schemas.microsoft.com/office/drawing/2014/main" id="{F0A17DB5-D365-B659-D730-8C1A49F1B5A9}"/>
              </a:ext>
            </a:extLst>
          </p:cNvPr>
          <p:cNvSpPr>
            <a:spLocks/>
          </p:cNvSpPr>
          <p:nvPr/>
        </p:nvSpPr>
        <p:spPr bwMode="auto">
          <a:xfrm>
            <a:off x="698500" y="1917700"/>
            <a:ext cx="3683000" cy="584200"/>
          </a:xfrm>
          <a:prstGeom prst="rect">
            <a:avLst/>
          </a:prstGeom>
          <a:solidFill>
            <a:srgbClr val="3C88DC"/>
          </a:solidFill>
          <a:ln w="25400">
            <a:solidFill>
              <a:schemeClr val="tx1"/>
            </a:solidFill>
            <a:miter lim="800000"/>
            <a:headEnd/>
            <a:tailEnd/>
          </a:ln>
          <a:effectLst>
            <a:outerShdw blurRad="114300" dist="63500" dir="2700000" algn="ctr" rotWithShape="0">
              <a:schemeClr val="bg2">
                <a:alpha val="29999"/>
              </a:schemeClr>
            </a:outerShdw>
          </a:effectLst>
        </p:spPr>
        <p:txBody>
          <a:bodyPr lIns="0" tIns="0" rIns="0" bIns="0" anchor="ctr"/>
          <a:lstStyle/>
          <a:p>
            <a:pPr algn="ctr" eaLnBrk="1" hangingPunct="1">
              <a:tabLst>
                <a:tab pos="1066800" algn="l"/>
              </a:tabLst>
              <a:defRPr/>
            </a:pPr>
            <a:r>
              <a:rPr lang="en-US" sz="3300">
                <a:solidFill>
                  <a:srgbClr val="FFFFFF"/>
                </a:solidFill>
                <a:latin typeface="Gill Sans" pitchFamily="80" charset="0"/>
                <a:ea typeface="Gill Sans" pitchFamily="80" charset="0"/>
                <a:cs typeface="Gill Sans" pitchFamily="80" charset="0"/>
                <a:sym typeface="Gill Sans" pitchFamily="80" charset="0"/>
              </a:rPr>
              <a:t>Tasks</a:t>
            </a:r>
          </a:p>
        </p:txBody>
      </p:sp>
      <p:sp>
        <p:nvSpPr>
          <p:cNvPr id="76804" name="Rectangle 3">
            <a:extLst>
              <a:ext uri="{FF2B5EF4-FFF2-40B4-BE49-F238E27FC236}">
                <a16:creationId xmlns:a16="http://schemas.microsoft.com/office/drawing/2014/main" id="{3DE52EEF-7D7A-C6B3-DB41-392CD3C91C42}"/>
              </a:ext>
            </a:extLst>
          </p:cNvPr>
          <p:cNvSpPr>
            <a:spLocks/>
          </p:cNvSpPr>
          <p:nvPr/>
        </p:nvSpPr>
        <p:spPr bwMode="auto">
          <a:xfrm>
            <a:off x="698500" y="2501900"/>
            <a:ext cx="3683000" cy="584200"/>
          </a:xfrm>
          <a:prstGeom prst="rect">
            <a:avLst/>
          </a:prstGeom>
          <a:solidFill>
            <a:srgbClr val="E6E6E6"/>
          </a:solidFill>
          <a:ln w="25400">
            <a:solidFill>
              <a:schemeClr val="tx1"/>
            </a:solidFill>
            <a:miter lim="800000"/>
            <a:headEnd/>
            <a:tailEnd/>
          </a:ln>
        </p:spPr>
        <p:txBody>
          <a:bodyPr lIns="63500" tIns="63500" rIns="63500" bIns="63500" anchor="ctr"/>
          <a:lstStyle>
            <a:lvl1pPr>
              <a:spcBef>
                <a:spcPts val="1800"/>
              </a:spcBef>
              <a:buClr>
                <a:srgbClr val="5F7BAE"/>
              </a:buClr>
              <a:buSzPct val="150000"/>
              <a:buFont typeface="Lucida Grande" panose="020B0600040502020204" pitchFamily="34" charset="0"/>
              <a:buChar char="•"/>
              <a:defRPr sz="36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spcBef>
                <a:spcPts val="1800"/>
              </a:spcBef>
              <a:buSzPct val="150000"/>
              <a:buFont typeface="Lucida Grande" panose="020B0600040502020204" pitchFamily="34" charset="0"/>
              <a:buChar char="•"/>
              <a:defRPr sz="32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spcBef>
                <a:spcPts val="1800"/>
              </a:spcBef>
              <a:buSzPct val="150000"/>
              <a:buFont typeface="Lucida Grande" panose="020B0600040502020204" pitchFamily="34" charset="0"/>
              <a:buChar char="•"/>
              <a:defRPr sz="28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spcBef>
                <a:spcPts val="1800"/>
              </a:spcBef>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spcBef>
                <a:spcPts val="1800"/>
              </a:spcBef>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eaLnBrk="1" hangingPunct="1">
              <a:spcBef>
                <a:spcPct val="0"/>
              </a:spcBef>
              <a:buClrTx/>
              <a:buSzTx/>
              <a:buFontTx/>
              <a:buNone/>
            </a:pPr>
            <a:r>
              <a:rPr lang="en-US" altLang="en-US" sz="2400"/>
              <a:t>Code the user interface</a:t>
            </a:r>
          </a:p>
        </p:txBody>
      </p:sp>
      <p:sp>
        <p:nvSpPr>
          <p:cNvPr id="76805" name="Rectangle 4">
            <a:extLst>
              <a:ext uri="{FF2B5EF4-FFF2-40B4-BE49-F238E27FC236}">
                <a16:creationId xmlns:a16="http://schemas.microsoft.com/office/drawing/2014/main" id="{90C89EB5-3640-6935-5E55-5F49023F87C2}"/>
              </a:ext>
            </a:extLst>
          </p:cNvPr>
          <p:cNvSpPr>
            <a:spLocks/>
          </p:cNvSpPr>
          <p:nvPr/>
        </p:nvSpPr>
        <p:spPr bwMode="auto">
          <a:xfrm>
            <a:off x="698500" y="3086100"/>
            <a:ext cx="3683000" cy="584200"/>
          </a:xfrm>
          <a:prstGeom prst="rect">
            <a:avLst/>
          </a:prstGeom>
          <a:solidFill>
            <a:srgbClr val="E6E6E6"/>
          </a:solidFill>
          <a:ln w="25400">
            <a:solidFill>
              <a:schemeClr val="tx1"/>
            </a:solidFill>
            <a:miter lim="800000"/>
            <a:headEnd/>
            <a:tailEnd/>
          </a:ln>
        </p:spPr>
        <p:txBody>
          <a:bodyPr lIns="63500" tIns="63500" rIns="63500" bIns="63500" anchor="ctr"/>
          <a:lstStyle>
            <a:lvl1pPr>
              <a:spcBef>
                <a:spcPts val="1800"/>
              </a:spcBef>
              <a:buClr>
                <a:srgbClr val="5F7BAE"/>
              </a:buClr>
              <a:buSzPct val="150000"/>
              <a:buFont typeface="Lucida Grande" panose="020B0600040502020204" pitchFamily="34" charset="0"/>
              <a:buChar char="•"/>
              <a:defRPr sz="36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spcBef>
                <a:spcPts val="1800"/>
              </a:spcBef>
              <a:buSzPct val="150000"/>
              <a:buFont typeface="Lucida Grande" panose="020B0600040502020204" pitchFamily="34" charset="0"/>
              <a:buChar char="•"/>
              <a:defRPr sz="32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spcBef>
                <a:spcPts val="1800"/>
              </a:spcBef>
              <a:buSzPct val="150000"/>
              <a:buFont typeface="Lucida Grande" panose="020B0600040502020204" pitchFamily="34" charset="0"/>
              <a:buChar char="•"/>
              <a:defRPr sz="28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spcBef>
                <a:spcPts val="1800"/>
              </a:spcBef>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spcBef>
                <a:spcPts val="1800"/>
              </a:spcBef>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eaLnBrk="1" hangingPunct="1">
              <a:spcBef>
                <a:spcPct val="0"/>
              </a:spcBef>
              <a:buClrTx/>
              <a:buSzTx/>
              <a:buFontTx/>
              <a:buNone/>
            </a:pPr>
            <a:r>
              <a:rPr lang="en-US" altLang="en-US" sz="2400"/>
              <a:t>Code the middle tier</a:t>
            </a:r>
          </a:p>
        </p:txBody>
      </p:sp>
      <p:sp>
        <p:nvSpPr>
          <p:cNvPr id="76806" name="Rectangle 5">
            <a:extLst>
              <a:ext uri="{FF2B5EF4-FFF2-40B4-BE49-F238E27FC236}">
                <a16:creationId xmlns:a16="http://schemas.microsoft.com/office/drawing/2014/main" id="{A08E650F-E4CE-FEA1-A502-07C1E413F23D}"/>
              </a:ext>
            </a:extLst>
          </p:cNvPr>
          <p:cNvSpPr>
            <a:spLocks/>
          </p:cNvSpPr>
          <p:nvPr/>
        </p:nvSpPr>
        <p:spPr bwMode="auto">
          <a:xfrm>
            <a:off x="698500" y="3670300"/>
            <a:ext cx="3683000" cy="584200"/>
          </a:xfrm>
          <a:prstGeom prst="rect">
            <a:avLst/>
          </a:prstGeom>
          <a:solidFill>
            <a:srgbClr val="E6E6E6"/>
          </a:solidFill>
          <a:ln w="25400">
            <a:solidFill>
              <a:schemeClr val="tx1"/>
            </a:solidFill>
            <a:miter lim="800000"/>
            <a:headEnd/>
            <a:tailEnd/>
          </a:ln>
        </p:spPr>
        <p:txBody>
          <a:bodyPr lIns="63500" tIns="63500" rIns="63500" bIns="63500" anchor="ctr"/>
          <a:lstStyle>
            <a:lvl1pPr>
              <a:spcBef>
                <a:spcPts val="1800"/>
              </a:spcBef>
              <a:buClr>
                <a:srgbClr val="5F7BAE"/>
              </a:buClr>
              <a:buSzPct val="150000"/>
              <a:buFont typeface="Lucida Grande" panose="020B0600040502020204" pitchFamily="34" charset="0"/>
              <a:buChar char="•"/>
              <a:defRPr sz="36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spcBef>
                <a:spcPts val="1800"/>
              </a:spcBef>
              <a:buSzPct val="150000"/>
              <a:buFont typeface="Lucida Grande" panose="020B0600040502020204" pitchFamily="34" charset="0"/>
              <a:buChar char="•"/>
              <a:defRPr sz="32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spcBef>
                <a:spcPts val="1800"/>
              </a:spcBef>
              <a:buSzPct val="150000"/>
              <a:buFont typeface="Lucida Grande" panose="020B0600040502020204" pitchFamily="34" charset="0"/>
              <a:buChar char="•"/>
              <a:defRPr sz="28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spcBef>
                <a:spcPts val="1800"/>
              </a:spcBef>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spcBef>
                <a:spcPts val="1800"/>
              </a:spcBef>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eaLnBrk="1" hangingPunct="1">
              <a:spcBef>
                <a:spcPct val="0"/>
              </a:spcBef>
              <a:buClrTx/>
              <a:buSzTx/>
              <a:buFontTx/>
              <a:buNone/>
            </a:pPr>
            <a:r>
              <a:rPr lang="en-US" altLang="en-US" sz="2400"/>
              <a:t>Test the middle tier</a:t>
            </a:r>
          </a:p>
        </p:txBody>
      </p:sp>
      <p:sp>
        <p:nvSpPr>
          <p:cNvPr id="76807" name="Rectangle 6">
            <a:extLst>
              <a:ext uri="{FF2B5EF4-FFF2-40B4-BE49-F238E27FC236}">
                <a16:creationId xmlns:a16="http://schemas.microsoft.com/office/drawing/2014/main" id="{380BF92C-0EEB-C85B-DBFD-FA6EF7059847}"/>
              </a:ext>
            </a:extLst>
          </p:cNvPr>
          <p:cNvSpPr>
            <a:spLocks/>
          </p:cNvSpPr>
          <p:nvPr/>
        </p:nvSpPr>
        <p:spPr bwMode="auto">
          <a:xfrm>
            <a:off x="698500" y="4254500"/>
            <a:ext cx="3683000" cy="584200"/>
          </a:xfrm>
          <a:prstGeom prst="rect">
            <a:avLst/>
          </a:prstGeom>
          <a:solidFill>
            <a:srgbClr val="E6E6E6"/>
          </a:solidFill>
          <a:ln w="25400">
            <a:solidFill>
              <a:schemeClr val="tx1"/>
            </a:solidFill>
            <a:miter lim="800000"/>
            <a:headEnd/>
            <a:tailEnd/>
          </a:ln>
        </p:spPr>
        <p:txBody>
          <a:bodyPr lIns="63500" tIns="63500" rIns="63500" bIns="63500" anchor="ctr"/>
          <a:lstStyle>
            <a:lvl1pPr>
              <a:spcBef>
                <a:spcPts val="1800"/>
              </a:spcBef>
              <a:buClr>
                <a:srgbClr val="5F7BAE"/>
              </a:buClr>
              <a:buSzPct val="150000"/>
              <a:buFont typeface="Lucida Grande" panose="020B0600040502020204" pitchFamily="34" charset="0"/>
              <a:buChar char="•"/>
              <a:defRPr sz="36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spcBef>
                <a:spcPts val="1800"/>
              </a:spcBef>
              <a:buSzPct val="150000"/>
              <a:buFont typeface="Lucida Grande" panose="020B0600040502020204" pitchFamily="34" charset="0"/>
              <a:buChar char="•"/>
              <a:defRPr sz="32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spcBef>
                <a:spcPts val="1800"/>
              </a:spcBef>
              <a:buSzPct val="150000"/>
              <a:buFont typeface="Lucida Grande" panose="020B0600040502020204" pitchFamily="34" charset="0"/>
              <a:buChar char="•"/>
              <a:defRPr sz="28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spcBef>
                <a:spcPts val="1800"/>
              </a:spcBef>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spcBef>
                <a:spcPts val="1800"/>
              </a:spcBef>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eaLnBrk="1" hangingPunct="1">
              <a:spcBef>
                <a:spcPct val="0"/>
              </a:spcBef>
              <a:buClrTx/>
              <a:buSzTx/>
              <a:buFontTx/>
              <a:buNone/>
            </a:pPr>
            <a:r>
              <a:rPr lang="en-US" altLang="en-US" sz="2400"/>
              <a:t>Write online help</a:t>
            </a:r>
          </a:p>
        </p:txBody>
      </p:sp>
      <p:sp>
        <p:nvSpPr>
          <p:cNvPr id="76808" name="Rectangle 7">
            <a:extLst>
              <a:ext uri="{FF2B5EF4-FFF2-40B4-BE49-F238E27FC236}">
                <a16:creationId xmlns:a16="http://schemas.microsoft.com/office/drawing/2014/main" id="{3CA76566-BCA6-77AE-B3DD-BED408F2B004}"/>
              </a:ext>
            </a:extLst>
          </p:cNvPr>
          <p:cNvSpPr>
            <a:spLocks/>
          </p:cNvSpPr>
          <p:nvPr/>
        </p:nvSpPr>
        <p:spPr bwMode="auto">
          <a:xfrm>
            <a:off x="698500" y="4838700"/>
            <a:ext cx="3683000" cy="584200"/>
          </a:xfrm>
          <a:prstGeom prst="rect">
            <a:avLst/>
          </a:prstGeom>
          <a:solidFill>
            <a:srgbClr val="E6E6E6"/>
          </a:solidFill>
          <a:ln w="25400">
            <a:solidFill>
              <a:schemeClr val="tx1"/>
            </a:solidFill>
            <a:miter lim="800000"/>
            <a:headEnd/>
            <a:tailEnd/>
          </a:ln>
        </p:spPr>
        <p:txBody>
          <a:bodyPr lIns="63500" tIns="63500" rIns="63500" bIns="63500" anchor="ctr"/>
          <a:lstStyle>
            <a:lvl1pPr>
              <a:spcBef>
                <a:spcPts val="1800"/>
              </a:spcBef>
              <a:buClr>
                <a:srgbClr val="5F7BAE"/>
              </a:buClr>
              <a:buSzPct val="150000"/>
              <a:buFont typeface="Lucida Grande" panose="020B0600040502020204" pitchFamily="34" charset="0"/>
              <a:buChar char="•"/>
              <a:defRPr sz="36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spcBef>
                <a:spcPts val="1800"/>
              </a:spcBef>
              <a:buSzPct val="150000"/>
              <a:buFont typeface="Lucida Grande" panose="020B0600040502020204" pitchFamily="34" charset="0"/>
              <a:buChar char="•"/>
              <a:defRPr sz="32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spcBef>
                <a:spcPts val="1800"/>
              </a:spcBef>
              <a:buSzPct val="150000"/>
              <a:buFont typeface="Lucida Grande" panose="020B0600040502020204" pitchFamily="34" charset="0"/>
              <a:buChar char="•"/>
              <a:defRPr sz="28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spcBef>
                <a:spcPts val="1800"/>
              </a:spcBef>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spcBef>
                <a:spcPts val="1800"/>
              </a:spcBef>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eaLnBrk="1" hangingPunct="1">
              <a:spcBef>
                <a:spcPct val="0"/>
              </a:spcBef>
              <a:buClrTx/>
              <a:buSzTx/>
              <a:buFontTx/>
              <a:buNone/>
            </a:pPr>
            <a:r>
              <a:rPr lang="en-US" altLang="en-US" sz="2400"/>
              <a:t>Write the foo class</a:t>
            </a:r>
          </a:p>
        </p:txBody>
      </p:sp>
      <p:sp>
        <p:nvSpPr>
          <p:cNvPr id="39944" name="Rectangle 8">
            <a:extLst>
              <a:ext uri="{FF2B5EF4-FFF2-40B4-BE49-F238E27FC236}">
                <a16:creationId xmlns:a16="http://schemas.microsoft.com/office/drawing/2014/main" id="{9D91A287-32C3-362D-53BF-C0D8F85464F5}"/>
              </a:ext>
            </a:extLst>
          </p:cNvPr>
          <p:cNvSpPr>
            <a:spLocks/>
          </p:cNvSpPr>
          <p:nvPr/>
        </p:nvSpPr>
        <p:spPr bwMode="auto">
          <a:xfrm>
            <a:off x="4381500" y="1917700"/>
            <a:ext cx="1016000" cy="584200"/>
          </a:xfrm>
          <a:prstGeom prst="rect">
            <a:avLst/>
          </a:prstGeom>
          <a:solidFill>
            <a:srgbClr val="3C88DC"/>
          </a:solidFill>
          <a:ln w="25400">
            <a:solidFill>
              <a:schemeClr val="tx1"/>
            </a:solidFill>
            <a:miter lim="800000"/>
            <a:headEnd/>
            <a:tailEnd/>
          </a:ln>
          <a:effectLst>
            <a:outerShdw blurRad="114300" dist="63500" dir="2700000" algn="ctr" rotWithShape="0">
              <a:schemeClr val="bg2">
                <a:alpha val="29999"/>
              </a:schemeClr>
            </a:outerShdw>
          </a:effectLst>
        </p:spPr>
        <p:txBody>
          <a:bodyPr lIns="0" tIns="0" rIns="0" bIns="0" anchor="ctr"/>
          <a:lstStyle/>
          <a:p>
            <a:pPr algn="ctr" eaLnBrk="1" hangingPunct="1">
              <a:tabLst>
                <a:tab pos="1066800" algn="l"/>
              </a:tabLst>
              <a:defRPr/>
            </a:pPr>
            <a:r>
              <a:rPr lang="en-US" sz="3300">
                <a:solidFill>
                  <a:srgbClr val="FFFFFF"/>
                </a:solidFill>
                <a:latin typeface="Gill Sans" pitchFamily="80" charset="0"/>
                <a:ea typeface="Gill Sans" pitchFamily="80" charset="0"/>
                <a:cs typeface="Gill Sans" pitchFamily="80" charset="0"/>
                <a:sym typeface="Gill Sans" pitchFamily="80" charset="0"/>
              </a:rPr>
              <a:t>Mon</a:t>
            </a:r>
          </a:p>
        </p:txBody>
      </p:sp>
      <p:grpSp>
        <p:nvGrpSpPr>
          <p:cNvPr id="76810" name="Group 9">
            <a:extLst>
              <a:ext uri="{FF2B5EF4-FFF2-40B4-BE49-F238E27FC236}">
                <a16:creationId xmlns:a16="http://schemas.microsoft.com/office/drawing/2014/main" id="{486BC7A4-8BB6-8D11-8810-139BF238D271}"/>
              </a:ext>
            </a:extLst>
          </p:cNvPr>
          <p:cNvGrpSpPr>
            <a:grpSpLocks/>
          </p:cNvGrpSpPr>
          <p:nvPr/>
        </p:nvGrpSpPr>
        <p:grpSpPr bwMode="auto">
          <a:xfrm>
            <a:off x="4381500" y="2501900"/>
            <a:ext cx="1016000" cy="2921000"/>
            <a:chOff x="0" y="0"/>
            <a:chExt cx="640" cy="1840"/>
          </a:xfrm>
        </p:grpSpPr>
        <p:sp>
          <p:nvSpPr>
            <p:cNvPr id="76845" name="Rectangle 10">
              <a:extLst>
                <a:ext uri="{FF2B5EF4-FFF2-40B4-BE49-F238E27FC236}">
                  <a16:creationId xmlns:a16="http://schemas.microsoft.com/office/drawing/2014/main" id="{300037AA-4880-6859-A6F4-B77C645F7872}"/>
                </a:ext>
              </a:extLst>
            </p:cNvPr>
            <p:cNvSpPr>
              <a:spLocks/>
            </p:cNvSpPr>
            <p:nvPr/>
          </p:nvSpPr>
          <p:spPr bwMode="auto">
            <a:xfrm>
              <a:off x="0" y="0"/>
              <a:ext cx="640" cy="368"/>
            </a:xfrm>
            <a:prstGeom prst="rect">
              <a:avLst/>
            </a:prstGeom>
            <a:solidFill>
              <a:srgbClr val="E6E6E6"/>
            </a:solidFill>
            <a:ln w="25400">
              <a:solidFill>
                <a:schemeClr val="tx1"/>
              </a:solidFill>
              <a:miter lim="800000"/>
              <a:headEnd/>
              <a:tailEnd/>
            </a:ln>
          </p:spPr>
          <p:txBody>
            <a:bodyPr lIns="63500" tIns="63500" rIns="203068" bIns="63500" anchor="ctr"/>
            <a:lstStyle>
              <a:lvl1pPr>
                <a:spcBef>
                  <a:spcPts val="1800"/>
                </a:spcBef>
                <a:buClr>
                  <a:srgbClr val="5F7BAE"/>
                </a:buClr>
                <a:buSzPct val="150000"/>
                <a:buFont typeface="Lucida Grande" panose="020B0600040502020204" pitchFamily="34" charset="0"/>
                <a:buChar char="•"/>
                <a:defRPr sz="36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spcBef>
                  <a:spcPts val="1800"/>
                </a:spcBef>
                <a:buSzPct val="150000"/>
                <a:buFont typeface="Lucida Grande" panose="020B0600040502020204" pitchFamily="34" charset="0"/>
                <a:buChar char="•"/>
                <a:defRPr sz="32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spcBef>
                  <a:spcPts val="1800"/>
                </a:spcBef>
                <a:buSzPct val="150000"/>
                <a:buFont typeface="Lucida Grande" panose="020B0600040502020204" pitchFamily="34" charset="0"/>
                <a:buChar char="•"/>
                <a:defRPr sz="28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spcBef>
                  <a:spcPts val="1800"/>
                </a:spcBef>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spcBef>
                  <a:spcPts val="1800"/>
                </a:spcBef>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algn="r" eaLnBrk="1" hangingPunct="1">
                <a:spcBef>
                  <a:spcPct val="0"/>
                </a:spcBef>
                <a:buClrTx/>
                <a:buSzTx/>
                <a:buFontTx/>
                <a:buNone/>
              </a:pPr>
              <a:r>
                <a:rPr lang="en-US" altLang="en-US" sz="2800"/>
                <a:t>8</a:t>
              </a:r>
            </a:p>
          </p:txBody>
        </p:sp>
        <p:sp>
          <p:nvSpPr>
            <p:cNvPr id="76846" name="Rectangle 11">
              <a:extLst>
                <a:ext uri="{FF2B5EF4-FFF2-40B4-BE49-F238E27FC236}">
                  <a16:creationId xmlns:a16="http://schemas.microsoft.com/office/drawing/2014/main" id="{4F511464-41DB-B6AD-B6FD-1D0BA2641086}"/>
                </a:ext>
              </a:extLst>
            </p:cNvPr>
            <p:cNvSpPr>
              <a:spLocks/>
            </p:cNvSpPr>
            <p:nvPr/>
          </p:nvSpPr>
          <p:spPr bwMode="auto">
            <a:xfrm>
              <a:off x="0" y="368"/>
              <a:ext cx="640" cy="368"/>
            </a:xfrm>
            <a:prstGeom prst="rect">
              <a:avLst/>
            </a:prstGeom>
            <a:solidFill>
              <a:srgbClr val="E6E6E6"/>
            </a:solidFill>
            <a:ln w="25400">
              <a:solidFill>
                <a:schemeClr val="tx1"/>
              </a:solidFill>
              <a:miter lim="800000"/>
              <a:headEnd/>
              <a:tailEnd/>
            </a:ln>
          </p:spPr>
          <p:txBody>
            <a:bodyPr lIns="63500" tIns="63500" rIns="203068" bIns="63500" anchor="ctr"/>
            <a:lstStyle>
              <a:lvl1pPr>
                <a:spcBef>
                  <a:spcPts val="1800"/>
                </a:spcBef>
                <a:buClr>
                  <a:srgbClr val="5F7BAE"/>
                </a:buClr>
                <a:buSzPct val="150000"/>
                <a:buFont typeface="Lucida Grande" panose="020B0600040502020204" pitchFamily="34" charset="0"/>
                <a:buChar char="•"/>
                <a:defRPr sz="36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spcBef>
                  <a:spcPts val="1800"/>
                </a:spcBef>
                <a:buSzPct val="150000"/>
                <a:buFont typeface="Lucida Grande" panose="020B0600040502020204" pitchFamily="34" charset="0"/>
                <a:buChar char="•"/>
                <a:defRPr sz="32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spcBef>
                  <a:spcPts val="1800"/>
                </a:spcBef>
                <a:buSzPct val="150000"/>
                <a:buFont typeface="Lucida Grande" panose="020B0600040502020204" pitchFamily="34" charset="0"/>
                <a:buChar char="•"/>
                <a:defRPr sz="28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spcBef>
                  <a:spcPts val="1800"/>
                </a:spcBef>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spcBef>
                  <a:spcPts val="1800"/>
                </a:spcBef>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algn="r" eaLnBrk="1" hangingPunct="1">
                <a:spcBef>
                  <a:spcPct val="0"/>
                </a:spcBef>
                <a:buClrTx/>
                <a:buSzTx/>
                <a:buFontTx/>
                <a:buNone/>
              </a:pPr>
              <a:r>
                <a:rPr lang="en-US" altLang="en-US" sz="2800"/>
                <a:t>16</a:t>
              </a:r>
            </a:p>
          </p:txBody>
        </p:sp>
        <p:sp>
          <p:nvSpPr>
            <p:cNvPr id="76847" name="Rectangle 12">
              <a:extLst>
                <a:ext uri="{FF2B5EF4-FFF2-40B4-BE49-F238E27FC236}">
                  <a16:creationId xmlns:a16="http://schemas.microsoft.com/office/drawing/2014/main" id="{17D2C18E-4D8F-2444-323A-8DA2BB5F8098}"/>
                </a:ext>
              </a:extLst>
            </p:cNvPr>
            <p:cNvSpPr>
              <a:spLocks/>
            </p:cNvSpPr>
            <p:nvPr/>
          </p:nvSpPr>
          <p:spPr bwMode="auto">
            <a:xfrm>
              <a:off x="0" y="736"/>
              <a:ext cx="640" cy="368"/>
            </a:xfrm>
            <a:prstGeom prst="rect">
              <a:avLst/>
            </a:prstGeom>
            <a:solidFill>
              <a:srgbClr val="E6E6E6"/>
            </a:solidFill>
            <a:ln w="25400">
              <a:solidFill>
                <a:schemeClr val="tx1"/>
              </a:solidFill>
              <a:miter lim="800000"/>
              <a:headEnd/>
              <a:tailEnd/>
            </a:ln>
          </p:spPr>
          <p:txBody>
            <a:bodyPr lIns="63500" tIns="63500" rIns="203068" bIns="63500" anchor="ctr"/>
            <a:lstStyle>
              <a:lvl1pPr>
                <a:spcBef>
                  <a:spcPts val="1800"/>
                </a:spcBef>
                <a:buClr>
                  <a:srgbClr val="5F7BAE"/>
                </a:buClr>
                <a:buSzPct val="150000"/>
                <a:buFont typeface="Lucida Grande" panose="020B0600040502020204" pitchFamily="34" charset="0"/>
                <a:buChar char="•"/>
                <a:defRPr sz="36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spcBef>
                  <a:spcPts val="1800"/>
                </a:spcBef>
                <a:buSzPct val="150000"/>
                <a:buFont typeface="Lucida Grande" panose="020B0600040502020204" pitchFamily="34" charset="0"/>
                <a:buChar char="•"/>
                <a:defRPr sz="32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spcBef>
                  <a:spcPts val="1800"/>
                </a:spcBef>
                <a:buSzPct val="150000"/>
                <a:buFont typeface="Lucida Grande" panose="020B0600040502020204" pitchFamily="34" charset="0"/>
                <a:buChar char="•"/>
                <a:defRPr sz="28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spcBef>
                  <a:spcPts val="1800"/>
                </a:spcBef>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spcBef>
                  <a:spcPts val="1800"/>
                </a:spcBef>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algn="r" eaLnBrk="1" hangingPunct="1">
                <a:spcBef>
                  <a:spcPct val="0"/>
                </a:spcBef>
                <a:buClrTx/>
                <a:buSzTx/>
                <a:buFontTx/>
                <a:buNone/>
              </a:pPr>
              <a:r>
                <a:rPr lang="en-US" altLang="en-US" sz="2800"/>
                <a:t>8</a:t>
              </a:r>
            </a:p>
          </p:txBody>
        </p:sp>
        <p:sp>
          <p:nvSpPr>
            <p:cNvPr id="76848" name="Rectangle 13">
              <a:extLst>
                <a:ext uri="{FF2B5EF4-FFF2-40B4-BE49-F238E27FC236}">
                  <a16:creationId xmlns:a16="http://schemas.microsoft.com/office/drawing/2014/main" id="{03A2D7D4-A19E-F09E-3011-5B9D61126155}"/>
                </a:ext>
              </a:extLst>
            </p:cNvPr>
            <p:cNvSpPr>
              <a:spLocks/>
            </p:cNvSpPr>
            <p:nvPr/>
          </p:nvSpPr>
          <p:spPr bwMode="auto">
            <a:xfrm>
              <a:off x="0" y="1104"/>
              <a:ext cx="640" cy="368"/>
            </a:xfrm>
            <a:prstGeom prst="rect">
              <a:avLst/>
            </a:prstGeom>
            <a:solidFill>
              <a:srgbClr val="E6E6E6"/>
            </a:solidFill>
            <a:ln w="25400">
              <a:solidFill>
                <a:schemeClr val="tx1"/>
              </a:solidFill>
              <a:miter lim="800000"/>
              <a:headEnd/>
              <a:tailEnd/>
            </a:ln>
          </p:spPr>
          <p:txBody>
            <a:bodyPr lIns="63500" tIns="63500" rIns="203068" bIns="63500" anchor="ctr"/>
            <a:lstStyle>
              <a:lvl1pPr>
                <a:spcBef>
                  <a:spcPts val="1800"/>
                </a:spcBef>
                <a:buClr>
                  <a:srgbClr val="5F7BAE"/>
                </a:buClr>
                <a:buSzPct val="150000"/>
                <a:buFont typeface="Lucida Grande" panose="020B0600040502020204" pitchFamily="34" charset="0"/>
                <a:buChar char="•"/>
                <a:defRPr sz="36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spcBef>
                  <a:spcPts val="1800"/>
                </a:spcBef>
                <a:buSzPct val="150000"/>
                <a:buFont typeface="Lucida Grande" panose="020B0600040502020204" pitchFamily="34" charset="0"/>
                <a:buChar char="•"/>
                <a:defRPr sz="32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spcBef>
                  <a:spcPts val="1800"/>
                </a:spcBef>
                <a:buSzPct val="150000"/>
                <a:buFont typeface="Lucida Grande" panose="020B0600040502020204" pitchFamily="34" charset="0"/>
                <a:buChar char="•"/>
                <a:defRPr sz="28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spcBef>
                  <a:spcPts val="1800"/>
                </a:spcBef>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spcBef>
                  <a:spcPts val="1800"/>
                </a:spcBef>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algn="r" eaLnBrk="1" hangingPunct="1">
                <a:spcBef>
                  <a:spcPct val="0"/>
                </a:spcBef>
                <a:buClrTx/>
                <a:buSzTx/>
                <a:buFontTx/>
                <a:buNone/>
              </a:pPr>
              <a:r>
                <a:rPr lang="en-US" altLang="en-US" sz="2800"/>
                <a:t>12</a:t>
              </a:r>
            </a:p>
          </p:txBody>
        </p:sp>
        <p:sp>
          <p:nvSpPr>
            <p:cNvPr id="76849" name="Rectangle 14">
              <a:extLst>
                <a:ext uri="{FF2B5EF4-FFF2-40B4-BE49-F238E27FC236}">
                  <a16:creationId xmlns:a16="http://schemas.microsoft.com/office/drawing/2014/main" id="{01FEC30E-7BBE-143A-9CB9-B7C3679C46E9}"/>
                </a:ext>
              </a:extLst>
            </p:cNvPr>
            <p:cNvSpPr>
              <a:spLocks/>
            </p:cNvSpPr>
            <p:nvPr/>
          </p:nvSpPr>
          <p:spPr bwMode="auto">
            <a:xfrm>
              <a:off x="0" y="1472"/>
              <a:ext cx="640" cy="368"/>
            </a:xfrm>
            <a:prstGeom prst="rect">
              <a:avLst/>
            </a:prstGeom>
            <a:solidFill>
              <a:srgbClr val="E6E6E6"/>
            </a:solidFill>
            <a:ln w="25400">
              <a:solidFill>
                <a:schemeClr val="tx1"/>
              </a:solidFill>
              <a:miter lim="800000"/>
              <a:headEnd/>
              <a:tailEnd/>
            </a:ln>
          </p:spPr>
          <p:txBody>
            <a:bodyPr lIns="63500" tIns="63500" rIns="203068" bIns="63500" anchor="ctr"/>
            <a:lstStyle>
              <a:lvl1pPr>
                <a:spcBef>
                  <a:spcPts val="1800"/>
                </a:spcBef>
                <a:buClr>
                  <a:srgbClr val="5F7BAE"/>
                </a:buClr>
                <a:buSzPct val="150000"/>
                <a:buFont typeface="Lucida Grande" panose="020B0600040502020204" pitchFamily="34" charset="0"/>
                <a:buChar char="•"/>
                <a:defRPr sz="36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spcBef>
                  <a:spcPts val="1800"/>
                </a:spcBef>
                <a:buSzPct val="150000"/>
                <a:buFont typeface="Lucida Grande" panose="020B0600040502020204" pitchFamily="34" charset="0"/>
                <a:buChar char="•"/>
                <a:defRPr sz="32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spcBef>
                  <a:spcPts val="1800"/>
                </a:spcBef>
                <a:buSzPct val="150000"/>
                <a:buFont typeface="Lucida Grande" panose="020B0600040502020204" pitchFamily="34" charset="0"/>
                <a:buChar char="•"/>
                <a:defRPr sz="28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spcBef>
                  <a:spcPts val="1800"/>
                </a:spcBef>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spcBef>
                  <a:spcPts val="1800"/>
                </a:spcBef>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algn="r" eaLnBrk="1" hangingPunct="1">
                <a:spcBef>
                  <a:spcPct val="0"/>
                </a:spcBef>
                <a:buClrTx/>
                <a:buSzTx/>
                <a:buFontTx/>
                <a:buNone/>
              </a:pPr>
              <a:r>
                <a:rPr lang="en-US" altLang="en-US" sz="2800"/>
                <a:t>8</a:t>
              </a:r>
            </a:p>
          </p:txBody>
        </p:sp>
      </p:grpSp>
      <p:sp>
        <p:nvSpPr>
          <p:cNvPr id="39951" name="Rectangle 15">
            <a:extLst>
              <a:ext uri="{FF2B5EF4-FFF2-40B4-BE49-F238E27FC236}">
                <a16:creationId xmlns:a16="http://schemas.microsoft.com/office/drawing/2014/main" id="{6B72C8DC-3315-E4ED-850E-7002B6591197}"/>
              </a:ext>
            </a:extLst>
          </p:cNvPr>
          <p:cNvSpPr>
            <a:spLocks/>
          </p:cNvSpPr>
          <p:nvPr/>
        </p:nvSpPr>
        <p:spPr bwMode="auto">
          <a:xfrm>
            <a:off x="5397500" y="1917700"/>
            <a:ext cx="1016000" cy="584200"/>
          </a:xfrm>
          <a:prstGeom prst="rect">
            <a:avLst/>
          </a:prstGeom>
          <a:solidFill>
            <a:srgbClr val="3C88DC"/>
          </a:solidFill>
          <a:ln w="25400">
            <a:solidFill>
              <a:schemeClr val="tx1"/>
            </a:solidFill>
            <a:miter lim="800000"/>
            <a:headEnd/>
            <a:tailEnd/>
          </a:ln>
          <a:effectLst>
            <a:outerShdw blurRad="114300" dist="63500" dir="2700000" algn="ctr" rotWithShape="0">
              <a:schemeClr val="bg2">
                <a:alpha val="29999"/>
              </a:schemeClr>
            </a:outerShdw>
          </a:effectLst>
        </p:spPr>
        <p:txBody>
          <a:bodyPr lIns="0" tIns="0" rIns="0" bIns="0" anchor="ctr"/>
          <a:lstStyle/>
          <a:p>
            <a:pPr algn="ctr" eaLnBrk="1" hangingPunct="1">
              <a:tabLst>
                <a:tab pos="1066800" algn="l"/>
              </a:tabLst>
              <a:defRPr/>
            </a:pPr>
            <a:r>
              <a:rPr lang="en-US" sz="3300">
                <a:solidFill>
                  <a:srgbClr val="FFFFFF"/>
                </a:solidFill>
                <a:latin typeface="Gill Sans" pitchFamily="80" charset="0"/>
                <a:ea typeface="Gill Sans" pitchFamily="80" charset="0"/>
                <a:cs typeface="Gill Sans" pitchFamily="80" charset="0"/>
                <a:sym typeface="Gill Sans" pitchFamily="80" charset="0"/>
              </a:rPr>
              <a:t>Tues</a:t>
            </a:r>
          </a:p>
        </p:txBody>
      </p:sp>
      <p:grpSp>
        <p:nvGrpSpPr>
          <p:cNvPr id="39952" name="Group 16">
            <a:extLst>
              <a:ext uri="{FF2B5EF4-FFF2-40B4-BE49-F238E27FC236}">
                <a16:creationId xmlns:a16="http://schemas.microsoft.com/office/drawing/2014/main" id="{C870ADD6-B316-5E14-C7A7-586E7CE9E286}"/>
              </a:ext>
            </a:extLst>
          </p:cNvPr>
          <p:cNvGrpSpPr>
            <a:grpSpLocks/>
          </p:cNvGrpSpPr>
          <p:nvPr/>
        </p:nvGrpSpPr>
        <p:grpSpPr bwMode="auto">
          <a:xfrm>
            <a:off x="5397500" y="2501900"/>
            <a:ext cx="1016000" cy="2921000"/>
            <a:chOff x="0" y="0"/>
            <a:chExt cx="640" cy="1840"/>
          </a:xfrm>
        </p:grpSpPr>
        <p:sp>
          <p:nvSpPr>
            <p:cNvPr id="76840" name="Rectangle 17">
              <a:extLst>
                <a:ext uri="{FF2B5EF4-FFF2-40B4-BE49-F238E27FC236}">
                  <a16:creationId xmlns:a16="http://schemas.microsoft.com/office/drawing/2014/main" id="{0A47EDB2-6B47-4D8F-0D2F-37A959D3A871}"/>
                </a:ext>
              </a:extLst>
            </p:cNvPr>
            <p:cNvSpPr>
              <a:spLocks/>
            </p:cNvSpPr>
            <p:nvPr/>
          </p:nvSpPr>
          <p:spPr bwMode="auto">
            <a:xfrm>
              <a:off x="0" y="0"/>
              <a:ext cx="640" cy="368"/>
            </a:xfrm>
            <a:prstGeom prst="rect">
              <a:avLst/>
            </a:prstGeom>
            <a:solidFill>
              <a:srgbClr val="E6E6E6"/>
            </a:solidFill>
            <a:ln w="25400">
              <a:solidFill>
                <a:schemeClr val="tx1"/>
              </a:solidFill>
              <a:miter lim="800000"/>
              <a:headEnd/>
              <a:tailEnd/>
            </a:ln>
          </p:spPr>
          <p:txBody>
            <a:bodyPr lIns="63500" tIns="63500" rIns="203068" bIns="63500" anchor="ctr"/>
            <a:lstStyle>
              <a:lvl1pPr>
                <a:spcBef>
                  <a:spcPts val="1800"/>
                </a:spcBef>
                <a:buClr>
                  <a:srgbClr val="5F7BAE"/>
                </a:buClr>
                <a:buSzPct val="150000"/>
                <a:buFont typeface="Lucida Grande" panose="020B0600040502020204" pitchFamily="34" charset="0"/>
                <a:buChar char="•"/>
                <a:defRPr sz="36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spcBef>
                  <a:spcPts val="1800"/>
                </a:spcBef>
                <a:buSzPct val="150000"/>
                <a:buFont typeface="Lucida Grande" panose="020B0600040502020204" pitchFamily="34" charset="0"/>
                <a:buChar char="•"/>
                <a:defRPr sz="32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spcBef>
                  <a:spcPts val="1800"/>
                </a:spcBef>
                <a:buSzPct val="150000"/>
                <a:buFont typeface="Lucida Grande" panose="020B0600040502020204" pitchFamily="34" charset="0"/>
                <a:buChar char="•"/>
                <a:defRPr sz="28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spcBef>
                  <a:spcPts val="1800"/>
                </a:spcBef>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spcBef>
                  <a:spcPts val="1800"/>
                </a:spcBef>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algn="r" eaLnBrk="1" hangingPunct="1">
                <a:spcBef>
                  <a:spcPct val="0"/>
                </a:spcBef>
                <a:buClrTx/>
                <a:buSzTx/>
                <a:buFontTx/>
                <a:buNone/>
              </a:pPr>
              <a:r>
                <a:rPr lang="en-US" altLang="en-US" sz="2800"/>
                <a:t>4</a:t>
              </a:r>
            </a:p>
          </p:txBody>
        </p:sp>
        <p:sp>
          <p:nvSpPr>
            <p:cNvPr id="76841" name="Rectangle 18">
              <a:extLst>
                <a:ext uri="{FF2B5EF4-FFF2-40B4-BE49-F238E27FC236}">
                  <a16:creationId xmlns:a16="http://schemas.microsoft.com/office/drawing/2014/main" id="{6C7E6873-95B7-AD2A-0664-9108464A7E17}"/>
                </a:ext>
              </a:extLst>
            </p:cNvPr>
            <p:cNvSpPr>
              <a:spLocks/>
            </p:cNvSpPr>
            <p:nvPr/>
          </p:nvSpPr>
          <p:spPr bwMode="auto">
            <a:xfrm>
              <a:off x="0" y="368"/>
              <a:ext cx="640" cy="368"/>
            </a:xfrm>
            <a:prstGeom prst="rect">
              <a:avLst/>
            </a:prstGeom>
            <a:solidFill>
              <a:srgbClr val="E6E6E6"/>
            </a:solidFill>
            <a:ln w="25400">
              <a:solidFill>
                <a:schemeClr val="tx1"/>
              </a:solidFill>
              <a:miter lim="800000"/>
              <a:headEnd/>
              <a:tailEnd/>
            </a:ln>
          </p:spPr>
          <p:txBody>
            <a:bodyPr lIns="63500" tIns="63500" rIns="203068" bIns="63500" anchor="ctr"/>
            <a:lstStyle>
              <a:lvl1pPr>
                <a:spcBef>
                  <a:spcPts val="1800"/>
                </a:spcBef>
                <a:buClr>
                  <a:srgbClr val="5F7BAE"/>
                </a:buClr>
                <a:buSzPct val="150000"/>
                <a:buFont typeface="Lucida Grande" panose="020B0600040502020204" pitchFamily="34" charset="0"/>
                <a:buChar char="•"/>
                <a:defRPr sz="36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spcBef>
                  <a:spcPts val="1800"/>
                </a:spcBef>
                <a:buSzPct val="150000"/>
                <a:buFont typeface="Lucida Grande" panose="020B0600040502020204" pitchFamily="34" charset="0"/>
                <a:buChar char="•"/>
                <a:defRPr sz="32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spcBef>
                  <a:spcPts val="1800"/>
                </a:spcBef>
                <a:buSzPct val="150000"/>
                <a:buFont typeface="Lucida Grande" panose="020B0600040502020204" pitchFamily="34" charset="0"/>
                <a:buChar char="•"/>
                <a:defRPr sz="28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spcBef>
                  <a:spcPts val="1800"/>
                </a:spcBef>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spcBef>
                  <a:spcPts val="1800"/>
                </a:spcBef>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algn="r" eaLnBrk="1" hangingPunct="1">
                <a:spcBef>
                  <a:spcPct val="0"/>
                </a:spcBef>
                <a:buClrTx/>
                <a:buSzTx/>
                <a:buFontTx/>
                <a:buNone/>
              </a:pPr>
              <a:r>
                <a:rPr lang="en-US" altLang="en-US" sz="2800"/>
                <a:t>12</a:t>
              </a:r>
            </a:p>
          </p:txBody>
        </p:sp>
        <p:sp>
          <p:nvSpPr>
            <p:cNvPr id="76842" name="Rectangle 19">
              <a:extLst>
                <a:ext uri="{FF2B5EF4-FFF2-40B4-BE49-F238E27FC236}">
                  <a16:creationId xmlns:a16="http://schemas.microsoft.com/office/drawing/2014/main" id="{035F4E4C-4EB7-D005-1EC6-C80109AB1DAC}"/>
                </a:ext>
              </a:extLst>
            </p:cNvPr>
            <p:cNvSpPr>
              <a:spLocks/>
            </p:cNvSpPr>
            <p:nvPr/>
          </p:nvSpPr>
          <p:spPr bwMode="auto">
            <a:xfrm>
              <a:off x="0" y="736"/>
              <a:ext cx="640" cy="368"/>
            </a:xfrm>
            <a:prstGeom prst="rect">
              <a:avLst/>
            </a:prstGeom>
            <a:solidFill>
              <a:srgbClr val="E6E6E6"/>
            </a:solidFill>
            <a:ln w="25400">
              <a:solidFill>
                <a:schemeClr val="tx1"/>
              </a:solidFill>
              <a:miter lim="800000"/>
              <a:headEnd/>
              <a:tailEnd/>
            </a:ln>
          </p:spPr>
          <p:txBody>
            <a:bodyPr lIns="63500" tIns="63500" rIns="203068" bIns="63500" anchor="ctr"/>
            <a:lstStyle>
              <a:lvl1pPr>
                <a:spcBef>
                  <a:spcPts val="1800"/>
                </a:spcBef>
                <a:buClr>
                  <a:srgbClr val="5F7BAE"/>
                </a:buClr>
                <a:buSzPct val="150000"/>
                <a:buFont typeface="Lucida Grande" panose="020B0600040502020204" pitchFamily="34" charset="0"/>
                <a:buChar char="•"/>
                <a:defRPr sz="36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spcBef>
                  <a:spcPts val="1800"/>
                </a:spcBef>
                <a:buSzPct val="150000"/>
                <a:buFont typeface="Lucida Grande" panose="020B0600040502020204" pitchFamily="34" charset="0"/>
                <a:buChar char="•"/>
                <a:defRPr sz="32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spcBef>
                  <a:spcPts val="1800"/>
                </a:spcBef>
                <a:buSzPct val="150000"/>
                <a:buFont typeface="Lucida Grande" panose="020B0600040502020204" pitchFamily="34" charset="0"/>
                <a:buChar char="•"/>
                <a:defRPr sz="28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spcBef>
                  <a:spcPts val="1800"/>
                </a:spcBef>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spcBef>
                  <a:spcPts val="1800"/>
                </a:spcBef>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algn="r" eaLnBrk="1" hangingPunct="1">
                <a:spcBef>
                  <a:spcPct val="0"/>
                </a:spcBef>
                <a:buClrTx/>
                <a:buSzTx/>
                <a:buFontTx/>
                <a:buNone/>
              </a:pPr>
              <a:r>
                <a:rPr lang="en-US" altLang="en-US" sz="2800"/>
                <a:t>16</a:t>
              </a:r>
            </a:p>
          </p:txBody>
        </p:sp>
        <p:sp>
          <p:nvSpPr>
            <p:cNvPr id="76843" name="Rectangle 20">
              <a:extLst>
                <a:ext uri="{FF2B5EF4-FFF2-40B4-BE49-F238E27FC236}">
                  <a16:creationId xmlns:a16="http://schemas.microsoft.com/office/drawing/2014/main" id="{DAAFA36F-2EA9-06A9-8243-70664CA8E21E}"/>
                </a:ext>
              </a:extLst>
            </p:cNvPr>
            <p:cNvSpPr>
              <a:spLocks/>
            </p:cNvSpPr>
            <p:nvPr/>
          </p:nvSpPr>
          <p:spPr bwMode="auto">
            <a:xfrm>
              <a:off x="0" y="1104"/>
              <a:ext cx="640" cy="368"/>
            </a:xfrm>
            <a:prstGeom prst="rect">
              <a:avLst/>
            </a:prstGeom>
            <a:solidFill>
              <a:srgbClr val="E6E6E6"/>
            </a:solidFill>
            <a:ln w="25400">
              <a:solidFill>
                <a:schemeClr val="tx1"/>
              </a:solidFill>
              <a:miter lim="800000"/>
              <a:headEnd/>
              <a:tailEnd/>
            </a:ln>
          </p:spPr>
          <p:txBody>
            <a:bodyPr/>
            <a:lstStyle>
              <a:lvl1pPr>
                <a:spcBef>
                  <a:spcPts val="1800"/>
                </a:spcBef>
                <a:buClr>
                  <a:srgbClr val="5F7BAE"/>
                </a:buClr>
                <a:buSzPct val="150000"/>
                <a:buFont typeface="Lucida Grande" panose="020B0600040502020204" pitchFamily="34" charset="0"/>
                <a:buChar char="•"/>
                <a:defRPr sz="36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spcBef>
                  <a:spcPts val="1800"/>
                </a:spcBef>
                <a:buSzPct val="150000"/>
                <a:buFont typeface="Lucida Grande" panose="020B0600040502020204" pitchFamily="34" charset="0"/>
                <a:buChar char="•"/>
                <a:defRPr sz="32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spcBef>
                  <a:spcPts val="1800"/>
                </a:spcBef>
                <a:buSzPct val="150000"/>
                <a:buFont typeface="Lucida Grande" panose="020B0600040502020204" pitchFamily="34" charset="0"/>
                <a:buChar char="•"/>
                <a:defRPr sz="28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spcBef>
                  <a:spcPts val="1800"/>
                </a:spcBef>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spcBef>
                  <a:spcPts val="1800"/>
                </a:spcBef>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algn="ctr" eaLnBrk="1" hangingPunct="1">
                <a:spcBef>
                  <a:spcPct val="0"/>
                </a:spcBef>
                <a:buClrTx/>
                <a:buSzTx/>
                <a:buFontTx/>
                <a:buNone/>
              </a:pPr>
              <a:endParaRPr lang="en-US" altLang="en-US" sz="3200">
                <a:solidFill>
                  <a:srgbClr val="000000"/>
                </a:solidFill>
              </a:endParaRPr>
            </a:p>
          </p:txBody>
        </p:sp>
        <p:sp>
          <p:nvSpPr>
            <p:cNvPr id="76844" name="Rectangle 21">
              <a:extLst>
                <a:ext uri="{FF2B5EF4-FFF2-40B4-BE49-F238E27FC236}">
                  <a16:creationId xmlns:a16="http://schemas.microsoft.com/office/drawing/2014/main" id="{1071EC50-7974-4491-FDDC-7D6625B7A9AD}"/>
                </a:ext>
              </a:extLst>
            </p:cNvPr>
            <p:cNvSpPr>
              <a:spLocks/>
            </p:cNvSpPr>
            <p:nvPr/>
          </p:nvSpPr>
          <p:spPr bwMode="auto">
            <a:xfrm>
              <a:off x="0" y="1472"/>
              <a:ext cx="640" cy="368"/>
            </a:xfrm>
            <a:prstGeom prst="rect">
              <a:avLst/>
            </a:prstGeom>
            <a:solidFill>
              <a:srgbClr val="E6E6E6"/>
            </a:solidFill>
            <a:ln w="25400">
              <a:solidFill>
                <a:schemeClr val="tx1"/>
              </a:solidFill>
              <a:miter lim="800000"/>
              <a:headEnd/>
              <a:tailEnd/>
            </a:ln>
          </p:spPr>
          <p:txBody>
            <a:bodyPr lIns="63500" tIns="63500" rIns="203068" bIns="63500" anchor="ctr"/>
            <a:lstStyle>
              <a:lvl1pPr>
                <a:spcBef>
                  <a:spcPts val="1800"/>
                </a:spcBef>
                <a:buClr>
                  <a:srgbClr val="5F7BAE"/>
                </a:buClr>
                <a:buSzPct val="150000"/>
                <a:buFont typeface="Lucida Grande" panose="020B0600040502020204" pitchFamily="34" charset="0"/>
                <a:buChar char="•"/>
                <a:defRPr sz="36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spcBef>
                  <a:spcPts val="1800"/>
                </a:spcBef>
                <a:buSzPct val="150000"/>
                <a:buFont typeface="Lucida Grande" panose="020B0600040502020204" pitchFamily="34" charset="0"/>
                <a:buChar char="•"/>
                <a:defRPr sz="32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spcBef>
                  <a:spcPts val="1800"/>
                </a:spcBef>
                <a:buSzPct val="150000"/>
                <a:buFont typeface="Lucida Grande" panose="020B0600040502020204" pitchFamily="34" charset="0"/>
                <a:buChar char="•"/>
                <a:defRPr sz="28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spcBef>
                  <a:spcPts val="1800"/>
                </a:spcBef>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spcBef>
                  <a:spcPts val="1800"/>
                </a:spcBef>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algn="r" eaLnBrk="1" hangingPunct="1">
                <a:spcBef>
                  <a:spcPct val="0"/>
                </a:spcBef>
                <a:buClrTx/>
                <a:buSzTx/>
                <a:buFontTx/>
                <a:buNone/>
              </a:pPr>
              <a:r>
                <a:rPr lang="en-US" altLang="en-US" sz="2800"/>
                <a:t>8</a:t>
              </a:r>
            </a:p>
          </p:txBody>
        </p:sp>
      </p:grpSp>
      <p:sp>
        <p:nvSpPr>
          <p:cNvPr id="39958" name="Rectangle 22">
            <a:extLst>
              <a:ext uri="{FF2B5EF4-FFF2-40B4-BE49-F238E27FC236}">
                <a16:creationId xmlns:a16="http://schemas.microsoft.com/office/drawing/2014/main" id="{18B3F36E-F3ED-A697-CF9E-CC7ADA1BFBB7}"/>
              </a:ext>
            </a:extLst>
          </p:cNvPr>
          <p:cNvSpPr>
            <a:spLocks/>
          </p:cNvSpPr>
          <p:nvPr/>
        </p:nvSpPr>
        <p:spPr bwMode="auto">
          <a:xfrm>
            <a:off x="6413500" y="1917700"/>
            <a:ext cx="1016000" cy="584200"/>
          </a:xfrm>
          <a:prstGeom prst="rect">
            <a:avLst/>
          </a:prstGeom>
          <a:solidFill>
            <a:srgbClr val="3C88DC"/>
          </a:solidFill>
          <a:ln w="25400">
            <a:solidFill>
              <a:schemeClr val="tx1"/>
            </a:solidFill>
            <a:miter lim="800000"/>
            <a:headEnd/>
            <a:tailEnd/>
          </a:ln>
          <a:effectLst>
            <a:outerShdw blurRad="114300" dist="63500" dir="2700000" algn="ctr" rotWithShape="0">
              <a:schemeClr val="bg2">
                <a:alpha val="29999"/>
              </a:schemeClr>
            </a:outerShdw>
          </a:effectLst>
        </p:spPr>
        <p:txBody>
          <a:bodyPr lIns="0" tIns="0" rIns="0" bIns="0" anchor="ctr"/>
          <a:lstStyle/>
          <a:p>
            <a:pPr algn="ctr" eaLnBrk="1" hangingPunct="1">
              <a:tabLst>
                <a:tab pos="1066800" algn="l"/>
              </a:tabLst>
              <a:defRPr/>
            </a:pPr>
            <a:r>
              <a:rPr lang="en-US" sz="3300">
                <a:solidFill>
                  <a:srgbClr val="FFFFFF"/>
                </a:solidFill>
                <a:latin typeface="Gill Sans" pitchFamily="80" charset="0"/>
                <a:ea typeface="Gill Sans" pitchFamily="80" charset="0"/>
                <a:cs typeface="Gill Sans" pitchFamily="80" charset="0"/>
                <a:sym typeface="Gill Sans" pitchFamily="80" charset="0"/>
              </a:rPr>
              <a:t>Wed</a:t>
            </a:r>
          </a:p>
        </p:txBody>
      </p:sp>
      <p:sp>
        <p:nvSpPr>
          <p:cNvPr id="39959" name="Rectangle 23">
            <a:extLst>
              <a:ext uri="{FF2B5EF4-FFF2-40B4-BE49-F238E27FC236}">
                <a16:creationId xmlns:a16="http://schemas.microsoft.com/office/drawing/2014/main" id="{E5E248A9-D0CF-6321-D7D9-77B7BAADC7D4}"/>
              </a:ext>
            </a:extLst>
          </p:cNvPr>
          <p:cNvSpPr>
            <a:spLocks/>
          </p:cNvSpPr>
          <p:nvPr/>
        </p:nvSpPr>
        <p:spPr bwMode="auto">
          <a:xfrm>
            <a:off x="7429500" y="1917700"/>
            <a:ext cx="1016000" cy="584200"/>
          </a:xfrm>
          <a:prstGeom prst="rect">
            <a:avLst/>
          </a:prstGeom>
          <a:solidFill>
            <a:srgbClr val="3C88DC"/>
          </a:solidFill>
          <a:ln w="25400">
            <a:solidFill>
              <a:schemeClr val="tx1"/>
            </a:solidFill>
            <a:miter lim="800000"/>
            <a:headEnd/>
            <a:tailEnd/>
          </a:ln>
          <a:effectLst>
            <a:outerShdw blurRad="114300" dist="63500" dir="2700000" algn="ctr" rotWithShape="0">
              <a:schemeClr val="bg2">
                <a:alpha val="29999"/>
              </a:schemeClr>
            </a:outerShdw>
          </a:effectLst>
        </p:spPr>
        <p:txBody>
          <a:bodyPr lIns="0" tIns="0" rIns="0" bIns="0" anchor="ctr"/>
          <a:lstStyle/>
          <a:p>
            <a:pPr algn="ctr" eaLnBrk="1" hangingPunct="1">
              <a:tabLst>
                <a:tab pos="1066800" algn="l"/>
              </a:tabLst>
              <a:defRPr/>
            </a:pPr>
            <a:r>
              <a:rPr lang="en-US" sz="3300">
                <a:solidFill>
                  <a:srgbClr val="FFFFFF"/>
                </a:solidFill>
                <a:latin typeface="Gill Sans" pitchFamily="80" charset="0"/>
                <a:ea typeface="Gill Sans" pitchFamily="80" charset="0"/>
                <a:cs typeface="Gill Sans" pitchFamily="80" charset="0"/>
                <a:sym typeface="Gill Sans" pitchFamily="80" charset="0"/>
              </a:rPr>
              <a:t>Thur</a:t>
            </a:r>
          </a:p>
        </p:txBody>
      </p:sp>
      <p:grpSp>
        <p:nvGrpSpPr>
          <p:cNvPr id="39960" name="Group 24">
            <a:extLst>
              <a:ext uri="{FF2B5EF4-FFF2-40B4-BE49-F238E27FC236}">
                <a16:creationId xmlns:a16="http://schemas.microsoft.com/office/drawing/2014/main" id="{13FCBAAC-A33D-8C2F-63DD-55794F5AC663}"/>
              </a:ext>
            </a:extLst>
          </p:cNvPr>
          <p:cNvGrpSpPr>
            <a:grpSpLocks/>
          </p:cNvGrpSpPr>
          <p:nvPr/>
        </p:nvGrpSpPr>
        <p:grpSpPr bwMode="auto">
          <a:xfrm>
            <a:off x="7429500" y="2501900"/>
            <a:ext cx="1016000" cy="3505200"/>
            <a:chOff x="0" y="0"/>
            <a:chExt cx="640" cy="2208"/>
          </a:xfrm>
        </p:grpSpPr>
        <p:sp>
          <p:nvSpPr>
            <p:cNvPr id="76834" name="Rectangle 25">
              <a:extLst>
                <a:ext uri="{FF2B5EF4-FFF2-40B4-BE49-F238E27FC236}">
                  <a16:creationId xmlns:a16="http://schemas.microsoft.com/office/drawing/2014/main" id="{E9325482-850A-31B4-C929-CE57F6FF939D}"/>
                </a:ext>
              </a:extLst>
            </p:cNvPr>
            <p:cNvSpPr>
              <a:spLocks/>
            </p:cNvSpPr>
            <p:nvPr/>
          </p:nvSpPr>
          <p:spPr bwMode="auto">
            <a:xfrm>
              <a:off x="0" y="0"/>
              <a:ext cx="640" cy="368"/>
            </a:xfrm>
            <a:prstGeom prst="rect">
              <a:avLst/>
            </a:prstGeom>
            <a:solidFill>
              <a:srgbClr val="E6E6E6"/>
            </a:solidFill>
            <a:ln w="25400">
              <a:solidFill>
                <a:schemeClr val="tx1"/>
              </a:solidFill>
              <a:miter lim="800000"/>
              <a:headEnd/>
              <a:tailEnd/>
            </a:ln>
          </p:spPr>
          <p:txBody>
            <a:bodyPr/>
            <a:lstStyle>
              <a:lvl1pPr>
                <a:spcBef>
                  <a:spcPts val="1800"/>
                </a:spcBef>
                <a:buClr>
                  <a:srgbClr val="5F7BAE"/>
                </a:buClr>
                <a:buSzPct val="150000"/>
                <a:buFont typeface="Lucida Grande" panose="020B0600040502020204" pitchFamily="34" charset="0"/>
                <a:buChar char="•"/>
                <a:defRPr sz="36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spcBef>
                  <a:spcPts val="1800"/>
                </a:spcBef>
                <a:buSzPct val="150000"/>
                <a:buFont typeface="Lucida Grande" panose="020B0600040502020204" pitchFamily="34" charset="0"/>
                <a:buChar char="•"/>
                <a:defRPr sz="32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spcBef>
                  <a:spcPts val="1800"/>
                </a:spcBef>
                <a:buSzPct val="150000"/>
                <a:buFont typeface="Lucida Grande" panose="020B0600040502020204" pitchFamily="34" charset="0"/>
                <a:buChar char="•"/>
                <a:defRPr sz="28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spcBef>
                  <a:spcPts val="1800"/>
                </a:spcBef>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spcBef>
                  <a:spcPts val="1800"/>
                </a:spcBef>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algn="ctr" eaLnBrk="1" hangingPunct="1">
                <a:spcBef>
                  <a:spcPct val="0"/>
                </a:spcBef>
                <a:buClrTx/>
                <a:buSzTx/>
                <a:buFontTx/>
                <a:buNone/>
              </a:pPr>
              <a:endParaRPr lang="en-US" altLang="en-US" sz="3200">
                <a:solidFill>
                  <a:srgbClr val="000000"/>
                </a:solidFill>
              </a:endParaRPr>
            </a:p>
          </p:txBody>
        </p:sp>
        <p:sp>
          <p:nvSpPr>
            <p:cNvPr id="76835" name="Rectangle 26">
              <a:extLst>
                <a:ext uri="{FF2B5EF4-FFF2-40B4-BE49-F238E27FC236}">
                  <a16:creationId xmlns:a16="http://schemas.microsoft.com/office/drawing/2014/main" id="{4B34FB71-4897-1335-DF64-D79BE3203FD0}"/>
                </a:ext>
              </a:extLst>
            </p:cNvPr>
            <p:cNvSpPr>
              <a:spLocks/>
            </p:cNvSpPr>
            <p:nvPr/>
          </p:nvSpPr>
          <p:spPr bwMode="auto">
            <a:xfrm>
              <a:off x="0" y="368"/>
              <a:ext cx="640" cy="368"/>
            </a:xfrm>
            <a:prstGeom prst="rect">
              <a:avLst/>
            </a:prstGeom>
            <a:solidFill>
              <a:srgbClr val="E6E6E6"/>
            </a:solidFill>
            <a:ln w="25400">
              <a:solidFill>
                <a:schemeClr val="tx1"/>
              </a:solidFill>
              <a:miter lim="800000"/>
              <a:headEnd/>
              <a:tailEnd/>
            </a:ln>
          </p:spPr>
          <p:txBody>
            <a:bodyPr lIns="63500" tIns="63500" rIns="203068" bIns="63500" anchor="ctr"/>
            <a:lstStyle>
              <a:lvl1pPr>
                <a:spcBef>
                  <a:spcPts val="1800"/>
                </a:spcBef>
                <a:buClr>
                  <a:srgbClr val="5F7BAE"/>
                </a:buClr>
                <a:buSzPct val="150000"/>
                <a:buFont typeface="Lucida Grande" panose="020B0600040502020204" pitchFamily="34" charset="0"/>
                <a:buChar char="•"/>
                <a:defRPr sz="36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spcBef>
                  <a:spcPts val="1800"/>
                </a:spcBef>
                <a:buSzPct val="150000"/>
                <a:buFont typeface="Lucida Grande" panose="020B0600040502020204" pitchFamily="34" charset="0"/>
                <a:buChar char="•"/>
                <a:defRPr sz="32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spcBef>
                  <a:spcPts val="1800"/>
                </a:spcBef>
                <a:buSzPct val="150000"/>
                <a:buFont typeface="Lucida Grande" panose="020B0600040502020204" pitchFamily="34" charset="0"/>
                <a:buChar char="•"/>
                <a:defRPr sz="28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spcBef>
                  <a:spcPts val="1800"/>
                </a:spcBef>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spcBef>
                  <a:spcPts val="1800"/>
                </a:spcBef>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algn="r" eaLnBrk="1" hangingPunct="1">
                <a:spcBef>
                  <a:spcPct val="0"/>
                </a:spcBef>
                <a:buClrTx/>
                <a:buSzTx/>
                <a:buFontTx/>
                <a:buNone/>
              </a:pPr>
              <a:r>
                <a:rPr lang="en-US" altLang="en-US" sz="2800"/>
                <a:t>4</a:t>
              </a:r>
            </a:p>
          </p:txBody>
        </p:sp>
        <p:sp>
          <p:nvSpPr>
            <p:cNvPr id="76836" name="Rectangle 27">
              <a:extLst>
                <a:ext uri="{FF2B5EF4-FFF2-40B4-BE49-F238E27FC236}">
                  <a16:creationId xmlns:a16="http://schemas.microsoft.com/office/drawing/2014/main" id="{7E3DCEA4-0D21-D2C5-4C26-84590718094F}"/>
                </a:ext>
              </a:extLst>
            </p:cNvPr>
            <p:cNvSpPr>
              <a:spLocks/>
            </p:cNvSpPr>
            <p:nvPr/>
          </p:nvSpPr>
          <p:spPr bwMode="auto">
            <a:xfrm>
              <a:off x="0" y="736"/>
              <a:ext cx="640" cy="368"/>
            </a:xfrm>
            <a:prstGeom prst="rect">
              <a:avLst/>
            </a:prstGeom>
            <a:solidFill>
              <a:srgbClr val="E6E6E6"/>
            </a:solidFill>
            <a:ln w="25400">
              <a:solidFill>
                <a:schemeClr val="tx1"/>
              </a:solidFill>
              <a:miter lim="800000"/>
              <a:headEnd/>
              <a:tailEnd/>
            </a:ln>
          </p:spPr>
          <p:txBody>
            <a:bodyPr lIns="63500" tIns="63500" rIns="203068" bIns="63500" anchor="ctr"/>
            <a:lstStyle>
              <a:lvl1pPr>
                <a:spcBef>
                  <a:spcPts val="1800"/>
                </a:spcBef>
                <a:buClr>
                  <a:srgbClr val="5F7BAE"/>
                </a:buClr>
                <a:buSzPct val="150000"/>
                <a:buFont typeface="Lucida Grande" panose="020B0600040502020204" pitchFamily="34" charset="0"/>
                <a:buChar char="•"/>
                <a:defRPr sz="36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spcBef>
                  <a:spcPts val="1800"/>
                </a:spcBef>
                <a:buSzPct val="150000"/>
                <a:buFont typeface="Lucida Grande" panose="020B0600040502020204" pitchFamily="34" charset="0"/>
                <a:buChar char="•"/>
                <a:defRPr sz="32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spcBef>
                  <a:spcPts val="1800"/>
                </a:spcBef>
                <a:buSzPct val="150000"/>
                <a:buFont typeface="Lucida Grande" panose="020B0600040502020204" pitchFamily="34" charset="0"/>
                <a:buChar char="•"/>
                <a:defRPr sz="28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spcBef>
                  <a:spcPts val="1800"/>
                </a:spcBef>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spcBef>
                  <a:spcPts val="1800"/>
                </a:spcBef>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algn="r" eaLnBrk="1" hangingPunct="1">
                <a:spcBef>
                  <a:spcPct val="0"/>
                </a:spcBef>
                <a:buClrTx/>
                <a:buSzTx/>
                <a:buFontTx/>
                <a:buNone/>
              </a:pPr>
              <a:r>
                <a:rPr lang="en-US" altLang="en-US" sz="2800"/>
                <a:t>11</a:t>
              </a:r>
            </a:p>
          </p:txBody>
        </p:sp>
        <p:sp>
          <p:nvSpPr>
            <p:cNvPr id="76837" name="Rectangle 28">
              <a:extLst>
                <a:ext uri="{FF2B5EF4-FFF2-40B4-BE49-F238E27FC236}">
                  <a16:creationId xmlns:a16="http://schemas.microsoft.com/office/drawing/2014/main" id="{6F730C69-418F-5E70-538D-384299514069}"/>
                </a:ext>
              </a:extLst>
            </p:cNvPr>
            <p:cNvSpPr>
              <a:spLocks/>
            </p:cNvSpPr>
            <p:nvPr/>
          </p:nvSpPr>
          <p:spPr bwMode="auto">
            <a:xfrm>
              <a:off x="0" y="1104"/>
              <a:ext cx="640" cy="368"/>
            </a:xfrm>
            <a:prstGeom prst="rect">
              <a:avLst/>
            </a:prstGeom>
            <a:solidFill>
              <a:srgbClr val="E6E6E6"/>
            </a:solidFill>
            <a:ln w="25400">
              <a:solidFill>
                <a:schemeClr val="tx1"/>
              </a:solidFill>
              <a:miter lim="800000"/>
              <a:headEnd/>
              <a:tailEnd/>
            </a:ln>
          </p:spPr>
          <p:txBody>
            <a:bodyPr/>
            <a:lstStyle>
              <a:lvl1pPr>
                <a:spcBef>
                  <a:spcPts val="1800"/>
                </a:spcBef>
                <a:buClr>
                  <a:srgbClr val="5F7BAE"/>
                </a:buClr>
                <a:buSzPct val="150000"/>
                <a:buFont typeface="Lucida Grande" panose="020B0600040502020204" pitchFamily="34" charset="0"/>
                <a:buChar char="•"/>
                <a:defRPr sz="36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spcBef>
                  <a:spcPts val="1800"/>
                </a:spcBef>
                <a:buSzPct val="150000"/>
                <a:buFont typeface="Lucida Grande" panose="020B0600040502020204" pitchFamily="34" charset="0"/>
                <a:buChar char="•"/>
                <a:defRPr sz="32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spcBef>
                  <a:spcPts val="1800"/>
                </a:spcBef>
                <a:buSzPct val="150000"/>
                <a:buFont typeface="Lucida Grande" panose="020B0600040502020204" pitchFamily="34" charset="0"/>
                <a:buChar char="•"/>
                <a:defRPr sz="28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spcBef>
                  <a:spcPts val="1800"/>
                </a:spcBef>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spcBef>
                  <a:spcPts val="1800"/>
                </a:spcBef>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algn="ctr" eaLnBrk="1" hangingPunct="1">
                <a:spcBef>
                  <a:spcPct val="0"/>
                </a:spcBef>
                <a:buClrTx/>
                <a:buSzTx/>
                <a:buFontTx/>
                <a:buNone/>
              </a:pPr>
              <a:endParaRPr lang="en-US" altLang="en-US" sz="3200">
                <a:solidFill>
                  <a:srgbClr val="000000"/>
                </a:solidFill>
              </a:endParaRPr>
            </a:p>
          </p:txBody>
        </p:sp>
        <p:sp>
          <p:nvSpPr>
            <p:cNvPr id="76838" name="Rectangle 29">
              <a:extLst>
                <a:ext uri="{FF2B5EF4-FFF2-40B4-BE49-F238E27FC236}">
                  <a16:creationId xmlns:a16="http://schemas.microsoft.com/office/drawing/2014/main" id="{9990E8C6-6EB0-129E-E6A3-0E6DA580D3C1}"/>
                </a:ext>
              </a:extLst>
            </p:cNvPr>
            <p:cNvSpPr>
              <a:spLocks/>
            </p:cNvSpPr>
            <p:nvPr/>
          </p:nvSpPr>
          <p:spPr bwMode="auto">
            <a:xfrm>
              <a:off x="0" y="1472"/>
              <a:ext cx="640" cy="368"/>
            </a:xfrm>
            <a:prstGeom prst="rect">
              <a:avLst/>
            </a:prstGeom>
            <a:solidFill>
              <a:srgbClr val="E6E6E6"/>
            </a:solidFill>
            <a:ln w="25400">
              <a:solidFill>
                <a:schemeClr val="tx1"/>
              </a:solidFill>
              <a:miter lim="800000"/>
              <a:headEnd/>
              <a:tailEnd/>
            </a:ln>
          </p:spPr>
          <p:txBody>
            <a:bodyPr lIns="63500" tIns="63500" rIns="203068" bIns="63500" anchor="ctr"/>
            <a:lstStyle>
              <a:lvl1pPr>
                <a:spcBef>
                  <a:spcPts val="1800"/>
                </a:spcBef>
                <a:buClr>
                  <a:srgbClr val="5F7BAE"/>
                </a:buClr>
                <a:buSzPct val="150000"/>
                <a:buFont typeface="Lucida Grande" panose="020B0600040502020204" pitchFamily="34" charset="0"/>
                <a:buChar char="•"/>
                <a:defRPr sz="36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spcBef>
                  <a:spcPts val="1800"/>
                </a:spcBef>
                <a:buSzPct val="150000"/>
                <a:buFont typeface="Lucida Grande" panose="020B0600040502020204" pitchFamily="34" charset="0"/>
                <a:buChar char="•"/>
                <a:defRPr sz="32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spcBef>
                  <a:spcPts val="1800"/>
                </a:spcBef>
                <a:buSzPct val="150000"/>
                <a:buFont typeface="Lucida Grande" panose="020B0600040502020204" pitchFamily="34" charset="0"/>
                <a:buChar char="•"/>
                <a:defRPr sz="28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spcBef>
                  <a:spcPts val="1800"/>
                </a:spcBef>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spcBef>
                  <a:spcPts val="1800"/>
                </a:spcBef>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algn="r" eaLnBrk="1" hangingPunct="1">
                <a:spcBef>
                  <a:spcPct val="0"/>
                </a:spcBef>
                <a:buClrTx/>
                <a:buSzTx/>
                <a:buFontTx/>
                <a:buNone/>
              </a:pPr>
              <a:r>
                <a:rPr lang="en-US" altLang="en-US" sz="2800"/>
                <a:t>8</a:t>
              </a:r>
            </a:p>
          </p:txBody>
        </p:sp>
        <p:sp>
          <p:nvSpPr>
            <p:cNvPr id="76839" name="Rectangle 30">
              <a:extLst>
                <a:ext uri="{FF2B5EF4-FFF2-40B4-BE49-F238E27FC236}">
                  <a16:creationId xmlns:a16="http://schemas.microsoft.com/office/drawing/2014/main" id="{0F6FDB3B-EE32-B5B0-D02A-0225A631B6AA}"/>
                </a:ext>
              </a:extLst>
            </p:cNvPr>
            <p:cNvSpPr>
              <a:spLocks/>
            </p:cNvSpPr>
            <p:nvPr/>
          </p:nvSpPr>
          <p:spPr bwMode="auto">
            <a:xfrm>
              <a:off x="0" y="1840"/>
              <a:ext cx="640" cy="368"/>
            </a:xfrm>
            <a:prstGeom prst="rect">
              <a:avLst/>
            </a:prstGeom>
            <a:solidFill>
              <a:srgbClr val="E6E6E6"/>
            </a:solidFill>
            <a:ln w="25400">
              <a:solidFill>
                <a:schemeClr val="tx1"/>
              </a:solidFill>
              <a:miter lim="800000"/>
              <a:headEnd/>
              <a:tailEnd/>
            </a:ln>
          </p:spPr>
          <p:txBody>
            <a:bodyPr lIns="63500" tIns="63500" rIns="203068" bIns="63500" anchor="ctr"/>
            <a:lstStyle>
              <a:lvl1pPr>
                <a:spcBef>
                  <a:spcPts val="1800"/>
                </a:spcBef>
                <a:buClr>
                  <a:srgbClr val="5F7BAE"/>
                </a:buClr>
                <a:buSzPct val="150000"/>
                <a:buFont typeface="Lucida Grande" panose="020B0600040502020204" pitchFamily="34" charset="0"/>
                <a:buChar char="•"/>
                <a:defRPr sz="36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spcBef>
                  <a:spcPts val="1800"/>
                </a:spcBef>
                <a:buSzPct val="150000"/>
                <a:buFont typeface="Lucida Grande" panose="020B0600040502020204" pitchFamily="34" charset="0"/>
                <a:buChar char="•"/>
                <a:defRPr sz="32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spcBef>
                  <a:spcPts val="1800"/>
                </a:spcBef>
                <a:buSzPct val="150000"/>
                <a:buFont typeface="Lucida Grande" panose="020B0600040502020204" pitchFamily="34" charset="0"/>
                <a:buChar char="•"/>
                <a:defRPr sz="28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spcBef>
                  <a:spcPts val="1800"/>
                </a:spcBef>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spcBef>
                  <a:spcPts val="1800"/>
                </a:spcBef>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algn="r" eaLnBrk="1" hangingPunct="1">
                <a:spcBef>
                  <a:spcPct val="0"/>
                </a:spcBef>
                <a:buClrTx/>
                <a:buSzTx/>
                <a:buFontTx/>
                <a:buNone/>
              </a:pPr>
              <a:r>
                <a:rPr lang="en-US" altLang="en-US" sz="2800"/>
                <a:t>4</a:t>
              </a:r>
            </a:p>
          </p:txBody>
        </p:sp>
      </p:grpSp>
      <p:sp>
        <p:nvSpPr>
          <p:cNvPr id="39967" name="Rectangle 31">
            <a:extLst>
              <a:ext uri="{FF2B5EF4-FFF2-40B4-BE49-F238E27FC236}">
                <a16:creationId xmlns:a16="http://schemas.microsoft.com/office/drawing/2014/main" id="{5E634902-5236-AAC3-A56E-F2C5D9832241}"/>
              </a:ext>
            </a:extLst>
          </p:cNvPr>
          <p:cNvSpPr>
            <a:spLocks/>
          </p:cNvSpPr>
          <p:nvPr/>
        </p:nvSpPr>
        <p:spPr bwMode="auto">
          <a:xfrm>
            <a:off x="8445500" y="1917700"/>
            <a:ext cx="1016000" cy="584200"/>
          </a:xfrm>
          <a:prstGeom prst="rect">
            <a:avLst/>
          </a:prstGeom>
          <a:solidFill>
            <a:srgbClr val="3C88DC"/>
          </a:solidFill>
          <a:ln w="25400">
            <a:solidFill>
              <a:schemeClr val="tx1"/>
            </a:solidFill>
            <a:miter lim="800000"/>
            <a:headEnd/>
            <a:tailEnd/>
          </a:ln>
          <a:effectLst>
            <a:outerShdw blurRad="114300" dist="63500" dir="2700000" algn="ctr" rotWithShape="0">
              <a:schemeClr val="bg2">
                <a:alpha val="29999"/>
              </a:schemeClr>
            </a:outerShdw>
          </a:effectLst>
        </p:spPr>
        <p:txBody>
          <a:bodyPr lIns="0" tIns="0" rIns="0" bIns="0" anchor="ctr"/>
          <a:lstStyle/>
          <a:p>
            <a:pPr algn="ctr" eaLnBrk="1" hangingPunct="1">
              <a:tabLst>
                <a:tab pos="1066800" algn="l"/>
              </a:tabLst>
              <a:defRPr/>
            </a:pPr>
            <a:r>
              <a:rPr lang="en-US" sz="3300">
                <a:solidFill>
                  <a:srgbClr val="FFFFFF"/>
                </a:solidFill>
                <a:latin typeface="Gill Sans" pitchFamily="80" charset="0"/>
                <a:ea typeface="Gill Sans" pitchFamily="80" charset="0"/>
                <a:cs typeface="Gill Sans" pitchFamily="80" charset="0"/>
                <a:sym typeface="Gill Sans" pitchFamily="80" charset="0"/>
              </a:rPr>
              <a:t>Fri</a:t>
            </a:r>
          </a:p>
        </p:txBody>
      </p:sp>
      <p:grpSp>
        <p:nvGrpSpPr>
          <p:cNvPr id="39968" name="Group 32">
            <a:extLst>
              <a:ext uri="{FF2B5EF4-FFF2-40B4-BE49-F238E27FC236}">
                <a16:creationId xmlns:a16="http://schemas.microsoft.com/office/drawing/2014/main" id="{587F7CD4-8BA0-2069-AD68-0495EDFDF21F}"/>
              </a:ext>
            </a:extLst>
          </p:cNvPr>
          <p:cNvGrpSpPr>
            <a:grpSpLocks/>
          </p:cNvGrpSpPr>
          <p:nvPr/>
        </p:nvGrpSpPr>
        <p:grpSpPr bwMode="auto">
          <a:xfrm>
            <a:off x="8445500" y="2501900"/>
            <a:ext cx="1016000" cy="3505200"/>
            <a:chOff x="0" y="0"/>
            <a:chExt cx="640" cy="2208"/>
          </a:xfrm>
        </p:grpSpPr>
        <p:sp>
          <p:nvSpPr>
            <p:cNvPr id="76828" name="Rectangle 33">
              <a:extLst>
                <a:ext uri="{FF2B5EF4-FFF2-40B4-BE49-F238E27FC236}">
                  <a16:creationId xmlns:a16="http://schemas.microsoft.com/office/drawing/2014/main" id="{FB8D375D-3F79-5ADE-81B7-190CCF332415}"/>
                </a:ext>
              </a:extLst>
            </p:cNvPr>
            <p:cNvSpPr>
              <a:spLocks/>
            </p:cNvSpPr>
            <p:nvPr/>
          </p:nvSpPr>
          <p:spPr bwMode="auto">
            <a:xfrm>
              <a:off x="0" y="0"/>
              <a:ext cx="640" cy="368"/>
            </a:xfrm>
            <a:prstGeom prst="rect">
              <a:avLst/>
            </a:prstGeom>
            <a:solidFill>
              <a:srgbClr val="E6E6E6"/>
            </a:solidFill>
            <a:ln w="25400">
              <a:solidFill>
                <a:schemeClr val="tx1"/>
              </a:solidFill>
              <a:miter lim="800000"/>
              <a:headEnd/>
              <a:tailEnd/>
            </a:ln>
          </p:spPr>
          <p:txBody>
            <a:bodyPr/>
            <a:lstStyle>
              <a:lvl1pPr>
                <a:spcBef>
                  <a:spcPts val="1800"/>
                </a:spcBef>
                <a:buClr>
                  <a:srgbClr val="5F7BAE"/>
                </a:buClr>
                <a:buSzPct val="150000"/>
                <a:buFont typeface="Lucida Grande" panose="020B0600040502020204" pitchFamily="34" charset="0"/>
                <a:buChar char="•"/>
                <a:defRPr sz="36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spcBef>
                  <a:spcPts val="1800"/>
                </a:spcBef>
                <a:buSzPct val="150000"/>
                <a:buFont typeface="Lucida Grande" panose="020B0600040502020204" pitchFamily="34" charset="0"/>
                <a:buChar char="•"/>
                <a:defRPr sz="32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spcBef>
                  <a:spcPts val="1800"/>
                </a:spcBef>
                <a:buSzPct val="150000"/>
                <a:buFont typeface="Lucida Grande" panose="020B0600040502020204" pitchFamily="34" charset="0"/>
                <a:buChar char="•"/>
                <a:defRPr sz="28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spcBef>
                  <a:spcPts val="1800"/>
                </a:spcBef>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spcBef>
                  <a:spcPts val="1800"/>
                </a:spcBef>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algn="ctr" eaLnBrk="1" hangingPunct="1">
                <a:spcBef>
                  <a:spcPct val="0"/>
                </a:spcBef>
                <a:buClrTx/>
                <a:buSzTx/>
                <a:buFontTx/>
                <a:buNone/>
              </a:pPr>
              <a:endParaRPr lang="en-US" altLang="en-US" sz="3200">
                <a:solidFill>
                  <a:srgbClr val="000000"/>
                </a:solidFill>
              </a:endParaRPr>
            </a:p>
          </p:txBody>
        </p:sp>
        <p:sp>
          <p:nvSpPr>
            <p:cNvPr id="76829" name="Rectangle 34">
              <a:extLst>
                <a:ext uri="{FF2B5EF4-FFF2-40B4-BE49-F238E27FC236}">
                  <a16:creationId xmlns:a16="http://schemas.microsoft.com/office/drawing/2014/main" id="{669E60CF-D519-738F-C44A-4CFB8DD31062}"/>
                </a:ext>
              </a:extLst>
            </p:cNvPr>
            <p:cNvSpPr>
              <a:spLocks/>
            </p:cNvSpPr>
            <p:nvPr/>
          </p:nvSpPr>
          <p:spPr bwMode="auto">
            <a:xfrm>
              <a:off x="0" y="368"/>
              <a:ext cx="640" cy="368"/>
            </a:xfrm>
            <a:prstGeom prst="rect">
              <a:avLst/>
            </a:prstGeom>
            <a:solidFill>
              <a:srgbClr val="E6E6E6"/>
            </a:solidFill>
            <a:ln w="25400">
              <a:solidFill>
                <a:schemeClr val="tx1"/>
              </a:solidFill>
              <a:miter lim="800000"/>
              <a:headEnd/>
              <a:tailEnd/>
            </a:ln>
          </p:spPr>
          <p:txBody>
            <a:bodyPr/>
            <a:lstStyle>
              <a:lvl1pPr>
                <a:spcBef>
                  <a:spcPts val="1800"/>
                </a:spcBef>
                <a:buClr>
                  <a:srgbClr val="5F7BAE"/>
                </a:buClr>
                <a:buSzPct val="150000"/>
                <a:buFont typeface="Lucida Grande" panose="020B0600040502020204" pitchFamily="34" charset="0"/>
                <a:buChar char="•"/>
                <a:defRPr sz="36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spcBef>
                  <a:spcPts val="1800"/>
                </a:spcBef>
                <a:buSzPct val="150000"/>
                <a:buFont typeface="Lucida Grande" panose="020B0600040502020204" pitchFamily="34" charset="0"/>
                <a:buChar char="•"/>
                <a:defRPr sz="32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spcBef>
                  <a:spcPts val="1800"/>
                </a:spcBef>
                <a:buSzPct val="150000"/>
                <a:buFont typeface="Lucida Grande" panose="020B0600040502020204" pitchFamily="34" charset="0"/>
                <a:buChar char="•"/>
                <a:defRPr sz="28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spcBef>
                  <a:spcPts val="1800"/>
                </a:spcBef>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spcBef>
                  <a:spcPts val="1800"/>
                </a:spcBef>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algn="ctr" eaLnBrk="1" hangingPunct="1">
                <a:spcBef>
                  <a:spcPct val="0"/>
                </a:spcBef>
                <a:buClrTx/>
                <a:buSzTx/>
                <a:buFontTx/>
                <a:buNone/>
              </a:pPr>
              <a:endParaRPr lang="en-US" altLang="en-US" sz="3200">
                <a:solidFill>
                  <a:srgbClr val="000000"/>
                </a:solidFill>
              </a:endParaRPr>
            </a:p>
          </p:txBody>
        </p:sp>
        <p:sp>
          <p:nvSpPr>
            <p:cNvPr id="76830" name="Rectangle 35">
              <a:extLst>
                <a:ext uri="{FF2B5EF4-FFF2-40B4-BE49-F238E27FC236}">
                  <a16:creationId xmlns:a16="http://schemas.microsoft.com/office/drawing/2014/main" id="{0AFF60BE-145D-EC91-E25C-32A28B53F64C}"/>
                </a:ext>
              </a:extLst>
            </p:cNvPr>
            <p:cNvSpPr>
              <a:spLocks/>
            </p:cNvSpPr>
            <p:nvPr/>
          </p:nvSpPr>
          <p:spPr bwMode="auto">
            <a:xfrm>
              <a:off x="0" y="736"/>
              <a:ext cx="640" cy="368"/>
            </a:xfrm>
            <a:prstGeom prst="rect">
              <a:avLst/>
            </a:prstGeom>
            <a:solidFill>
              <a:srgbClr val="E6E6E6"/>
            </a:solidFill>
            <a:ln w="25400">
              <a:solidFill>
                <a:schemeClr val="tx1"/>
              </a:solidFill>
              <a:miter lim="800000"/>
              <a:headEnd/>
              <a:tailEnd/>
            </a:ln>
          </p:spPr>
          <p:txBody>
            <a:bodyPr lIns="63500" tIns="63500" rIns="203068" bIns="63500" anchor="ctr"/>
            <a:lstStyle>
              <a:lvl1pPr>
                <a:spcBef>
                  <a:spcPts val="1800"/>
                </a:spcBef>
                <a:buClr>
                  <a:srgbClr val="5F7BAE"/>
                </a:buClr>
                <a:buSzPct val="150000"/>
                <a:buFont typeface="Lucida Grande" panose="020B0600040502020204" pitchFamily="34" charset="0"/>
                <a:buChar char="•"/>
                <a:defRPr sz="36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spcBef>
                  <a:spcPts val="1800"/>
                </a:spcBef>
                <a:buSzPct val="150000"/>
                <a:buFont typeface="Lucida Grande" panose="020B0600040502020204" pitchFamily="34" charset="0"/>
                <a:buChar char="•"/>
                <a:defRPr sz="32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spcBef>
                  <a:spcPts val="1800"/>
                </a:spcBef>
                <a:buSzPct val="150000"/>
                <a:buFont typeface="Lucida Grande" panose="020B0600040502020204" pitchFamily="34" charset="0"/>
                <a:buChar char="•"/>
                <a:defRPr sz="28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spcBef>
                  <a:spcPts val="1800"/>
                </a:spcBef>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spcBef>
                  <a:spcPts val="1800"/>
                </a:spcBef>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algn="r" eaLnBrk="1" hangingPunct="1">
                <a:spcBef>
                  <a:spcPct val="0"/>
                </a:spcBef>
                <a:buClrTx/>
                <a:buSzTx/>
                <a:buFontTx/>
                <a:buNone/>
              </a:pPr>
              <a:r>
                <a:rPr lang="en-US" altLang="en-US" sz="2800"/>
                <a:t>8</a:t>
              </a:r>
            </a:p>
          </p:txBody>
        </p:sp>
        <p:sp>
          <p:nvSpPr>
            <p:cNvPr id="76831" name="Rectangle 36">
              <a:extLst>
                <a:ext uri="{FF2B5EF4-FFF2-40B4-BE49-F238E27FC236}">
                  <a16:creationId xmlns:a16="http://schemas.microsoft.com/office/drawing/2014/main" id="{F6C1439D-B3DD-C3F7-AE03-5ADBCAA0D23A}"/>
                </a:ext>
              </a:extLst>
            </p:cNvPr>
            <p:cNvSpPr>
              <a:spLocks/>
            </p:cNvSpPr>
            <p:nvPr/>
          </p:nvSpPr>
          <p:spPr bwMode="auto">
            <a:xfrm>
              <a:off x="0" y="1104"/>
              <a:ext cx="640" cy="368"/>
            </a:xfrm>
            <a:prstGeom prst="rect">
              <a:avLst/>
            </a:prstGeom>
            <a:solidFill>
              <a:srgbClr val="E6E6E6"/>
            </a:solidFill>
            <a:ln w="25400">
              <a:solidFill>
                <a:schemeClr val="tx1"/>
              </a:solidFill>
              <a:miter lim="800000"/>
              <a:headEnd/>
              <a:tailEnd/>
            </a:ln>
          </p:spPr>
          <p:txBody>
            <a:bodyPr/>
            <a:lstStyle>
              <a:lvl1pPr>
                <a:spcBef>
                  <a:spcPts val="1800"/>
                </a:spcBef>
                <a:buClr>
                  <a:srgbClr val="5F7BAE"/>
                </a:buClr>
                <a:buSzPct val="150000"/>
                <a:buFont typeface="Lucida Grande" panose="020B0600040502020204" pitchFamily="34" charset="0"/>
                <a:buChar char="•"/>
                <a:defRPr sz="36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spcBef>
                  <a:spcPts val="1800"/>
                </a:spcBef>
                <a:buSzPct val="150000"/>
                <a:buFont typeface="Lucida Grande" panose="020B0600040502020204" pitchFamily="34" charset="0"/>
                <a:buChar char="•"/>
                <a:defRPr sz="32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spcBef>
                  <a:spcPts val="1800"/>
                </a:spcBef>
                <a:buSzPct val="150000"/>
                <a:buFont typeface="Lucida Grande" panose="020B0600040502020204" pitchFamily="34" charset="0"/>
                <a:buChar char="•"/>
                <a:defRPr sz="28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spcBef>
                  <a:spcPts val="1800"/>
                </a:spcBef>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spcBef>
                  <a:spcPts val="1800"/>
                </a:spcBef>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algn="ctr" eaLnBrk="1" hangingPunct="1">
                <a:spcBef>
                  <a:spcPct val="0"/>
                </a:spcBef>
                <a:buClrTx/>
                <a:buSzTx/>
                <a:buFontTx/>
                <a:buNone/>
              </a:pPr>
              <a:endParaRPr lang="en-US" altLang="en-US" sz="3200">
                <a:solidFill>
                  <a:srgbClr val="000000"/>
                </a:solidFill>
              </a:endParaRPr>
            </a:p>
          </p:txBody>
        </p:sp>
        <p:sp>
          <p:nvSpPr>
            <p:cNvPr id="76832" name="Rectangle 37">
              <a:extLst>
                <a:ext uri="{FF2B5EF4-FFF2-40B4-BE49-F238E27FC236}">
                  <a16:creationId xmlns:a16="http://schemas.microsoft.com/office/drawing/2014/main" id="{CEB9FDB5-EA40-0C13-FFDA-16B6D814F2E1}"/>
                </a:ext>
              </a:extLst>
            </p:cNvPr>
            <p:cNvSpPr>
              <a:spLocks/>
            </p:cNvSpPr>
            <p:nvPr/>
          </p:nvSpPr>
          <p:spPr bwMode="auto">
            <a:xfrm>
              <a:off x="0" y="1472"/>
              <a:ext cx="640" cy="368"/>
            </a:xfrm>
            <a:prstGeom prst="rect">
              <a:avLst/>
            </a:prstGeom>
            <a:solidFill>
              <a:srgbClr val="E6E6E6"/>
            </a:solidFill>
            <a:ln w="25400">
              <a:solidFill>
                <a:schemeClr val="tx1"/>
              </a:solidFill>
              <a:miter lim="800000"/>
              <a:headEnd/>
              <a:tailEnd/>
            </a:ln>
          </p:spPr>
          <p:txBody>
            <a:bodyPr lIns="63500" tIns="63500" rIns="203068" bIns="63500" anchor="ctr"/>
            <a:lstStyle>
              <a:lvl1pPr>
                <a:spcBef>
                  <a:spcPts val="1800"/>
                </a:spcBef>
                <a:buClr>
                  <a:srgbClr val="5F7BAE"/>
                </a:buClr>
                <a:buSzPct val="150000"/>
                <a:buFont typeface="Lucida Grande" panose="020B0600040502020204" pitchFamily="34" charset="0"/>
                <a:buChar char="•"/>
                <a:defRPr sz="36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spcBef>
                  <a:spcPts val="1800"/>
                </a:spcBef>
                <a:buSzPct val="150000"/>
                <a:buFont typeface="Lucida Grande" panose="020B0600040502020204" pitchFamily="34" charset="0"/>
                <a:buChar char="•"/>
                <a:defRPr sz="32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spcBef>
                  <a:spcPts val="1800"/>
                </a:spcBef>
                <a:buSzPct val="150000"/>
                <a:buFont typeface="Lucida Grande" panose="020B0600040502020204" pitchFamily="34" charset="0"/>
                <a:buChar char="•"/>
                <a:defRPr sz="28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spcBef>
                  <a:spcPts val="1800"/>
                </a:spcBef>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spcBef>
                  <a:spcPts val="1800"/>
                </a:spcBef>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algn="r" eaLnBrk="1" hangingPunct="1">
                <a:spcBef>
                  <a:spcPct val="0"/>
                </a:spcBef>
                <a:buClrTx/>
                <a:buSzTx/>
                <a:buFontTx/>
                <a:buNone/>
              </a:pPr>
              <a:r>
                <a:rPr lang="en-US" altLang="en-US" sz="2800"/>
                <a:t>8</a:t>
              </a:r>
            </a:p>
          </p:txBody>
        </p:sp>
        <p:sp>
          <p:nvSpPr>
            <p:cNvPr id="76833" name="Rectangle 38">
              <a:extLst>
                <a:ext uri="{FF2B5EF4-FFF2-40B4-BE49-F238E27FC236}">
                  <a16:creationId xmlns:a16="http://schemas.microsoft.com/office/drawing/2014/main" id="{97AE5DAB-10F1-F324-C6E1-61CD51032E5E}"/>
                </a:ext>
              </a:extLst>
            </p:cNvPr>
            <p:cNvSpPr>
              <a:spLocks/>
            </p:cNvSpPr>
            <p:nvPr/>
          </p:nvSpPr>
          <p:spPr bwMode="auto">
            <a:xfrm>
              <a:off x="0" y="1840"/>
              <a:ext cx="640" cy="368"/>
            </a:xfrm>
            <a:prstGeom prst="rect">
              <a:avLst/>
            </a:prstGeom>
            <a:solidFill>
              <a:srgbClr val="E6E6E6"/>
            </a:solidFill>
            <a:ln w="25400">
              <a:solidFill>
                <a:schemeClr val="tx1"/>
              </a:solidFill>
              <a:miter lim="800000"/>
              <a:headEnd/>
              <a:tailEnd/>
            </a:ln>
          </p:spPr>
          <p:txBody>
            <a:bodyPr/>
            <a:lstStyle>
              <a:lvl1pPr>
                <a:spcBef>
                  <a:spcPts val="1800"/>
                </a:spcBef>
                <a:buClr>
                  <a:srgbClr val="5F7BAE"/>
                </a:buClr>
                <a:buSzPct val="150000"/>
                <a:buFont typeface="Lucida Grande" panose="020B0600040502020204" pitchFamily="34" charset="0"/>
                <a:buChar char="•"/>
                <a:defRPr sz="36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spcBef>
                  <a:spcPts val="1800"/>
                </a:spcBef>
                <a:buSzPct val="150000"/>
                <a:buFont typeface="Lucida Grande" panose="020B0600040502020204" pitchFamily="34" charset="0"/>
                <a:buChar char="•"/>
                <a:defRPr sz="32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spcBef>
                  <a:spcPts val="1800"/>
                </a:spcBef>
                <a:buSzPct val="150000"/>
                <a:buFont typeface="Lucida Grande" panose="020B0600040502020204" pitchFamily="34" charset="0"/>
                <a:buChar char="•"/>
                <a:defRPr sz="28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spcBef>
                  <a:spcPts val="1800"/>
                </a:spcBef>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spcBef>
                  <a:spcPts val="1800"/>
                </a:spcBef>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algn="ctr" eaLnBrk="1" hangingPunct="1">
                <a:spcBef>
                  <a:spcPct val="0"/>
                </a:spcBef>
                <a:buClrTx/>
                <a:buSzTx/>
                <a:buFontTx/>
                <a:buNone/>
              </a:pPr>
              <a:endParaRPr lang="en-US" altLang="en-US" sz="3200">
                <a:solidFill>
                  <a:srgbClr val="000000"/>
                </a:solidFill>
              </a:endParaRPr>
            </a:p>
          </p:txBody>
        </p:sp>
      </p:grpSp>
      <p:grpSp>
        <p:nvGrpSpPr>
          <p:cNvPr id="39975" name="Group 39">
            <a:extLst>
              <a:ext uri="{FF2B5EF4-FFF2-40B4-BE49-F238E27FC236}">
                <a16:creationId xmlns:a16="http://schemas.microsoft.com/office/drawing/2014/main" id="{5747ECED-5A5A-2BE9-28A2-97870BD40405}"/>
              </a:ext>
            </a:extLst>
          </p:cNvPr>
          <p:cNvGrpSpPr>
            <a:grpSpLocks/>
          </p:cNvGrpSpPr>
          <p:nvPr/>
        </p:nvGrpSpPr>
        <p:grpSpPr bwMode="auto">
          <a:xfrm>
            <a:off x="698500" y="2501900"/>
            <a:ext cx="6731000" cy="3505200"/>
            <a:chOff x="0" y="0"/>
            <a:chExt cx="4240" cy="2208"/>
          </a:xfrm>
        </p:grpSpPr>
        <p:sp>
          <p:nvSpPr>
            <p:cNvPr id="76819" name="Rectangle 40">
              <a:extLst>
                <a:ext uri="{FF2B5EF4-FFF2-40B4-BE49-F238E27FC236}">
                  <a16:creationId xmlns:a16="http://schemas.microsoft.com/office/drawing/2014/main" id="{8EDE7DA2-EE79-F073-8FE1-622E60B47214}"/>
                </a:ext>
              </a:extLst>
            </p:cNvPr>
            <p:cNvSpPr>
              <a:spLocks/>
            </p:cNvSpPr>
            <p:nvPr/>
          </p:nvSpPr>
          <p:spPr bwMode="auto">
            <a:xfrm>
              <a:off x="0" y="1840"/>
              <a:ext cx="2320" cy="368"/>
            </a:xfrm>
            <a:prstGeom prst="rect">
              <a:avLst/>
            </a:prstGeom>
            <a:solidFill>
              <a:srgbClr val="E6E6E6"/>
            </a:solidFill>
            <a:ln w="25400">
              <a:solidFill>
                <a:schemeClr val="tx1"/>
              </a:solidFill>
              <a:miter lim="800000"/>
              <a:headEnd/>
              <a:tailEnd/>
            </a:ln>
          </p:spPr>
          <p:txBody>
            <a:bodyPr lIns="63500" tIns="63500" rIns="63500" bIns="63500" anchor="ctr"/>
            <a:lstStyle>
              <a:lvl1pPr>
                <a:spcBef>
                  <a:spcPts val="1800"/>
                </a:spcBef>
                <a:buClr>
                  <a:srgbClr val="5F7BAE"/>
                </a:buClr>
                <a:buSzPct val="150000"/>
                <a:buFont typeface="Lucida Grande" panose="020B0600040502020204" pitchFamily="34" charset="0"/>
                <a:buChar char="•"/>
                <a:defRPr sz="36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spcBef>
                  <a:spcPts val="1800"/>
                </a:spcBef>
                <a:buSzPct val="150000"/>
                <a:buFont typeface="Lucida Grande" panose="020B0600040502020204" pitchFamily="34" charset="0"/>
                <a:buChar char="•"/>
                <a:defRPr sz="32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spcBef>
                  <a:spcPts val="1800"/>
                </a:spcBef>
                <a:buSzPct val="150000"/>
                <a:buFont typeface="Lucida Grande" panose="020B0600040502020204" pitchFamily="34" charset="0"/>
                <a:buChar char="•"/>
                <a:defRPr sz="28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spcBef>
                  <a:spcPts val="1800"/>
                </a:spcBef>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spcBef>
                  <a:spcPts val="1800"/>
                </a:spcBef>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eaLnBrk="1" hangingPunct="1">
                <a:spcBef>
                  <a:spcPct val="0"/>
                </a:spcBef>
                <a:buClrTx/>
                <a:buSzTx/>
                <a:buFontTx/>
                <a:buNone/>
              </a:pPr>
              <a:r>
                <a:rPr lang="en-US" altLang="en-US" sz="2400"/>
                <a:t>Add error logging</a:t>
              </a:r>
            </a:p>
          </p:txBody>
        </p:sp>
        <p:sp>
          <p:nvSpPr>
            <p:cNvPr id="76820" name="Rectangle 41">
              <a:extLst>
                <a:ext uri="{FF2B5EF4-FFF2-40B4-BE49-F238E27FC236}">
                  <a16:creationId xmlns:a16="http://schemas.microsoft.com/office/drawing/2014/main" id="{8A3B0D46-4217-F5BA-0388-858F3484B4CD}"/>
                </a:ext>
              </a:extLst>
            </p:cNvPr>
            <p:cNvSpPr>
              <a:spLocks/>
            </p:cNvSpPr>
            <p:nvPr/>
          </p:nvSpPr>
          <p:spPr bwMode="auto">
            <a:xfrm>
              <a:off x="2320" y="1840"/>
              <a:ext cx="640" cy="368"/>
            </a:xfrm>
            <a:prstGeom prst="rect">
              <a:avLst/>
            </a:prstGeom>
            <a:solidFill>
              <a:srgbClr val="E6E6E6"/>
            </a:solidFill>
            <a:ln w="25400">
              <a:solidFill>
                <a:schemeClr val="tx1"/>
              </a:solidFill>
              <a:miter lim="800000"/>
              <a:headEnd/>
              <a:tailEnd/>
            </a:ln>
          </p:spPr>
          <p:txBody>
            <a:bodyPr/>
            <a:lstStyle>
              <a:lvl1pPr>
                <a:spcBef>
                  <a:spcPts val="1800"/>
                </a:spcBef>
                <a:buClr>
                  <a:srgbClr val="5F7BAE"/>
                </a:buClr>
                <a:buSzPct val="150000"/>
                <a:buFont typeface="Lucida Grande" panose="020B0600040502020204" pitchFamily="34" charset="0"/>
                <a:buChar char="•"/>
                <a:defRPr sz="36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spcBef>
                  <a:spcPts val="1800"/>
                </a:spcBef>
                <a:buSzPct val="150000"/>
                <a:buFont typeface="Lucida Grande" panose="020B0600040502020204" pitchFamily="34" charset="0"/>
                <a:buChar char="•"/>
                <a:defRPr sz="32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spcBef>
                  <a:spcPts val="1800"/>
                </a:spcBef>
                <a:buSzPct val="150000"/>
                <a:buFont typeface="Lucida Grande" panose="020B0600040502020204" pitchFamily="34" charset="0"/>
                <a:buChar char="•"/>
                <a:defRPr sz="28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spcBef>
                  <a:spcPts val="1800"/>
                </a:spcBef>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spcBef>
                  <a:spcPts val="1800"/>
                </a:spcBef>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algn="ctr" eaLnBrk="1" hangingPunct="1">
                <a:spcBef>
                  <a:spcPct val="0"/>
                </a:spcBef>
                <a:buClrTx/>
                <a:buSzTx/>
                <a:buFontTx/>
                <a:buNone/>
              </a:pPr>
              <a:endParaRPr lang="en-US" altLang="en-US" sz="3200">
                <a:solidFill>
                  <a:srgbClr val="000000"/>
                </a:solidFill>
              </a:endParaRPr>
            </a:p>
          </p:txBody>
        </p:sp>
        <p:sp>
          <p:nvSpPr>
            <p:cNvPr id="76821" name="Rectangle 42">
              <a:extLst>
                <a:ext uri="{FF2B5EF4-FFF2-40B4-BE49-F238E27FC236}">
                  <a16:creationId xmlns:a16="http://schemas.microsoft.com/office/drawing/2014/main" id="{421AEDF0-DE8E-F0AF-5FB2-CD87F9283EF3}"/>
                </a:ext>
              </a:extLst>
            </p:cNvPr>
            <p:cNvSpPr>
              <a:spLocks/>
            </p:cNvSpPr>
            <p:nvPr/>
          </p:nvSpPr>
          <p:spPr bwMode="auto">
            <a:xfrm>
              <a:off x="2960" y="1840"/>
              <a:ext cx="640" cy="368"/>
            </a:xfrm>
            <a:prstGeom prst="rect">
              <a:avLst/>
            </a:prstGeom>
            <a:solidFill>
              <a:srgbClr val="E6E6E6"/>
            </a:solidFill>
            <a:ln w="25400">
              <a:solidFill>
                <a:schemeClr val="tx1"/>
              </a:solidFill>
              <a:miter lim="800000"/>
              <a:headEnd/>
              <a:tailEnd/>
            </a:ln>
          </p:spPr>
          <p:txBody>
            <a:bodyPr/>
            <a:lstStyle>
              <a:lvl1pPr>
                <a:spcBef>
                  <a:spcPts val="1800"/>
                </a:spcBef>
                <a:buClr>
                  <a:srgbClr val="5F7BAE"/>
                </a:buClr>
                <a:buSzPct val="150000"/>
                <a:buFont typeface="Lucida Grande" panose="020B0600040502020204" pitchFamily="34" charset="0"/>
                <a:buChar char="•"/>
                <a:defRPr sz="36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spcBef>
                  <a:spcPts val="1800"/>
                </a:spcBef>
                <a:buSzPct val="150000"/>
                <a:buFont typeface="Lucida Grande" panose="020B0600040502020204" pitchFamily="34" charset="0"/>
                <a:buChar char="•"/>
                <a:defRPr sz="32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spcBef>
                  <a:spcPts val="1800"/>
                </a:spcBef>
                <a:buSzPct val="150000"/>
                <a:buFont typeface="Lucida Grande" panose="020B0600040502020204" pitchFamily="34" charset="0"/>
                <a:buChar char="•"/>
                <a:defRPr sz="28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spcBef>
                  <a:spcPts val="1800"/>
                </a:spcBef>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spcBef>
                  <a:spcPts val="1800"/>
                </a:spcBef>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algn="ctr" eaLnBrk="1" hangingPunct="1">
                <a:spcBef>
                  <a:spcPct val="0"/>
                </a:spcBef>
                <a:buClrTx/>
                <a:buSzTx/>
                <a:buFontTx/>
                <a:buNone/>
              </a:pPr>
              <a:endParaRPr lang="en-US" altLang="en-US" sz="3200">
                <a:solidFill>
                  <a:srgbClr val="000000"/>
                </a:solidFill>
              </a:endParaRPr>
            </a:p>
          </p:txBody>
        </p:sp>
        <p:sp>
          <p:nvSpPr>
            <p:cNvPr id="76822" name="Rectangle 43">
              <a:extLst>
                <a:ext uri="{FF2B5EF4-FFF2-40B4-BE49-F238E27FC236}">
                  <a16:creationId xmlns:a16="http://schemas.microsoft.com/office/drawing/2014/main" id="{73EFD6AA-AEB4-5F53-C859-DF3EB647BB3A}"/>
                </a:ext>
              </a:extLst>
            </p:cNvPr>
            <p:cNvSpPr>
              <a:spLocks/>
            </p:cNvSpPr>
            <p:nvPr/>
          </p:nvSpPr>
          <p:spPr bwMode="auto">
            <a:xfrm>
              <a:off x="3600" y="0"/>
              <a:ext cx="640" cy="368"/>
            </a:xfrm>
            <a:prstGeom prst="rect">
              <a:avLst/>
            </a:prstGeom>
            <a:solidFill>
              <a:srgbClr val="E6E6E6"/>
            </a:solidFill>
            <a:ln w="25400">
              <a:solidFill>
                <a:schemeClr val="tx1"/>
              </a:solidFill>
              <a:miter lim="800000"/>
              <a:headEnd/>
              <a:tailEnd/>
            </a:ln>
          </p:spPr>
          <p:txBody>
            <a:bodyPr lIns="63500" tIns="63500" rIns="203068" bIns="63500" anchor="ctr"/>
            <a:lstStyle>
              <a:lvl1pPr>
                <a:spcBef>
                  <a:spcPts val="1800"/>
                </a:spcBef>
                <a:buClr>
                  <a:srgbClr val="5F7BAE"/>
                </a:buClr>
                <a:buSzPct val="150000"/>
                <a:buFont typeface="Lucida Grande" panose="020B0600040502020204" pitchFamily="34" charset="0"/>
                <a:buChar char="•"/>
                <a:defRPr sz="36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spcBef>
                  <a:spcPts val="1800"/>
                </a:spcBef>
                <a:buSzPct val="150000"/>
                <a:buFont typeface="Lucida Grande" panose="020B0600040502020204" pitchFamily="34" charset="0"/>
                <a:buChar char="•"/>
                <a:defRPr sz="32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spcBef>
                  <a:spcPts val="1800"/>
                </a:spcBef>
                <a:buSzPct val="150000"/>
                <a:buFont typeface="Lucida Grande" panose="020B0600040502020204" pitchFamily="34" charset="0"/>
                <a:buChar char="•"/>
                <a:defRPr sz="28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spcBef>
                  <a:spcPts val="1800"/>
                </a:spcBef>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spcBef>
                  <a:spcPts val="1800"/>
                </a:spcBef>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algn="r" eaLnBrk="1" hangingPunct="1">
                <a:spcBef>
                  <a:spcPct val="0"/>
                </a:spcBef>
                <a:buClrTx/>
                <a:buSzTx/>
                <a:buFontTx/>
                <a:buNone/>
              </a:pPr>
              <a:r>
                <a:rPr lang="en-US" altLang="en-US" sz="2800"/>
                <a:t>8</a:t>
              </a:r>
            </a:p>
          </p:txBody>
        </p:sp>
        <p:sp>
          <p:nvSpPr>
            <p:cNvPr id="76823" name="Rectangle 44">
              <a:extLst>
                <a:ext uri="{FF2B5EF4-FFF2-40B4-BE49-F238E27FC236}">
                  <a16:creationId xmlns:a16="http://schemas.microsoft.com/office/drawing/2014/main" id="{58CB4615-3F58-97DC-6B76-C1AE1E61FD91}"/>
                </a:ext>
              </a:extLst>
            </p:cNvPr>
            <p:cNvSpPr>
              <a:spLocks/>
            </p:cNvSpPr>
            <p:nvPr/>
          </p:nvSpPr>
          <p:spPr bwMode="auto">
            <a:xfrm>
              <a:off x="3600" y="368"/>
              <a:ext cx="640" cy="368"/>
            </a:xfrm>
            <a:prstGeom prst="rect">
              <a:avLst/>
            </a:prstGeom>
            <a:solidFill>
              <a:srgbClr val="E6E6E6"/>
            </a:solidFill>
            <a:ln w="25400">
              <a:solidFill>
                <a:schemeClr val="tx1"/>
              </a:solidFill>
              <a:miter lim="800000"/>
              <a:headEnd/>
              <a:tailEnd/>
            </a:ln>
          </p:spPr>
          <p:txBody>
            <a:bodyPr lIns="63500" tIns="63500" rIns="203068" bIns="63500" anchor="ctr"/>
            <a:lstStyle>
              <a:lvl1pPr>
                <a:spcBef>
                  <a:spcPts val="1800"/>
                </a:spcBef>
                <a:buClr>
                  <a:srgbClr val="5F7BAE"/>
                </a:buClr>
                <a:buSzPct val="150000"/>
                <a:buFont typeface="Lucida Grande" panose="020B0600040502020204" pitchFamily="34" charset="0"/>
                <a:buChar char="•"/>
                <a:defRPr sz="36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spcBef>
                  <a:spcPts val="1800"/>
                </a:spcBef>
                <a:buSzPct val="150000"/>
                <a:buFont typeface="Lucida Grande" panose="020B0600040502020204" pitchFamily="34" charset="0"/>
                <a:buChar char="•"/>
                <a:defRPr sz="32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spcBef>
                  <a:spcPts val="1800"/>
                </a:spcBef>
                <a:buSzPct val="150000"/>
                <a:buFont typeface="Lucida Grande" panose="020B0600040502020204" pitchFamily="34" charset="0"/>
                <a:buChar char="•"/>
                <a:defRPr sz="28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spcBef>
                  <a:spcPts val="1800"/>
                </a:spcBef>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spcBef>
                  <a:spcPts val="1800"/>
                </a:spcBef>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algn="r" eaLnBrk="1" hangingPunct="1">
                <a:spcBef>
                  <a:spcPct val="0"/>
                </a:spcBef>
                <a:buClrTx/>
                <a:buSzTx/>
                <a:buFontTx/>
                <a:buNone/>
              </a:pPr>
              <a:r>
                <a:rPr lang="en-US" altLang="en-US" sz="2800"/>
                <a:t>10</a:t>
              </a:r>
            </a:p>
          </p:txBody>
        </p:sp>
        <p:sp>
          <p:nvSpPr>
            <p:cNvPr id="76824" name="Rectangle 45">
              <a:extLst>
                <a:ext uri="{FF2B5EF4-FFF2-40B4-BE49-F238E27FC236}">
                  <a16:creationId xmlns:a16="http://schemas.microsoft.com/office/drawing/2014/main" id="{69F0CDFC-5308-5DA2-FD3B-7BFF2771DCB1}"/>
                </a:ext>
              </a:extLst>
            </p:cNvPr>
            <p:cNvSpPr>
              <a:spLocks/>
            </p:cNvSpPr>
            <p:nvPr/>
          </p:nvSpPr>
          <p:spPr bwMode="auto">
            <a:xfrm>
              <a:off x="3600" y="736"/>
              <a:ext cx="640" cy="368"/>
            </a:xfrm>
            <a:prstGeom prst="rect">
              <a:avLst/>
            </a:prstGeom>
            <a:solidFill>
              <a:srgbClr val="E6E6E6"/>
            </a:solidFill>
            <a:ln w="25400">
              <a:solidFill>
                <a:schemeClr val="tx1"/>
              </a:solidFill>
              <a:miter lim="800000"/>
              <a:headEnd/>
              <a:tailEnd/>
            </a:ln>
          </p:spPr>
          <p:txBody>
            <a:bodyPr lIns="63500" tIns="63500" rIns="203068" bIns="63500" anchor="ctr"/>
            <a:lstStyle>
              <a:lvl1pPr>
                <a:spcBef>
                  <a:spcPts val="1800"/>
                </a:spcBef>
                <a:buClr>
                  <a:srgbClr val="5F7BAE"/>
                </a:buClr>
                <a:buSzPct val="150000"/>
                <a:buFont typeface="Lucida Grande" panose="020B0600040502020204" pitchFamily="34" charset="0"/>
                <a:buChar char="•"/>
                <a:defRPr sz="36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spcBef>
                  <a:spcPts val="1800"/>
                </a:spcBef>
                <a:buSzPct val="150000"/>
                <a:buFont typeface="Lucida Grande" panose="020B0600040502020204" pitchFamily="34" charset="0"/>
                <a:buChar char="•"/>
                <a:defRPr sz="32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spcBef>
                  <a:spcPts val="1800"/>
                </a:spcBef>
                <a:buSzPct val="150000"/>
                <a:buFont typeface="Lucida Grande" panose="020B0600040502020204" pitchFamily="34" charset="0"/>
                <a:buChar char="•"/>
                <a:defRPr sz="28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spcBef>
                  <a:spcPts val="1800"/>
                </a:spcBef>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spcBef>
                  <a:spcPts val="1800"/>
                </a:spcBef>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algn="r" eaLnBrk="1" hangingPunct="1">
                <a:spcBef>
                  <a:spcPct val="0"/>
                </a:spcBef>
                <a:buClrTx/>
                <a:buSzTx/>
                <a:buFontTx/>
                <a:buNone/>
              </a:pPr>
              <a:r>
                <a:rPr lang="en-US" altLang="en-US" sz="2800"/>
                <a:t>16</a:t>
              </a:r>
            </a:p>
          </p:txBody>
        </p:sp>
        <p:sp>
          <p:nvSpPr>
            <p:cNvPr id="76825" name="Rectangle 46">
              <a:extLst>
                <a:ext uri="{FF2B5EF4-FFF2-40B4-BE49-F238E27FC236}">
                  <a16:creationId xmlns:a16="http://schemas.microsoft.com/office/drawing/2014/main" id="{ED4C7CED-BC4C-0A13-4B10-82353DF0A8A1}"/>
                </a:ext>
              </a:extLst>
            </p:cNvPr>
            <p:cNvSpPr>
              <a:spLocks/>
            </p:cNvSpPr>
            <p:nvPr/>
          </p:nvSpPr>
          <p:spPr bwMode="auto">
            <a:xfrm>
              <a:off x="3600" y="1104"/>
              <a:ext cx="640" cy="368"/>
            </a:xfrm>
            <a:prstGeom prst="rect">
              <a:avLst/>
            </a:prstGeom>
            <a:solidFill>
              <a:srgbClr val="E6E6E6"/>
            </a:solidFill>
            <a:ln w="25400">
              <a:solidFill>
                <a:schemeClr val="tx1"/>
              </a:solidFill>
              <a:miter lim="800000"/>
              <a:headEnd/>
              <a:tailEnd/>
            </a:ln>
          </p:spPr>
          <p:txBody>
            <a:bodyPr/>
            <a:lstStyle>
              <a:lvl1pPr>
                <a:spcBef>
                  <a:spcPts val="1800"/>
                </a:spcBef>
                <a:buClr>
                  <a:srgbClr val="5F7BAE"/>
                </a:buClr>
                <a:buSzPct val="150000"/>
                <a:buFont typeface="Lucida Grande" panose="020B0600040502020204" pitchFamily="34" charset="0"/>
                <a:buChar char="•"/>
                <a:defRPr sz="36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spcBef>
                  <a:spcPts val="1800"/>
                </a:spcBef>
                <a:buSzPct val="150000"/>
                <a:buFont typeface="Lucida Grande" panose="020B0600040502020204" pitchFamily="34" charset="0"/>
                <a:buChar char="•"/>
                <a:defRPr sz="32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spcBef>
                  <a:spcPts val="1800"/>
                </a:spcBef>
                <a:buSzPct val="150000"/>
                <a:buFont typeface="Lucida Grande" panose="020B0600040502020204" pitchFamily="34" charset="0"/>
                <a:buChar char="•"/>
                <a:defRPr sz="28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spcBef>
                  <a:spcPts val="1800"/>
                </a:spcBef>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spcBef>
                  <a:spcPts val="1800"/>
                </a:spcBef>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algn="ctr" eaLnBrk="1" hangingPunct="1">
                <a:spcBef>
                  <a:spcPct val="0"/>
                </a:spcBef>
                <a:buClrTx/>
                <a:buSzTx/>
                <a:buFontTx/>
                <a:buNone/>
              </a:pPr>
              <a:endParaRPr lang="en-US" altLang="en-US" sz="3200">
                <a:solidFill>
                  <a:srgbClr val="000000"/>
                </a:solidFill>
              </a:endParaRPr>
            </a:p>
          </p:txBody>
        </p:sp>
        <p:sp>
          <p:nvSpPr>
            <p:cNvPr id="76826" name="Rectangle 47">
              <a:extLst>
                <a:ext uri="{FF2B5EF4-FFF2-40B4-BE49-F238E27FC236}">
                  <a16:creationId xmlns:a16="http://schemas.microsoft.com/office/drawing/2014/main" id="{FF8BA26D-A77B-5EB5-47B2-4FBE679CAC54}"/>
                </a:ext>
              </a:extLst>
            </p:cNvPr>
            <p:cNvSpPr>
              <a:spLocks/>
            </p:cNvSpPr>
            <p:nvPr/>
          </p:nvSpPr>
          <p:spPr bwMode="auto">
            <a:xfrm>
              <a:off x="3600" y="1472"/>
              <a:ext cx="640" cy="368"/>
            </a:xfrm>
            <a:prstGeom prst="rect">
              <a:avLst/>
            </a:prstGeom>
            <a:solidFill>
              <a:srgbClr val="E6E6E6"/>
            </a:solidFill>
            <a:ln w="25400">
              <a:solidFill>
                <a:schemeClr val="tx1"/>
              </a:solidFill>
              <a:miter lim="800000"/>
              <a:headEnd/>
              <a:tailEnd/>
            </a:ln>
          </p:spPr>
          <p:txBody>
            <a:bodyPr lIns="63500" tIns="63500" rIns="203068" bIns="63500" anchor="ctr"/>
            <a:lstStyle>
              <a:lvl1pPr>
                <a:spcBef>
                  <a:spcPts val="1800"/>
                </a:spcBef>
                <a:buClr>
                  <a:srgbClr val="5F7BAE"/>
                </a:buClr>
                <a:buSzPct val="150000"/>
                <a:buFont typeface="Lucida Grande" panose="020B0600040502020204" pitchFamily="34" charset="0"/>
                <a:buChar char="•"/>
                <a:defRPr sz="36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spcBef>
                  <a:spcPts val="1800"/>
                </a:spcBef>
                <a:buSzPct val="150000"/>
                <a:buFont typeface="Lucida Grande" panose="020B0600040502020204" pitchFamily="34" charset="0"/>
                <a:buChar char="•"/>
                <a:defRPr sz="32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spcBef>
                  <a:spcPts val="1800"/>
                </a:spcBef>
                <a:buSzPct val="150000"/>
                <a:buFont typeface="Lucida Grande" panose="020B0600040502020204" pitchFamily="34" charset="0"/>
                <a:buChar char="•"/>
                <a:defRPr sz="28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spcBef>
                  <a:spcPts val="1800"/>
                </a:spcBef>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spcBef>
                  <a:spcPts val="1800"/>
                </a:spcBef>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algn="r" eaLnBrk="1" hangingPunct="1">
                <a:spcBef>
                  <a:spcPct val="0"/>
                </a:spcBef>
                <a:buClrTx/>
                <a:buSzTx/>
                <a:buFontTx/>
                <a:buNone/>
              </a:pPr>
              <a:r>
                <a:rPr lang="en-US" altLang="en-US" sz="2800"/>
                <a:t>8</a:t>
              </a:r>
            </a:p>
          </p:txBody>
        </p:sp>
        <p:sp>
          <p:nvSpPr>
            <p:cNvPr id="76827" name="Rectangle 48">
              <a:extLst>
                <a:ext uri="{FF2B5EF4-FFF2-40B4-BE49-F238E27FC236}">
                  <a16:creationId xmlns:a16="http://schemas.microsoft.com/office/drawing/2014/main" id="{2A2D5D87-065A-5112-D6CA-5F15FF779279}"/>
                </a:ext>
              </a:extLst>
            </p:cNvPr>
            <p:cNvSpPr>
              <a:spLocks/>
            </p:cNvSpPr>
            <p:nvPr/>
          </p:nvSpPr>
          <p:spPr bwMode="auto">
            <a:xfrm>
              <a:off x="3600" y="1840"/>
              <a:ext cx="640" cy="368"/>
            </a:xfrm>
            <a:prstGeom prst="rect">
              <a:avLst/>
            </a:prstGeom>
            <a:solidFill>
              <a:srgbClr val="E6E6E6"/>
            </a:solidFill>
            <a:ln w="25400">
              <a:solidFill>
                <a:schemeClr val="tx1"/>
              </a:solidFill>
              <a:miter lim="800000"/>
              <a:headEnd/>
              <a:tailEnd/>
            </a:ln>
          </p:spPr>
          <p:txBody>
            <a:bodyPr lIns="63500" tIns="63500" rIns="203068" bIns="63500" anchor="ctr"/>
            <a:lstStyle>
              <a:lvl1pPr>
                <a:spcBef>
                  <a:spcPts val="1800"/>
                </a:spcBef>
                <a:buClr>
                  <a:srgbClr val="5F7BAE"/>
                </a:buClr>
                <a:buSzPct val="150000"/>
                <a:buFont typeface="Lucida Grande" panose="020B0600040502020204" pitchFamily="34" charset="0"/>
                <a:buChar char="•"/>
                <a:defRPr sz="36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spcBef>
                  <a:spcPts val="1800"/>
                </a:spcBef>
                <a:buSzPct val="150000"/>
                <a:buFont typeface="Lucida Grande" panose="020B0600040502020204" pitchFamily="34" charset="0"/>
                <a:buChar char="•"/>
                <a:defRPr sz="32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spcBef>
                  <a:spcPts val="1800"/>
                </a:spcBef>
                <a:buSzPct val="150000"/>
                <a:buFont typeface="Lucida Grande" panose="020B0600040502020204" pitchFamily="34" charset="0"/>
                <a:buChar char="•"/>
                <a:defRPr sz="28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spcBef>
                  <a:spcPts val="1800"/>
                </a:spcBef>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spcBef>
                  <a:spcPts val="1800"/>
                </a:spcBef>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algn="r" eaLnBrk="1" hangingPunct="1">
                <a:spcBef>
                  <a:spcPct val="0"/>
                </a:spcBef>
                <a:buClrTx/>
                <a:buSzTx/>
                <a:buFontTx/>
                <a:buNone/>
              </a:pPr>
              <a:r>
                <a:rPr lang="en-US" altLang="en-US" sz="2800"/>
                <a:t>8</a:t>
              </a:r>
            </a:p>
          </p:txBody>
        </p:sp>
      </p:grpSp>
    </p:spTree>
  </p:cSld>
  <p:clrMapOvr>
    <a:masterClrMapping/>
  </p:clrMapOvr>
  <p:transition spd="med">
    <p:dissolv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3995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39975"/>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39960"/>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3996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1">
            <a:extLst>
              <a:ext uri="{FF2B5EF4-FFF2-40B4-BE49-F238E27FC236}">
                <a16:creationId xmlns:a16="http://schemas.microsoft.com/office/drawing/2014/main" id="{4A661D5B-EC22-397E-EB84-1808158EC010}"/>
              </a:ext>
            </a:extLst>
          </p:cNvPr>
          <p:cNvSpPr>
            <a:spLocks/>
          </p:cNvSpPr>
          <p:nvPr/>
        </p:nvSpPr>
        <p:spPr bwMode="auto">
          <a:xfrm>
            <a:off x="381000" y="1333500"/>
            <a:ext cx="9385300" cy="5689600"/>
          </a:xfrm>
          <a:prstGeom prst="rect">
            <a:avLst/>
          </a:prstGeom>
          <a:blipFill dpi="0" rotWithShape="0">
            <a:blip r:embed="rId3"/>
            <a:srcRect/>
            <a:tile tx="0" ty="0" sx="100000" sy="100000" flip="none" algn="tl"/>
          </a:blipFill>
          <a:ln w="9525">
            <a:solidFill>
              <a:srgbClr val="8E8E8E"/>
            </a:solidFill>
            <a:miter lim="800000"/>
            <a:headEnd/>
            <a:tailEnd/>
          </a:ln>
          <a:effectLst>
            <a:outerShdw blurRad="76200" dist="50800" dir="21480060" algn="ctr" rotWithShape="0">
              <a:schemeClr val="bg2">
                <a:alpha val="39998"/>
              </a:schemeClr>
            </a:outerShdw>
          </a:effectLst>
        </p:spPr>
        <p:txBody>
          <a:bodyPr/>
          <a:lstStyle/>
          <a:p>
            <a:pPr algn="ctr" eaLnBrk="1" hangingPunct="1">
              <a:defRPr/>
            </a:pPr>
            <a:endParaRPr lang="en-US">
              <a:latin typeface="Gill Sans" pitchFamily="80" charset="0"/>
              <a:ea typeface="ヒラギノ角ゴ Pro W3" pitchFamily="80" charset="-128"/>
              <a:sym typeface="Gill Sans" pitchFamily="80" charset="0"/>
            </a:endParaRPr>
          </a:p>
        </p:txBody>
      </p:sp>
      <p:sp>
        <p:nvSpPr>
          <p:cNvPr id="78851" name="Rectangle 2">
            <a:extLst>
              <a:ext uri="{FF2B5EF4-FFF2-40B4-BE49-F238E27FC236}">
                <a16:creationId xmlns:a16="http://schemas.microsoft.com/office/drawing/2014/main" id="{0669E068-549A-5348-8302-A80527F770DF}"/>
              </a:ext>
            </a:extLst>
          </p:cNvPr>
          <p:cNvSpPr>
            <a:spLocks noGrp="1" noChangeArrowheads="1"/>
          </p:cNvSpPr>
          <p:nvPr>
            <p:ph type="title"/>
          </p:nvPr>
        </p:nvSpPr>
        <p:spPr/>
        <p:txBody>
          <a:bodyPr/>
          <a:lstStyle/>
          <a:p>
            <a:pPr eaLnBrk="1" hangingPunct="1"/>
            <a:r>
              <a:rPr lang="en-US" altLang="en-US"/>
              <a:t>A sprint burndown chart</a:t>
            </a:r>
          </a:p>
        </p:txBody>
      </p:sp>
      <p:graphicFrame>
        <p:nvGraphicFramePr>
          <p:cNvPr id="78852" name="Object 3">
            <a:extLst>
              <a:ext uri="{FF2B5EF4-FFF2-40B4-BE49-F238E27FC236}">
                <a16:creationId xmlns:a16="http://schemas.microsoft.com/office/drawing/2014/main" id="{323AD156-E881-E9EE-54F6-FEA9068E0DCA}"/>
              </a:ext>
            </a:extLst>
          </p:cNvPr>
          <p:cNvGraphicFramePr>
            <a:graphicFrameLocks/>
          </p:cNvGraphicFramePr>
          <p:nvPr/>
        </p:nvGraphicFramePr>
        <p:xfrm>
          <a:off x="492125" y="1266825"/>
          <a:ext cx="9615488" cy="5668963"/>
        </p:xfrm>
        <a:graphic>
          <a:graphicData uri="http://schemas.openxmlformats.org/presentationml/2006/ole">
            <mc:AlternateContent xmlns:mc="http://schemas.openxmlformats.org/markup-compatibility/2006">
              <mc:Choice xmlns:v="urn:schemas-microsoft-com:vml" Requires="v">
                <p:oleObj name="Chart" r:id="rId4" imgW="6756400" imgH="3987800" progId="MSGraph.Chart.8">
                  <p:embed/>
                </p:oleObj>
              </mc:Choice>
              <mc:Fallback>
                <p:oleObj name="Chart" r:id="rId4" imgW="6756400" imgH="3987800" progId="MSGraph.Chart.8">
                  <p:embed/>
                  <p:pic>
                    <p:nvPicPr>
                      <p:cNvPr id="0" name="Object 3"/>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2125" y="1266825"/>
                        <a:ext cx="9615488" cy="5668963"/>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78853" name="Rectangle 4">
            <a:extLst>
              <a:ext uri="{FF2B5EF4-FFF2-40B4-BE49-F238E27FC236}">
                <a16:creationId xmlns:a16="http://schemas.microsoft.com/office/drawing/2014/main" id="{7CB436A6-FEC2-E2B6-00CF-E36F81BC4AE1}"/>
              </a:ext>
            </a:extLst>
          </p:cNvPr>
          <p:cNvSpPr>
            <a:spLocks/>
          </p:cNvSpPr>
          <p:nvPr/>
        </p:nvSpPr>
        <p:spPr bwMode="auto">
          <a:xfrm rot="-5400000">
            <a:off x="-1466057" y="3447257"/>
            <a:ext cx="4176713" cy="44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nchor="ctr"/>
          <a:lstStyle>
            <a:lvl1pPr>
              <a:spcBef>
                <a:spcPts val="1800"/>
              </a:spcBef>
              <a:buClr>
                <a:srgbClr val="5F7BAE"/>
              </a:buClr>
              <a:buSzPct val="150000"/>
              <a:buFont typeface="Lucida Grande" panose="020B0600040502020204" pitchFamily="34" charset="0"/>
              <a:buChar char="•"/>
              <a:defRPr sz="36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spcBef>
                <a:spcPts val="1800"/>
              </a:spcBef>
              <a:buSzPct val="150000"/>
              <a:buFont typeface="Lucida Grande" panose="020B0600040502020204" pitchFamily="34" charset="0"/>
              <a:buChar char="•"/>
              <a:defRPr sz="32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spcBef>
                <a:spcPts val="1800"/>
              </a:spcBef>
              <a:buSzPct val="150000"/>
              <a:buFont typeface="Lucida Grande" panose="020B0600040502020204" pitchFamily="34" charset="0"/>
              <a:buChar char="•"/>
              <a:defRPr sz="28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spcBef>
                <a:spcPts val="1800"/>
              </a:spcBef>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spcBef>
                <a:spcPts val="1800"/>
              </a:spcBef>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ts val="1800"/>
              </a:spcBef>
              <a:spcAft>
                <a:spcPct val="0"/>
              </a:spcAft>
              <a:buSzPct val="150000"/>
              <a:buFont typeface="Lucida Grande" panose="020B0600040502020204" pitchFamily="34" charset="0"/>
              <a:buChar char="•"/>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algn="ctr" eaLnBrk="1" hangingPunct="1">
              <a:spcBef>
                <a:spcPct val="0"/>
              </a:spcBef>
              <a:buClrTx/>
              <a:buSzTx/>
              <a:buFontTx/>
              <a:buNone/>
            </a:pPr>
            <a:r>
              <a:rPr lang="en-US" altLang="en-US" sz="2500"/>
              <a:t>Hours</a:t>
            </a:r>
          </a:p>
        </p:txBody>
      </p:sp>
    </p:spTree>
  </p:cSld>
  <p:clrMapOvr>
    <a:masterClrMapping/>
  </p:clrMapOvr>
  <p:transition spd="med">
    <p:newsflash/>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a:extLst>
              <a:ext uri="{FF2B5EF4-FFF2-40B4-BE49-F238E27FC236}">
                <a16:creationId xmlns:a16="http://schemas.microsoft.com/office/drawing/2014/main" id="{C251D6D4-5BA3-BA7B-E112-AEB5F5B82A3A}"/>
              </a:ext>
            </a:extLst>
          </p:cNvPr>
          <p:cNvSpPr>
            <a:spLocks/>
          </p:cNvSpPr>
          <p:nvPr/>
        </p:nvSpPr>
        <p:spPr bwMode="auto">
          <a:xfrm>
            <a:off x="1498600" y="3213100"/>
            <a:ext cx="7632700" cy="4038600"/>
          </a:xfrm>
          <a:prstGeom prst="rect">
            <a:avLst/>
          </a:prstGeom>
          <a:blipFill dpi="0" rotWithShape="0">
            <a:blip r:embed="rId3"/>
            <a:srcRect/>
            <a:tile tx="0" ty="0" sx="100000" sy="100000" flip="none" algn="tl"/>
          </a:blipFill>
          <a:ln w="9525">
            <a:solidFill>
              <a:srgbClr val="8E8E8E"/>
            </a:solidFill>
            <a:miter lim="800000"/>
            <a:headEnd/>
            <a:tailEnd/>
          </a:ln>
          <a:effectLst>
            <a:outerShdw blurRad="76200" dist="50800" dir="21480060" algn="ctr" rotWithShape="0">
              <a:schemeClr val="bg2">
                <a:alpha val="39998"/>
              </a:schemeClr>
            </a:outerShdw>
          </a:effectLst>
        </p:spPr>
        <p:txBody>
          <a:bodyPr/>
          <a:lstStyle/>
          <a:p>
            <a:pPr algn="ctr" eaLnBrk="1" hangingPunct="1">
              <a:defRPr/>
            </a:pPr>
            <a:endParaRPr lang="en-US">
              <a:latin typeface="Gill Sans" pitchFamily="80" charset="0"/>
              <a:ea typeface="ヒラギノ角ゴ Pro W3" pitchFamily="80" charset="-128"/>
              <a:sym typeface="Gill Sans" pitchFamily="80" charset="0"/>
            </a:endParaRPr>
          </a:p>
        </p:txBody>
      </p:sp>
      <p:sp>
        <p:nvSpPr>
          <p:cNvPr id="80899" name="Rectangle 3">
            <a:extLst>
              <a:ext uri="{FF2B5EF4-FFF2-40B4-BE49-F238E27FC236}">
                <a16:creationId xmlns:a16="http://schemas.microsoft.com/office/drawing/2014/main" id="{00B429DE-1EE9-2E82-D318-1CB3CC5321B1}"/>
              </a:ext>
            </a:extLst>
          </p:cNvPr>
          <p:cNvSpPr>
            <a:spLocks/>
          </p:cNvSpPr>
          <p:nvPr/>
        </p:nvSpPr>
        <p:spPr bwMode="auto">
          <a:xfrm rot="-5400000">
            <a:off x="457200" y="4870450"/>
            <a:ext cx="2844800"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nchor="ctr"/>
          <a:lstStyle>
            <a:lvl1pPr>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algn="ctr" eaLnBrk="1" hangingPunct="1"/>
            <a:r>
              <a:rPr lang="en-US" altLang="en-US" sz="2300">
                <a:solidFill>
                  <a:schemeClr val="tx1"/>
                </a:solidFill>
              </a:rPr>
              <a:t>Hours</a:t>
            </a:r>
          </a:p>
        </p:txBody>
      </p:sp>
      <p:sp>
        <p:nvSpPr>
          <p:cNvPr id="80900" name="Line 4">
            <a:extLst>
              <a:ext uri="{FF2B5EF4-FFF2-40B4-BE49-F238E27FC236}">
                <a16:creationId xmlns:a16="http://schemas.microsoft.com/office/drawing/2014/main" id="{5918018A-45DC-1F7C-97D3-08D1A59F5E8B}"/>
              </a:ext>
            </a:extLst>
          </p:cNvPr>
          <p:cNvSpPr>
            <a:spLocks noChangeShapeType="1"/>
          </p:cNvSpPr>
          <p:nvPr/>
        </p:nvSpPr>
        <p:spPr bwMode="auto">
          <a:xfrm>
            <a:off x="2565400" y="5867400"/>
            <a:ext cx="5994400" cy="0"/>
          </a:xfrm>
          <a:prstGeom prst="line">
            <a:avLst/>
          </a:prstGeom>
          <a:noFill/>
          <a:ln w="25400">
            <a:solidFill>
              <a:srgbClr val="577AB1">
                <a:alpha val="50195"/>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0901" name="Line 5">
            <a:extLst>
              <a:ext uri="{FF2B5EF4-FFF2-40B4-BE49-F238E27FC236}">
                <a16:creationId xmlns:a16="http://schemas.microsoft.com/office/drawing/2014/main" id="{8B8171EC-955E-96AA-BE6F-A8FF1CBF68FA}"/>
              </a:ext>
            </a:extLst>
          </p:cNvPr>
          <p:cNvSpPr>
            <a:spLocks noChangeShapeType="1"/>
          </p:cNvSpPr>
          <p:nvPr/>
        </p:nvSpPr>
        <p:spPr bwMode="auto">
          <a:xfrm>
            <a:off x="2565400" y="4229100"/>
            <a:ext cx="5994400" cy="0"/>
          </a:xfrm>
          <a:prstGeom prst="line">
            <a:avLst/>
          </a:prstGeom>
          <a:noFill/>
          <a:ln w="25400">
            <a:solidFill>
              <a:srgbClr val="577AB1">
                <a:alpha val="50195"/>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0902" name="Line 6">
            <a:extLst>
              <a:ext uri="{FF2B5EF4-FFF2-40B4-BE49-F238E27FC236}">
                <a16:creationId xmlns:a16="http://schemas.microsoft.com/office/drawing/2014/main" id="{54AB21C7-50ED-73E1-D717-C345194E19B5}"/>
              </a:ext>
            </a:extLst>
          </p:cNvPr>
          <p:cNvSpPr>
            <a:spLocks noChangeShapeType="1"/>
          </p:cNvSpPr>
          <p:nvPr/>
        </p:nvSpPr>
        <p:spPr bwMode="auto">
          <a:xfrm>
            <a:off x="2565400" y="4775200"/>
            <a:ext cx="5994400" cy="0"/>
          </a:xfrm>
          <a:prstGeom prst="line">
            <a:avLst/>
          </a:prstGeom>
          <a:noFill/>
          <a:ln w="25400">
            <a:solidFill>
              <a:srgbClr val="577AB1">
                <a:alpha val="50195"/>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0903" name="Line 7">
            <a:extLst>
              <a:ext uri="{FF2B5EF4-FFF2-40B4-BE49-F238E27FC236}">
                <a16:creationId xmlns:a16="http://schemas.microsoft.com/office/drawing/2014/main" id="{0282A898-D5DB-731A-3DF3-5E2D9E422C23}"/>
              </a:ext>
            </a:extLst>
          </p:cNvPr>
          <p:cNvSpPr>
            <a:spLocks noChangeShapeType="1"/>
          </p:cNvSpPr>
          <p:nvPr/>
        </p:nvSpPr>
        <p:spPr bwMode="auto">
          <a:xfrm>
            <a:off x="2565400" y="5321300"/>
            <a:ext cx="5994400" cy="0"/>
          </a:xfrm>
          <a:prstGeom prst="line">
            <a:avLst/>
          </a:prstGeom>
          <a:noFill/>
          <a:ln w="25400">
            <a:solidFill>
              <a:srgbClr val="577AB1">
                <a:alpha val="50195"/>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0904" name="Line 8">
            <a:extLst>
              <a:ext uri="{FF2B5EF4-FFF2-40B4-BE49-F238E27FC236}">
                <a16:creationId xmlns:a16="http://schemas.microsoft.com/office/drawing/2014/main" id="{B66D3E68-2492-FDE9-3805-2FC35A221137}"/>
              </a:ext>
            </a:extLst>
          </p:cNvPr>
          <p:cNvSpPr>
            <a:spLocks noChangeShapeType="1"/>
          </p:cNvSpPr>
          <p:nvPr/>
        </p:nvSpPr>
        <p:spPr bwMode="auto">
          <a:xfrm>
            <a:off x="2565400" y="6413500"/>
            <a:ext cx="5994400" cy="0"/>
          </a:xfrm>
          <a:prstGeom prst="line">
            <a:avLst/>
          </a:prstGeom>
          <a:noFill/>
          <a:ln w="25400">
            <a:solidFill>
              <a:srgbClr val="577AB1">
                <a:alpha val="50195"/>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0905" name="Rectangle 9">
            <a:extLst>
              <a:ext uri="{FF2B5EF4-FFF2-40B4-BE49-F238E27FC236}">
                <a16:creationId xmlns:a16="http://schemas.microsoft.com/office/drawing/2014/main" id="{849D1A00-05E3-B136-DF25-67B05B7895BC}"/>
              </a:ext>
            </a:extLst>
          </p:cNvPr>
          <p:cNvSpPr>
            <a:spLocks/>
          </p:cNvSpPr>
          <p:nvPr/>
        </p:nvSpPr>
        <p:spPr bwMode="auto">
          <a:xfrm>
            <a:off x="1968500" y="4019550"/>
            <a:ext cx="546100"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nchor="ctr"/>
          <a:lstStyle>
            <a:lvl1pPr>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algn="r" eaLnBrk="1" hangingPunct="1"/>
            <a:r>
              <a:rPr lang="en-US" altLang="en-US" sz="2300">
                <a:solidFill>
                  <a:schemeClr val="tx1"/>
                </a:solidFill>
              </a:rPr>
              <a:t>40</a:t>
            </a:r>
          </a:p>
        </p:txBody>
      </p:sp>
      <p:sp>
        <p:nvSpPr>
          <p:cNvPr id="80906" name="Rectangle 10">
            <a:extLst>
              <a:ext uri="{FF2B5EF4-FFF2-40B4-BE49-F238E27FC236}">
                <a16:creationId xmlns:a16="http://schemas.microsoft.com/office/drawing/2014/main" id="{79B7AE8F-62FE-537B-6251-9C4F29F48507}"/>
              </a:ext>
            </a:extLst>
          </p:cNvPr>
          <p:cNvSpPr>
            <a:spLocks/>
          </p:cNvSpPr>
          <p:nvPr/>
        </p:nvSpPr>
        <p:spPr bwMode="auto">
          <a:xfrm>
            <a:off x="1968500" y="4565650"/>
            <a:ext cx="546100"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nchor="ctr"/>
          <a:lstStyle>
            <a:lvl1pPr>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algn="r" eaLnBrk="1" hangingPunct="1"/>
            <a:r>
              <a:rPr lang="en-US" altLang="en-US" sz="2300">
                <a:solidFill>
                  <a:schemeClr val="tx1"/>
                </a:solidFill>
              </a:rPr>
              <a:t>30</a:t>
            </a:r>
          </a:p>
        </p:txBody>
      </p:sp>
      <p:sp>
        <p:nvSpPr>
          <p:cNvPr id="80907" name="Rectangle 11">
            <a:extLst>
              <a:ext uri="{FF2B5EF4-FFF2-40B4-BE49-F238E27FC236}">
                <a16:creationId xmlns:a16="http://schemas.microsoft.com/office/drawing/2014/main" id="{EA19B0EC-6A6B-6A85-DC00-8AA46C4FA635}"/>
              </a:ext>
            </a:extLst>
          </p:cNvPr>
          <p:cNvSpPr>
            <a:spLocks/>
          </p:cNvSpPr>
          <p:nvPr/>
        </p:nvSpPr>
        <p:spPr bwMode="auto">
          <a:xfrm>
            <a:off x="1968500" y="5111750"/>
            <a:ext cx="546100"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nchor="ctr"/>
          <a:lstStyle>
            <a:lvl1pPr>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algn="r" eaLnBrk="1" hangingPunct="1"/>
            <a:r>
              <a:rPr lang="en-US" altLang="en-US" sz="2300">
                <a:solidFill>
                  <a:schemeClr val="tx1"/>
                </a:solidFill>
              </a:rPr>
              <a:t>20</a:t>
            </a:r>
          </a:p>
        </p:txBody>
      </p:sp>
      <p:sp>
        <p:nvSpPr>
          <p:cNvPr id="80908" name="Rectangle 12">
            <a:extLst>
              <a:ext uri="{FF2B5EF4-FFF2-40B4-BE49-F238E27FC236}">
                <a16:creationId xmlns:a16="http://schemas.microsoft.com/office/drawing/2014/main" id="{7C6CFC5F-7865-EE03-A09F-B9D7671456CD}"/>
              </a:ext>
            </a:extLst>
          </p:cNvPr>
          <p:cNvSpPr>
            <a:spLocks/>
          </p:cNvSpPr>
          <p:nvPr/>
        </p:nvSpPr>
        <p:spPr bwMode="auto">
          <a:xfrm>
            <a:off x="1968500" y="5657850"/>
            <a:ext cx="546100"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nchor="ctr"/>
          <a:lstStyle>
            <a:lvl1pPr>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algn="r" eaLnBrk="1" hangingPunct="1"/>
            <a:r>
              <a:rPr lang="en-US" altLang="en-US" sz="2300">
                <a:solidFill>
                  <a:schemeClr val="tx1"/>
                </a:solidFill>
              </a:rPr>
              <a:t>10</a:t>
            </a:r>
          </a:p>
        </p:txBody>
      </p:sp>
      <p:sp>
        <p:nvSpPr>
          <p:cNvPr id="80909" name="Rectangle 13">
            <a:extLst>
              <a:ext uri="{FF2B5EF4-FFF2-40B4-BE49-F238E27FC236}">
                <a16:creationId xmlns:a16="http://schemas.microsoft.com/office/drawing/2014/main" id="{C1FDD959-379A-89C2-58A8-930C647148C2}"/>
              </a:ext>
            </a:extLst>
          </p:cNvPr>
          <p:cNvSpPr>
            <a:spLocks/>
          </p:cNvSpPr>
          <p:nvPr/>
        </p:nvSpPr>
        <p:spPr bwMode="auto">
          <a:xfrm>
            <a:off x="1968500" y="6178550"/>
            <a:ext cx="546100"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nchor="ctr"/>
          <a:lstStyle>
            <a:lvl1pPr>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algn="r" eaLnBrk="1" hangingPunct="1"/>
            <a:r>
              <a:rPr lang="en-US" altLang="en-US" sz="2300">
                <a:solidFill>
                  <a:schemeClr val="tx1"/>
                </a:solidFill>
              </a:rPr>
              <a:t>0</a:t>
            </a:r>
          </a:p>
        </p:txBody>
      </p:sp>
      <p:sp>
        <p:nvSpPr>
          <p:cNvPr id="80910" name="Rectangle 14">
            <a:extLst>
              <a:ext uri="{FF2B5EF4-FFF2-40B4-BE49-F238E27FC236}">
                <a16:creationId xmlns:a16="http://schemas.microsoft.com/office/drawing/2014/main" id="{66CB9268-4CA7-CA64-B59A-52C1FD9103D0}"/>
              </a:ext>
            </a:extLst>
          </p:cNvPr>
          <p:cNvSpPr>
            <a:spLocks/>
          </p:cNvSpPr>
          <p:nvPr/>
        </p:nvSpPr>
        <p:spPr bwMode="auto">
          <a:xfrm>
            <a:off x="2679700" y="6356350"/>
            <a:ext cx="660400"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nchor="ctr"/>
          <a:lstStyle>
            <a:lvl1pPr>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algn="ctr" eaLnBrk="1" hangingPunct="1"/>
            <a:r>
              <a:rPr lang="en-US" altLang="en-US" sz="2300">
                <a:solidFill>
                  <a:schemeClr val="tx1"/>
                </a:solidFill>
              </a:rPr>
              <a:t>Mon</a:t>
            </a:r>
          </a:p>
        </p:txBody>
      </p:sp>
      <p:sp>
        <p:nvSpPr>
          <p:cNvPr id="80911" name="Rectangle 15">
            <a:extLst>
              <a:ext uri="{FF2B5EF4-FFF2-40B4-BE49-F238E27FC236}">
                <a16:creationId xmlns:a16="http://schemas.microsoft.com/office/drawing/2014/main" id="{97267B07-3458-D711-8529-0E680798D123}"/>
              </a:ext>
            </a:extLst>
          </p:cNvPr>
          <p:cNvSpPr>
            <a:spLocks/>
          </p:cNvSpPr>
          <p:nvPr/>
        </p:nvSpPr>
        <p:spPr bwMode="auto">
          <a:xfrm>
            <a:off x="3886200" y="6356350"/>
            <a:ext cx="660400"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nchor="ctr"/>
          <a:lstStyle>
            <a:lvl1pPr>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algn="ctr" eaLnBrk="1" hangingPunct="1"/>
            <a:r>
              <a:rPr lang="en-US" altLang="en-US" sz="2300">
                <a:solidFill>
                  <a:schemeClr val="tx1"/>
                </a:solidFill>
              </a:rPr>
              <a:t>Tue</a:t>
            </a:r>
          </a:p>
        </p:txBody>
      </p:sp>
      <p:sp>
        <p:nvSpPr>
          <p:cNvPr id="80912" name="Rectangle 16">
            <a:extLst>
              <a:ext uri="{FF2B5EF4-FFF2-40B4-BE49-F238E27FC236}">
                <a16:creationId xmlns:a16="http://schemas.microsoft.com/office/drawing/2014/main" id="{88B47C79-3322-3A12-F078-FD7ACAF102BA}"/>
              </a:ext>
            </a:extLst>
          </p:cNvPr>
          <p:cNvSpPr>
            <a:spLocks/>
          </p:cNvSpPr>
          <p:nvPr/>
        </p:nvSpPr>
        <p:spPr bwMode="auto">
          <a:xfrm>
            <a:off x="5092700" y="6356350"/>
            <a:ext cx="660400"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nchor="ctr"/>
          <a:lstStyle>
            <a:lvl1pPr>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algn="ctr" eaLnBrk="1" hangingPunct="1"/>
            <a:r>
              <a:rPr lang="en-US" altLang="en-US" sz="2300">
                <a:solidFill>
                  <a:schemeClr val="tx1"/>
                </a:solidFill>
              </a:rPr>
              <a:t>Wed</a:t>
            </a:r>
          </a:p>
        </p:txBody>
      </p:sp>
      <p:sp>
        <p:nvSpPr>
          <p:cNvPr id="80913" name="Rectangle 17">
            <a:extLst>
              <a:ext uri="{FF2B5EF4-FFF2-40B4-BE49-F238E27FC236}">
                <a16:creationId xmlns:a16="http://schemas.microsoft.com/office/drawing/2014/main" id="{D850F283-490A-8E55-FBBD-127BE237FD72}"/>
              </a:ext>
            </a:extLst>
          </p:cNvPr>
          <p:cNvSpPr>
            <a:spLocks/>
          </p:cNvSpPr>
          <p:nvPr/>
        </p:nvSpPr>
        <p:spPr bwMode="auto">
          <a:xfrm>
            <a:off x="6299200" y="6356350"/>
            <a:ext cx="660400"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nchor="ctr"/>
          <a:lstStyle>
            <a:lvl1pPr>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algn="ctr" eaLnBrk="1" hangingPunct="1"/>
            <a:r>
              <a:rPr lang="en-US" altLang="en-US" sz="2300">
                <a:solidFill>
                  <a:schemeClr val="tx1"/>
                </a:solidFill>
              </a:rPr>
              <a:t>Thu</a:t>
            </a:r>
          </a:p>
        </p:txBody>
      </p:sp>
      <p:sp>
        <p:nvSpPr>
          <p:cNvPr id="80914" name="Rectangle 18">
            <a:extLst>
              <a:ext uri="{FF2B5EF4-FFF2-40B4-BE49-F238E27FC236}">
                <a16:creationId xmlns:a16="http://schemas.microsoft.com/office/drawing/2014/main" id="{1BEAEC22-A6E7-C7AB-00D3-4571918013D9}"/>
              </a:ext>
            </a:extLst>
          </p:cNvPr>
          <p:cNvSpPr>
            <a:spLocks/>
          </p:cNvSpPr>
          <p:nvPr/>
        </p:nvSpPr>
        <p:spPr bwMode="auto">
          <a:xfrm>
            <a:off x="7505700" y="6356350"/>
            <a:ext cx="660400"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nchor="ctr"/>
          <a:lstStyle>
            <a:lvl1pPr>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algn="ctr" eaLnBrk="1" hangingPunct="1"/>
            <a:r>
              <a:rPr lang="en-US" altLang="en-US" sz="2300">
                <a:solidFill>
                  <a:schemeClr val="tx1"/>
                </a:solidFill>
              </a:rPr>
              <a:t>Fri</a:t>
            </a:r>
          </a:p>
        </p:txBody>
      </p:sp>
      <p:sp>
        <p:nvSpPr>
          <p:cNvPr id="101395" name="Rectangle 19">
            <a:extLst>
              <a:ext uri="{FF2B5EF4-FFF2-40B4-BE49-F238E27FC236}">
                <a16:creationId xmlns:a16="http://schemas.microsoft.com/office/drawing/2014/main" id="{3522FA96-8A68-5BB9-639A-4B6C90A7DDA0}"/>
              </a:ext>
            </a:extLst>
          </p:cNvPr>
          <p:cNvSpPr>
            <a:spLocks/>
          </p:cNvSpPr>
          <p:nvPr/>
        </p:nvSpPr>
        <p:spPr bwMode="auto">
          <a:xfrm>
            <a:off x="698500" y="228600"/>
            <a:ext cx="3683000" cy="495300"/>
          </a:xfrm>
          <a:prstGeom prst="rect">
            <a:avLst/>
          </a:prstGeom>
          <a:solidFill>
            <a:srgbClr val="3C88DC"/>
          </a:solidFill>
          <a:ln w="25400">
            <a:solidFill>
              <a:schemeClr val="tx1"/>
            </a:solidFill>
            <a:miter lim="800000"/>
            <a:headEnd/>
            <a:tailEnd/>
          </a:ln>
          <a:effectLst>
            <a:outerShdw blurRad="114300" dist="63500" dir="2700000" algn="ctr" rotWithShape="0">
              <a:schemeClr val="bg2">
                <a:alpha val="29999"/>
              </a:schemeClr>
            </a:outerShdw>
          </a:effectLst>
        </p:spPr>
        <p:txBody>
          <a:bodyPr lIns="0" tIns="0" rIns="0" bIns="0" anchor="ctr"/>
          <a:lstStyle/>
          <a:p>
            <a:pPr algn="ctr" eaLnBrk="1" hangingPunct="1">
              <a:tabLst>
                <a:tab pos="1066800" algn="l"/>
              </a:tabLst>
              <a:defRPr/>
            </a:pPr>
            <a:r>
              <a:rPr lang="en-US" sz="3100">
                <a:solidFill>
                  <a:srgbClr val="FFFFFF"/>
                </a:solidFill>
                <a:latin typeface="Gill Sans" pitchFamily="80" charset="0"/>
                <a:ea typeface="Gill Sans" pitchFamily="80" charset="0"/>
                <a:cs typeface="Gill Sans" pitchFamily="80" charset="0"/>
                <a:sym typeface="Gill Sans" pitchFamily="80" charset="0"/>
              </a:rPr>
              <a:t>Tasks</a:t>
            </a:r>
          </a:p>
        </p:txBody>
      </p:sp>
      <p:sp>
        <p:nvSpPr>
          <p:cNvPr id="80916" name="Rectangle 20">
            <a:extLst>
              <a:ext uri="{FF2B5EF4-FFF2-40B4-BE49-F238E27FC236}">
                <a16:creationId xmlns:a16="http://schemas.microsoft.com/office/drawing/2014/main" id="{F9996B7A-0E11-A662-FA2F-304F7F843F90}"/>
              </a:ext>
            </a:extLst>
          </p:cNvPr>
          <p:cNvSpPr>
            <a:spLocks/>
          </p:cNvSpPr>
          <p:nvPr/>
        </p:nvSpPr>
        <p:spPr bwMode="auto">
          <a:xfrm>
            <a:off x="698500" y="723900"/>
            <a:ext cx="3683000" cy="495300"/>
          </a:xfrm>
          <a:prstGeom prst="rect">
            <a:avLst/>
          </a:prstGeom>
          <a:solidFill>
            <a:srgbClr val="E6E6E6"/>
          </a:solidFill>
          <a:ln w="25400">
            <a:solidFill>
              <a:schemeClr val="tx1"/>
            </a:solidFill>
            <a:miter lim="800000"/>
            <a:headEnd/>
            <a:tailEnd/>
          </a:ln>
        </p:spPr>
        <p:txBody>
          <a:bodyPr lIns="63500" tIns="63500" rIns="63500" bIns="63500" anchor="ctr"/>
          <a:lstStyle>
            <a:lvl1pPr>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eaLnBrk="1" hangingPunct="1"/>
            <a:r>
              <a:rPr lang="en-US" altLang="en-US" sz="2600">
                <a:solidFill>
                  <a:schemeClr val="tx1"/>
                </a:solidFill>
              </a:rPr>
              <a:t>Code the user interface</a:t>
            </a:r>
          </a:p>
        </p:txBody>
      </p:sp>
      <p:sp>
        <p:nvSpPr>
          <p:cNvPr id="80917" name="Rectangle 21">
            <a:extLst>
              <a:ext uri="{FF2B5EF4-FFF2-40B4-BE49-F238E27FC236}">
                <a16:creationId xmlns:a16="http://schemas.microsoft.com/office/drawing/2014/main" id="{CC1E3F5F-4579-5691-341F-188EA959C885}"/>
              </a:ext>
            </a:extLst>
          </p:cNvPr>
          <p:cNvSpPr>
            <a:spLocks/>
          </p:cNvSpPr>
          <p:nvPr/>
        </p:nvSpPr>
        <p:spPr bwMode="auto">
          <a:xfrm>
            <a:off x="698500" y="1219200"/>
            <a:ext cx="3683000" cy="495300"/>
          </a:xfrm>
          <a:prstGeom prst="rect">
            <a:avLst/>
          </a:prstGeom>
          <a:solidFill>
            <a:srgbClr val="E6E6E6"/>
          </a:solidFill>
          <a:ln w="25400">
            <a:solidFill>
              <a:schemeClr val="tx1"/>
            </a:solidFill>
            <a:miter lim="800000"/>
            <a:headEnd/>
            <a:tailEnd/>
          </a:ln>
        </p:spPr>
        <p:txBody>
          <a:bodyPr lIns="63500" tIns="63500" rIns="63500" bIns="63500" anchor="ctr"/>
          <a:lstStyle>
            <a:lvl1pPr>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eaLnBrk="1" hangingPunct="1"/>
            <a:r>
              <a:rPr lang="en-US" altLang="en-US" sz="2600">
                <a:solidFill>
                  <a:schemeClr val="tx1"/>
                </a:solidFill>
              </a:rPr>
              <a:t>Code the middle tier</a:t>
            </a:r>
          </a:p>
        </p:txBody>
      </p:sp>
      <p:sp>
        <p:nvSpPr>
          <p:cNvPr id="80918" name="Rectangle 22">
            <a:extLst>
              <a:ext uri="{FF2B5EF4-FFF2-40B4-BE49-F238E27FC236}">
                <a16:creationId xmlns:a16="http://schemas.microsoft.com/office/drawing/2014/main" id="{CEA9ED92-A1FB-B5EA-587A-B684C67FBA44}"/>
              </a:ext>
            </a:extLst>
          </p:cNvPr>
          <p:cNvSpPr>
            <a:spLocks/>
          </p:cNvSpPr>
          <p:nvPr/>
        </p:nvSpPr>
        <p:spPr bwMode="auto">
          <a:xfrm>
            <a:off x="698500" y="1714500"/>
            <a:ext cx="3683000" cy="495300"/>
          </a:xfrm>
          <a:prstGeom prst="rect">
            <a:avLst/>
          </a:prstGeom>
          <a:solidFill>
            <a:srgbClr val="E6E6E6"/>
          </a:solidFill>
          <a:ln w="25400">
            <a:solidFill>
              <a:schemeClr val="tx1"/>
            </a:solidFill>
            <a:miter lim="800000"/>
            <a:headEnd/>
            <a:tailEnd/>
          </a:ln>
        </p:spPr>
        <p:txBody>
          <a:bodyPr lIns="63500" tIns="63500" rIns="63500" bIns="63500" anchor="ctr"/>
          <a:lstStyle>
            <a:lvl1pPr>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eaLnBrk="1" hangingPunct="1"/>
            <a:r>
              <a:rPr lang="en-US" altLang="en-US" sz="2600">
                <a:solidFill>
                  <a:schemeClr val="tx1"/>
                </a:solidFill>
              </a:rPr>
              <a:t>Test the middle tier</a:t>
            </a:r>
          </a:p>
        </p:txBody>
      </p:sp>
      <p:sp>
        <p:nvSpPr>
          <p:cNvPr id="80919" name="Rectangle 23">
            <a:extLst>
              <a:ext uri="{FF2B5EF4-FFF2-40B4-BE49-F238E27FC236}">
                <a16:creationId xmlns:a16="http://schemas.microsoft.com/office/drawing/2014/main" id="{24728B12-7BF5-8C67-FCFB-39DDF9F3ECE5}"/>
              </a:ext>
            </a:extLst>
          </p:cNvPr>
          <p:cNvSpPr>
            <a:spLocks/>
          </p:cNvSpPr>
          <p:nvPr/>
        </p:nvSpPr>
        <p:spPr bwMode="auto">
          <a:xfrm>
            <a:off x="698500" y="2209800"/>
            <a:ext cx="3683000" cy="495300"/>
          </a:xfrm>
          <a:prstGeom prst="rect">
            <a:avLst/>
          </a:prstGeom>
          <a:solidFill>
            <a:srgbClr val="E6E6E6"/>
          </a:solidFill>
          <a:ln w="25400">
            <a:solidFill>
              <a:schemeClr val="tx1"/>
            </a:solidFill>
            <a:miter lim="800000"/>
            <a:headEnd/>
            <a:tailEnd/>
          </a:ln>
        </p:spPr>
        <p:txBody>
          <a:bodyPr lIns="63500" tIns="63500" rIns="63500" bIns="63500" anchor="ctr"/>
          <a:lstStyle>
            <a:lvl1pPr>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eaLnBrk="1" hangingPunct="1"/>
            <a:r>
              <a:rPr lang="en-US" altLang="en-US" sz="2600">
                <a:solidFill>
                  <a:schemeClr val="tx1"/>
                </a:solidFill>
              </a:rPr>
              <a:t>Write online help</a:t>
            </a:r>
          </a:p>
        </p:txBody>
      </p:sp>
      <p:sp>
        <p:nvSpPr>
          <p:cNvPr id="101400" name="Rectangle 24">
            <a:extLst>
              <a:ext uri="{FF2B5EF4-FFF2-40B4-BE49-F238E27FC236}">
                <a16:creationId xmlns:a16="http://schemas.microsoft.com/office/drawing/2014/main" id="{709BFD08-E8DB-3035-BF58-6C5FB54225CD}"/>
              </a:ext>
            </a:extLst>
          </p:cNvPr>
          <p:cNvSpPr>
            <a:spLocks/>
          </p:cNvSpPr>
          <p:nvPr/>
        </p:nvSpPr>
        <p:spPr bwMode="auto">
          <a:xfrm>
            <a:off x="4381500" y="228600"/>
            <a:ext cx="1016000" cy="495300"/>
          </a:xfrm>
          <a:prstGeom prst="rect">
            <a:avLst/>
          </a:prstGeom>
          <a:solidFill>
            <a:srgbClr val="3C88DC"/>
          </a:solidFill>
          <a:ln w="25400">
            <a:solidFill>
              <a:schemeClr val="tx1"/>
            </a:solidFill>
            <a:miter lim="800000"/>
            <a:headEnd/>
            <a:tailEnd/>
          </a:ln>
          <a:effectLst>
            <a:outerShdw blurRad="114300" dist="63500" dir="2700000" algn="ctr" rotWithShape="0">
              <a:schemeClr val="bg2">
                <a:alpha val="29999"/>
              </a:schemeClr>
            </a:outerShdw>
          </a:effectLst>
        </p:spPr>
        <p:txBody>
          <a:bodyPr lIns="0" tIns="0" rIns="0" bIns="0" anchor="ctr"/>
          <a:lstStyle/>
          <a:p>
            <a:pPr algn="ctr" eaLnBrk="1" hangingPunct="1">
              <a:tabLst>
                <a:tab pos="1066800" algn="l"/>
              </a:tabLst>
              <a:defRPr/>
            </a:pPr>
            <a:r>
              <a:rPr lang="en-US" sz="3100">
                <a:solidFill>
                  <a:srgbClr val="FFFFFF"/>
                </a:solidFill>
                <a:latin typeface="Gill Sans" pitchFamily="80" charset="0"/>
                <a:ea typeface="Gill Sans" pitchFamily="80" charset="0"/>
                <a:cs typeface="Gill Sans" pitchFamily="80" charset="0"/>
                <a:sym typeface="Gill Sans" pitchFamily="80" charset="0"/>
              </a:rPr>
              <a:t>Mon</a:t>
            </a:r>
          </a:p>
        </p:txBody>
      </p:sp>
      <p:sp>
        <p:nvSpPr>
          <p:cNvPr id="80921" name="Rectangle 25">
            <a:extLst>
              <a:ext uri="{FF2B5EF4-FFF2-40B4-BE49-F238E27FC236}">
                <a16:creationId xmlns:a16="http://schemas.microsoft.com/office/drawing/2014/main" id="{8D12B89C-C9F7-D6AF-4A29-858EE59278A8}"/>
              </a:ext>
            </a:extLst>
          </p:cNvPr>
          <p:cNvSpPr>
            <a:spLocks/>
          </p:cNvSpPr>
          <p:nvPr/>
        </p:nvSpPr>
        <p:spPr bwMode="auto">
          <a:xfrm>
            <a:off x="4381500" y="723900"/>
            <a:ext cx="1016000" cy="495300"/>
          </a:xfrm>
          <a:prstGeom prst="rect">
            <a:avLst/>
          </a:prstGeom>
          <a:solidFill>
            <a:srgbClr val="E6E6E6"/>
          </a:solidFill>
          <a:ln w="25400">
            <a:solidFill>
              <a:schemeClr val="tx1"/>
            </a:solidFill>
            <a:miter lim="800000"/>
            <a:headEnd/>
            <a:tailEnd/>
          </a:ln>
        </p:spPr>
        <p:txBody>
          <a:bodyPr lIns="63500" tIns="63500" rIns="203068" bIns="63500" anchor="ctr"/>
          <a:lstStyle>
            <a:lvl1pPr>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algn="r" eaLnBrk="1" hangingPunct="1"/>
            <a:r>
              <a:rPr lang="en-US" altLang="en-US" sz="2600">
                <a:solidFill>
                  <a:schemeClr val="tx1"/>
                </a:solidFill>
              </a:rPr>
              <a:t>8</a:t>
            </a:r>
          </a:p>
        </p:txBody>
      </p:sp>
      <p:sp>
        <p:nvSpPr>
          <p:cNvPr id="80922" name="Rectangle 26">
            <a:extLst>
              <a:ext uri="{FF2B5EF4-FFF2-40B4-BE49-F238E27FC236}">
                <a16:creationId xmlns:a16="http://schemas.microsoft.com/office/drawing/2014/main" id="{E8E128CF-D829-25B3-671E-9B8FD289A917}"/>
              </a:ext>
            </a:extLst>
          </p:cNvPr>
          <p:cNvSpPr>
            <a:spLocks/>
          </p:cNvSpPr>
          <p:nvPr/>
        </p:nvSpPr>
        <p:spPr bwMode="auto">
          <a:xfrm>
            <a:off x="4381500" y="1219200"/>
            <a:ext cx="1016000" cy="495300"/>
          </a:xfrm>
          <a:prstGeom prst="rect">
            <a:avLst/>
          </a:prstGeom>
          <a:solidFill>
            <a:srgbClr val="E6E6E6"/>
          </a:solidFill>
          <a:ln w="25400">
            <a:solidFill>
              <a:schemeClr val="tx1"/>
            </a:solidFill>
            <a:miter lim="800000"/>
            <a:headEnd/>
            <a:tailEnd/>
          </a:ln>
        </p:spPr>
        <p:txBody>
          <a:bodyPr lIns="63500" tIns="63500" rIns="203068" bIns="63500" anchor="ctr"/>
          <a:lstStyle>
            <a:lvl1pPr>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algn="r" eaLnBrk="1" hangingPunct="1"/>
            <a:r>
              <a:rPr lang="en-US" altLang="en-US" sz="2600">
                <a:solidFill>
                  <a:schemeClr val="tx1"/>
                </a:solidFill>
              </a:rPr>
              <a:t>16</a:t>
            </a:r>
          </a:p>
        </p:txBody>
      </p:sp>
      <p:sp>
        <p:nvSpPr>
          <p:cNvPr id="80923" name="Rectangle 27">
            <a:extLst>
              <a:ext uri="{FF2B5EF4-FFF2-40B4-BE49-F238E27FC236}">
                <a16:creationId xmlns:a16="http://schemas.microsoft.com/office/drawing/2014/main" id="{85D92BA4-3FEA-F214-8343-4400D7684610}"/>
              </a:ext>
            </a:extLst>
          </p:cNvPr>
          <p:cNvSpPr>
            <a:spLocks/>
          </p:cNvSpPr>
          <p:nvPr/>
        </p:nvSpPr>
        <p:spPr bwMode="auto">
          <a:xfrm>
            <a:off x="4381500" y="1714500"/>
            <a:ext cx="1016000" cy="495300"/>
          </a:xfrm>
          <a:prstGeom prst="rect">
            <a:avLst/>
          </a:prstGeom>
          <a:solidFill>
            <a:srgbClr val="E6E6E6"/>
          </a:solidFill>
          <a:ln w="25400">
            <a:solidFill>
              <a:schemeClr val="tx1"/>
            </a:solidFill>
            <a:miter lim="800000"/>
            <a:headEnd/>
            <a:tailEnd/>
          </a:ln>
        </p:spPr>
        <p:txBody>
          <a:bodyPr lIns="63500" tIns="63500" rIns="203068" bIns="63500" anchor="ctr"/>
          <a:lstStyle>
            <a:lvl1pPr>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algn="r" eaLnBrk="1" hangingPunct="1"/>
            <a:r>
              <a:rPr lang="en-US" altLang="en-US" sz="2600">
                <a:solidFill>
                  <a:schemeClr val="tx1"/>
                </a:solidFill>
              </a:rPr>
              <a:t>8</a:t>
            </a:r>
          </a:p>
        </p:txBody>
      </p:sp>
      <p:sp>
        <p:nvSpPr>
          <p:cNvPr id="80924" name="Rectangle 28">
            <a:extLst>
              <a:ext uri="{FF2B5EF4-FFF2-40B4-BE49-F238E27FC236}">
                <a16:creationId xmlns:a16="http://schemas.microsoft.com/office/drawing/2014/main" id="{2C6AAF20-DAF4-D7C5-DB2C-08B04C21FDB8}"/>
              </a:ext>
            </a:extLst>
          </p:cNvPr>
          <p:cNvSpPr>
            <a:spLocks/>
          </p:cNvSpPr>
          <p:nvPr/>
        </p:nvSpPr>
        <p:spPr bwMode="auto">
          <a:xfrm>
            <a:off x="4381500" y="2209800"/>
            <a:ext cx="1016000" cy="495300"/>
          </a:xfrm>
          <a:prstGeom prst="rect">
            <a:avLst/>
          </a:prstGeom>
          <a:solidFill>
            <a:srgbClr val="E6E6E6"/>
          </a:solidFill>
          <a:ln w="25400">
            <a:solidFill>
              <a:schemeClr val="tx1"/>
            </a:solidFill>
            <a:miter lim="800000"/>
            <a:headEnd/>
            <a:tailEnd/>
          </a:ln>
        </p:spPr>
        <p:txBody>
          <a:bodyPr lIns="63500" tIns="63500" rIns="203068" bIns="63500" anchor="ctr"/>
          <a:lstStyle>
            <a:lvl1pPr>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algn="r" eaLnBrk="1" hangingPunct="1"/>
            <a:r>
              <a:rPr lang="en-US" altLang="en-US" sz="2600">
                <a:solidFill>
                  <a:schemeClr val="tx1"/>
                </a:solidFill>
              </a:rPr>
              <a:t>12</a:t>
            </a:r>
          </a:p>
        </p:txBody>
      </p:sp>
      <p:sp>
        <p:nvSpPr>
          <p:cNvPr id="101405" name="Rectangle 29">
            <a:extLst>
              <a:ext uri="{FF2B5EF4-FFF2-40B4-BE49-F238E27FC236}">
                <a16:creationId xmlns:a16="http://schemas.microsoft.com/office/drawing/2014/main" id="{7EDBE4E8-C34F-C6AC-F396-2DECC888EBFB}"/>
              </a:ext>
            </a:extLst>
          </p:cNvPr>
          <p:cNvSpPr>
            <a:spLocks/>
          </p:cNvSpPr>
          <p:nvPr/>
        </p:nvSpPr>
        <p:spPr bwMode="auto">
          <a:xfrm>
            <a:off x="5397500" y="228600"/>
            <a:ext cx="1016000" cy="495300"/>
          </a:xfrm>
          <a:prstGeom prst="rect">
            <a:avLst/>
          </a:prstGeom>
          <a:solidFill>
            <a:srgbClr val="3C88DC"/>
          </a:solidFill>
          <a:ln w="25400">
            <a:solidFill>
              <a:schemeClr val="tx1"/>
            </a:solidFill>
            <a:miter lim="800000"/>
            <a:headEnd/>
            <a:tailEnd/>
          </a:ln>
          <a:effectLst>
            <a:outerShdw blurRad="114300" dist="63500" dir="2700000" algn="ctr" rotWithShape="0">
              <a:schemeClr val="bg2">
                <a:alpha val="29999"/>
              </a:schemeClr>
            </a:outerShdw>
          </a:effectLst>
        </p:spPr>
        <p:txBody>
          <a:bodyPr lIns="0" tIns="0" rIns="0" bIns="0" anchor="ctr"/>
          <a:lstStyle/>
          <a:p>
            <a:pPr algn="ctr" eaLnBrk="1" hangingPunct="1">
              <a:tabLst>
                <a:tab pos="1066800" algn="l"/>
              </a:tabLst>
              <a:defRPr/>
            </a:pPr>
            <a:r>
              <a:rPr lang="en-US" sz="3100">
                <a:solidFill>
                  <a:srgbClr val="FFFFFF"/>
                </a:solidFill>
                <a:latin typeface="Gill Sans" pitchFamily="80" charset="0"/>
                <a:ea typeface="Gill Sans" pitchFamily="80" charset="0"/>
                <a:cs typeface="Gill Sans" pitchFamily="80" charset="0"/>
                <a:sym typeface="Gill Sans" pitchFamily="80" charset="0"/>
              </a:rPr>
              <a:t>Tues</a:t>
            </a:r>
          </a:p>
        </p:txBody>
      </p:sp>
      <p:sp>
        <p:nvSpPr>
          <p:cNvPr id="101406" name="Rectangle 30">
            <a:extLst>
              <a:ext uri="{FF2B5EF4-FFF2-40B4-BE49-F238E27FC236}">
                <a16:creationId xmlns:a16="http://schemas.microsoft.com/office/drawing/2014/main" id="{8AA99C67-FB33-F2DB-CCEC-547668A85C09}"/>
              </a:ext>
            </a:extLst>
          </p:cNvPr>
          <p:cNvSpPr>
            <a:spLocks/>
          </p:cNvSpPr>
          <p:nvPr/>
        </p:nvSpPr>
        <p:spPr bwMode="auto">
          <a:xfrm>
            <a:off x="6413500" y="228600"/>
            <a:ext cx="1016000" cy="495300"/>
          </a:xfrm>
          <a:prstGeom prst="rect">
            <a:avLst/>
          </a:prstGeom>
          <a:solidFill>
            <a:srgbClr val="3C88DC"/>
          </a:solidFill>
          <a:ln w="25400">
            <a:solidFill>
              <a:schemeClr val="tx1"/>
            </a:solidFill>
            <a:miter lim="800000"/>
            <a:headEnd/>
            <a:tailEnd/>
          </a:ln>
          <a:effectLst>
            <a:outerShdw blurRad="114300" dist="63500" dir="2700000" algn="ctr" rotWithShape="0">
              <a:schemeClr val="bg2">
                <a:alpha val="29999"/>
              </a:schemeClr>
            </a:outerShdw>
          </a:effectLst>
        </p:spPr>
        <p:txBody>
          <a:bodyPr lIns="0" tIns="0" rIns="0" bIns="0" anchor="ctr"/>
          <a:lstStyle/>
          <a:p>
            <a:pPr algn="ctr" eaLnBrk="1" hangingPunct="1">
              <a:tabLst>
                <a:tab pos="1066800" algn="l"/>
              </a:tabLst>
              <a:defRPr/>
            </a:pPr>
            <a:r>
              <a:rPr lang="en-US" sz="3100">
                <a:solidFill>
                  <a:srgbClr val="FFFFFF"/>
                </a:solidFill>
                <a:latin typeface="Gill Sans" pitchFamily="80" charset="0"/>
                <a:ea typeface="Gill Sans" pitchFamily="80" charset="0"/>
                <a:cs typeface="Gill Sans" pitchFamily="80" charset="0"/>
                <a:sym typeface="Gill Sans" pitchFamily="80" charset="0"/>
              </a:rPr>
              <a:t>Wed</a:t>
            </a:r>
          </a:p>
        </p:txBody>
      </p:sp>
      <p:sp>
        <p:nvSpPr>
          <p:cNvPr id="101407" name="Rectangle 31">
            <a:extLst>
              <a:ext uri="{FF2B5EF4-FFF2-40B4-BE49-F238E27FC236}">
                <a16:creationId xmlns:a16="http://schemas.microsoft.com/office/drawing/2014/main" id="{89495B8B-310B-DA77-ADF9-E3A86C5FD16F}"/>
              </a:ext>
            </a:extLst>
          </p:cNvPr>
          <p:cNvSpPr>
            <a:spLocks/>
          </p:cNvSpPr>
          <p:nvPr/>
        </p:nvSpPr>
        <p:spPr bwMode="auto">
          <a:xfrm>
            <a:off x="7429500" y="228600"/>
            <a:ext cx="1016000" cy="495300"/>
          </a:xfrm>
          <a:prstGeom prst="rect">
            <a:avLst/>
          </a:prstGeom>
          <a:solidFill>
            <a:srgbClr val="3C88DC"/>
          </a:solidFill>
          <a:ln w="25400">
            <a:solidFill>
              <a:schemeClr val="tx1"/>
            </a:solidFill>
            <a:miter lim="800000"/>
            <a:headEnd/>
            <a:tailEnd/>
          </a:ln>
          <a:effectLst>
            <a:outerShdw blurRad="114300" dist="63500" dir="2700000" algn="ctr" rotWithShape="0">
              <a:schemeClr val="bg2">
                <a:alpha val="29999"/>
              </a:schemeClr>
            </a:outerShdw>
          </a:effectLst>
        </p:spPr>
        <p:txBody>
          <a:bodyPr lIns="0" tIns="0" rIns="0" bIns="0" anchor="ctr"/>
          <a:lstStyle/>
          <a:p>
            <a:pPr algn="ctr" eaLnBrk="1" hangingPunct="1">
              <a:tabLst>
                <a:tab pos="1066800" algn="l"/>
              </a:tabLst>
              <a:defRPr/>
            </a:pPr>
            <a:r>
              <a:rPr lang="en-US" sz="3100">
                <a:solidFill>
                  <a:srgbClr val="FFFFFF"/>
                </a:solidFill>
                <a:latin typeface="Gill Sans" pitchFamily="80" charset="0"/>
                <a:ea typeface="Gill Sans" pitchFamily="80" charset="0"/>
                <a:cs typeface="Gill Sans" pitchFamily="80" charset="0"/>
                <a:sym typeface="Gill Sans" pitchFamily="80" charset="0"/>
              </a:rPr>
              <a:t>Thur</a:t>
            </a:r>
          </a:p>
        </p:txBody>
      </p:sp>
      <p:sp>
        <p:nvSpPr>
          <p:cNvPr id="101408" name="Rectangle 32">
            <a:extLst>
              <a:ext uri="{FF2B5EF4-FFF2-40B4-BE49-F238E27FC236}">
                <a16:creationId xmlns:a16="http://schemas.microsoft.com/office/drawing/2014/main" id="{AAEDF32B-D996-9699-3BD8-0E71E3FFE43E}"/>
              </a:ext>
            </a:extLst>
          </p:cNvPr>
          <p:cNvSpPr>
            <a:spLocks/>
          </p:cNvSpPr>
          <p:nvPr/>
        </p:nvSpPr>
        <p:spPr bwMode="auto">
          <a:xfrm>
            <a:off x="8445500" y="228600"/>
            <a:ext cx="1016000" cy="495300"/>
          </a:xfrm>
          <a:prstGeom prst="rect">
            <a:avLst/>
          </a:prstGeom>
          <a:solidFill>
            <a:srgbClr val="3C88DC"/>
          </a:solidFill>
          <a:ln w="25400">
            <a:solidFill>
              <a:schemeClr val="tx1"/>
            </a:solidFill>
            <a:miter lim="800000"/>
            <a:headEnd/>
            <a:tailEnd/>
          </a:ln>
          <a:effectLst>
            <a:outerShdw blurRad="114300" dist="63500" dir="2700000" algn="ctr" rotWithShape="0">
              <a:schemeClr val="bg2">
                <a:alpha val="29999"/>
              </a:schemeClr>
            </a:outerShdw>
          </a:effectLst>
        </p:spPr>
        <p:txBody>
          <a:bodyPr lIns="0" tIns="0" rIns="0" bIns="0" anchor="ctr"/>
          <a:lstStyle/>
          <a:p>
            <a:pPr algn="ctr" eaLnBrk="1" hangingPunct="1">
              <a:tabLst>
                <a:tab pos="1066800" algn="l"/>
              </a:tabLst>
              <a:defRPr/>
            </a:pPr>
            <a:r>
              <a:rPr lang="en-US" sz="3100">
                <a:solidFill>
                  <a:srgbClr val="FFFFFF"/>
                </a:solidFill>
                <a:latin typeface="Gill Sans" pitchFamily="80" charset="0"/>
                <a:ea typeface="Gill Sans" pitchFamily="80" charset="0"/>
                <a:cs typeface="Gill Sans" pitchFamily="80" charset="0"/>
                <a:sym typeface="Gill Sans" pitchFamily="80" charset="0"/>
              </a:rPr>
              <a:t>Fri</a:t>
            </a:r>
          </a:p>
        </p:txBody>
      </p:sp>
      <p:sp>
        <p:nvSpPr>
          <p:cNvPr id="80929" name="Line 33">
            <a:extLst>
              <a:ext uri="{FF2B5EF4-FFF2-40B4-BE49-F238E27FC236}">
                <a16:creationId xmlns:a16="http://schemas.microsoft.com/office/drawing/2014/main" id="{1F5B09B6-E513-8B80-95AD-6A53949BA280}"/>
              </a:ext>
            </a:extLst>
          </p:cNvPr>
          <p:cNvSpPr>
            <a:spLocks noChangeShapeType="1"/>
          </p:cNvSpPr>
          <p:nvPr/>
        </p:nvSpPr>
        <p:spPr bwMode="auto">
          <a:xfrm>
            <a:off x="2565400" y="3683000"/>
            <a:ext cx="5994400" cy="0"/>
          </a:xfrm>
          <a:prstGeom prst="line">
            <a:avLst/>
          </a:prstGeom>
          <a:noFill/>
          <a:ln w="25400">
            <a:solidFill>
              <a:srgbClr val="577AB1">
                <a:alpha val="50195"/>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1410" name="Line 34">
            <a:extLst>
              <a:ext uri="{FF2B5EF4-FFF2-40B4-BE49-F238E27FC236}">
                <a16:creationId xmlns:a16="http://schemas.microsoft.com/office/drawing/2014/main" id="{5E7CAB17-05D3-7949-9554-A3D93EE07D83}"/>
              </a:ext>
            </a:extLst>
          </p:cNvPr>
          <p:cNvSpPr>
            <a:spLocks noChangeShapeType="1"/>
          </p:cNvSpPr>
          <p:nvPr/>
        </p:nvSpPr>
        <p:spPr bwMode="auto">
          <a:xfrm>
            <a:off x="3040063" y="3937000"/>
            <a:ext cx="1158875" cy="785813"/>
          </a:xfrm>
          <a:prstGeom prst="line">
            <a:avLst/>
          </a:prstGeom>
          <a:noFill/>
          <a:ln w="38100">
            <a:solidFill>
              <a:srgbClr val="023E7F"/>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1411" name="Oval 35">
            <a:extLst>
              <a:ext uri="{FF2B5EF4-FFF2-40B4-BE49-F238E27FC236}">
                <a16:creationId xmlns:a16="http://schemas.microsoft.com/office/drawing/2014/main" id="{6EDC3A55-6C3C-52C1-0FCC-B81B0D9A03F7}"/>
              </a:ext>
            </a:extLst>
          </p:cNvPr>
          <p:cNvSpPr>
            <a:spLocks/>
          </p:cNvSpPr>
          <p:nvPr/>
        </p:nvSpPr>
        <p:spPr bwMode="auto">
          <a:xfrm>
            <a:off x="2857500" y="3771900"/>
            <a:ext cx="292100" cy="292100"/>
          </a:xfrm>
          <a:prstGeom prst="ellipse">
            <a:avLst/>
          </a:prstGeom>
          <a:solidFill>
            <a:srgbClr val="0887E2"/>
          </a:solidFill>
          <a:ln w="25400">
            <a:solidFill>
              <a:srgbClr val="023E7F"/>
            </a:solidFill>
            <a:round/>
            <a:headEnd/>
            <a:tailEnd/>
          </a:ln>
          <a:effectLst>
            <a:outerShdw blurRad="114300" dist="63500" dir="2700000" algn="ctr" rotWithShape="0">
              <a:schemeClr val="bg2">
                <a:alpha val="29999"/>
              </a:schemeClr>
            </a:outerShdw>
          </a:effectLst>
        </p:spPr>
        <p:txBody>
          <a:bodyPr/>
          <a:lstStyle/>
          <a:p>
            <a:pPr algn="ctr" eaLnBrk="1" hangingPunct="1">
              <a:defRPr/>
            </a:pPr>
            <a:endParaRPr lang="en-US">
              <a:latin typeface="Gill Sans" pitchFamily="80" charset="0"/>
              <a:ea typeface="ヒラギノ角ゴ Pro W3" pitchFamily="80" charset="-128"/>
              <a:sym typeface="Gill Sans" pitchFamily="80" charset="0"/>
            </a:endParaRPr>
          </a:p>
        </p:txBody>
      </p:sp>
      <p:sp>
        <p:nvSpPr>
          <p:cNvPr id="101412" name="Oval 36">
            <a:extLst>
              <a:ext uri="{FF2B5EF4-FFF2-40B4-BE49-F238E27FC236}">
                <a16:creationId xmlns:a16="http://schemas.microsoft.com/office/drawing/2014/main" id="{8C5E41B7-90A7-E9A9-C0E7-DD7537417430}"/>
              </a:ext>
            </a:extLst>
          </p:cNvPr>
          <p:cNvSpPr>
            <a:spLocks/>
          </p:cNvSpPr>
          <p:nvPr/>
        </p:nvSpPr>
        <p:spPr bwMode="auto">
          <a:xfrm>
            <a:off x="4889500" y="2806700"/>
            <a:ext cx="292100" cy="292100"/>
          </a:xfrm>
          <a:prstGeom prst="ellipse">
            <a:avLst/>
          </a:prstGeom>
          <a:solidFill>
            <a:srgbClr val="0887E2"/>
          </a:solidFill>
          <a:ln w="25400">
            <a:solidFill>
              <a:srgbClr val="023E7F"/>
            </a:solidFill>
            <a:round/>
            <a:headEnd/>
            <a:tailEnd/>
          </a:ln>
          <a:effectLst>
            <a:outerShdw blurRad="114300" dist="63500" dir="2700000" algn="ctr" rotWithShape="0">
              <a:schemeClr val="bg2">
                <a:alpha val="29999"/>
              </a:schemeClr>
            </a:outerShdw>
          </a:effectLst>
        </p:spPr>
        <p:txBody>
          <a:bodyPr/>
          <a:lstStyle/>
          <a:p>
            <a:pPr algn="ctr" eaLnBrk="1" hangingPunct="1">
              <a:defRPr/>
            </a:pPr>
            <a:endParaRPr lang="en-US">
              <a:latin typeface="Gill Sans" pitchFamily="80" charset="0"/>
              <a:ea typeface="ヒラギノ角ゴ Pro W3" pitchFamily="80" charset="-128"/>
              <a:sym typeface="Gill Sans" pitchFamily="80" charset="0"/>
            </a:endParaRPr>
          </a:p>
        </p:txBody>
      </p:sp>
      <p:sp>
        <p:nvSpPr>
          <p:cNvPr id="101413" name="Oval 37">
            <a:extLst>
              <a:ext uri="{FF2B5EF4-FFF2-40B4-BE49-F238E27FC236}">
                <a16:creationId xmlns:a16="http://schemas.microsoft.com/office/drawing/2014/main" id="{AC7E9C61-1093-E6E2-3C1E-19D45ACB2874}"/>
              </a:ext>
            </a:extLst>
          </p:cNvPr>
          <p:cNvSpPr>
            <a:spLocks/>
          </p:cNvSpPr>
          <p:nvPr/>
        </p:nvSpPr>
        <p:spPr bwMode="auto">
          <a:xfrm>
            <a:off x="5905500" y="2806700"/>
            <a:ext cx="292100" cy="292100"/>
          </a:xfrm>
          <a:prstGeom prst="ellipse">
            <a:avLst/>
          </a:prstGeom>
          <a:solidFill>
            <a:srgbClr val="0887E2"/>
          </a:solidFill>
          <a:ln w="25400">
            <a:solidFill>
              <a:srgbClr val="023E7F"/>
            </a:solidFill>
            <a:round/>
            <a:headEnd/>
            <a:tailEnd/>
          </a:ln>
          <a:effectLst>
            <a:outerShdw blurRad="114300" dist="63500" dir="2700000" algn="ctr" rotWithShape="0">
              <a:schemeClr val="bg2">
                <a:alpha val="29999"/>
              </a:schemeClr>
            </a:outerShdw>
          </a:effectLst>
        </p:spPr>
        <p:txBody>
          <a:bodyPr/>
          <a:lstStyle/>
          <a:p>
            <a:pPr algn="ctr" eaLnBrk="1" hangingPunct="1">
              <a:defRPr/>
            </a:pPr>
            <a:endParaRPr lang="en-US">
              <a:latin typeface="Gill Sans" pitchFamily="80" charset="0"/>
              <a:ea typeface="ヒラギノ角ゴ Pro W3" pitchFamily="80" charset="-128"/>
              <a:sym typeface="Gill Sans" pitchFamily="80" charset="0"/>
            </a:endParaRPr>
          </a:p>
        </p:txBody>
      </p:sp>
      <p:sp>
        <p:nvSpPr>
          <p:cNvPr id="101414" name="Oval 38">
            <a:extLst>
              <a:ext uri="{FF2B5EF4-FFF2-40B4-BE49-F238E27FC236}">
                <a16:creationId xmlns:a16="http://schemas.microsoft.com/office/drawing/2014/main" id="{0AC119F5-DD8C-8572-ECBB-29D957FF5750}"/>
              </a:ext>
            </a:extLst>
          </p:cNvPr>
          <p:cNvSpPr>
            <a:spLocks/>
          </p:cNvSpPr>
          <p:nvPr/>
        </p:nvSpPr>
        <p:spPr bwMode="auto">
          <a:xfrm>
            <a:off x="6921500" y="2806700"/>
            <a:ext cx="292100" cy="292100"/>
          </a:xfrm>
          <a:prstGeom prst="ellipse">
            <a:avLst/>
          </a:prstGeom>
          <a:solidFill>
            <a:srgbClr val="0887E2"/>
          </a:solidFill>
          <a:ln w="25400">
            <a:solidFill>
              <a:srgbClr val="023E7F"/>
            </a:solidFill>
            <a:round/>
            <a:headEnd/>
            <a:tailEnd/>
          </a:ln>
          <a:effectLst>
            <a:outerShdw blurRad="114300" dist="63500" dir="2700000" algn="ctr" rotWithShape="0">
              <a:schemeClr val="bg2">
                <a:alpha val="29999"/>
              </a:schemeClr>
            </a:outerShdw>
          </a:effectLst>
        </p:spPr>
        <p:txBody>
          <a:bodyPr/>
          <a:lstStyle/>
          <a:p>
            <a:pPr algn="ctr" eaLnBrk="1" hangingPunct="1">
              <a:defRPr/>
            </a:pPr>
            <a:endParaRPr lang="en-US">
              <a:latin typeface="Gill Sans" pitchFamily="80" charset="0"/>
              <a:ea typeface="ヒラギノ角ゴ Pro W3" pitchFamily="80" charset="-128"/>
              <a:sym typeface="Gill Sans" pitchFamily="80" charset="0"/>
            </a:endParaRPr>
          </a:p>
        </p:txBody>
      </p:sp>
      <p:sp>
        <p:nvSpPr>
          <p:cNvPr id="101415" name="Oval 39">
            <a:extLst>
              <a:ext uri="{FF2B5EF4-FFF2-40B4-BE49-F238E27FC236}">
                <a16:creationId xmlns:a16="http://schemas.microsoft.com/office/drawing/2014/main" id="{E4EFBADC-F257-38BC-1F64-E73D5A9C45CE}"/>
              </a:ext>
            </a:extLst>
          </p:cNvPr>
          <p:cNvSpPr>
            <a:spLocks/>
          </p:cNvSpPr>
          <p:nvPr/>
        </p:nvSpPr>
        <p:spPr bwMode="auto">
          <a:xfrm>
            <a:off x="7937500" y="2806700"/>
            <a:ext cx="292100" cy="292100"/>
          </a:xfrm>
          <a:prstGeom prst="ellipse">
            <a:avLst/>
          </a:prstGeom>
          <a:solidFill>
            <a:srgbClr val="0887E2"/>
          </a:solidFill>
          <a:ln w="25400">
            <a:solidFill>
              <a:srgbClr val="023E7F"/>
            </a:solidFill>
            <a:round/>
            <a:headEnd/>
            <a:tailEnd/>
          </a:ln>
          <a:effectLst>
            <a:outerShdw blurRad="114300" dist="63500" dir="2700000" algn="ctr" rotWithShape="0">
              <a:schemeClr val="bg2">
                <a:alpha val="29999"/>
              </a:schemeClr>
            </a:outerShdw>
          </a:effectLst>
        </p:spPr>
        <p:txBody>
          <a:bodyPr/>
          <a:lstStyle/>
          <a:p>
            <a:pPr algn="ctr" eaLnBrk="1" hangingPunct="1">
              <a:defRPr/>
            </a:pPr>
            <a:endParaRPr lang="en-US">
              <a:latin typeface="Gill Sans" pitchFamily="80" charset="0"/>
              <a:ea typeface="ヒラギノ角ゴ Pro W3" pitchFamily="80" charset="-128"/>
              <a:sym typeface="Gill Sans" pitchFamily="80" charset="0"/>
            </a:endParaRPr>
          </a:p>
        </p:txBody>
      </p:sp>
      <p:sp>
        <p:nvSpPr>
          <p:cNvPr id="101416" name="Oval 40">
            <a:extLst>
              <a:ext uri="{FF2B5EF4-FFF2-40B4-BE49-F238E27FC236}">
                <a16:creationId xmlns:a16="http://schemas.microsoft.com/office/drawing/2014/main" id="{EF49E1FE-6E0F-90F6-EB46-9F30CA88B6EA}"/>
              </a:ext>
            </a:extLst>
          </p:cNvPr>
          <p:cNvSpPr>
            <a:spLocks/>
          </p:cNvSpPr>
          <p:nvPr/>
        </p:nvSpPr>
        <p:spPr bwMode="auto">
          <a:xfrm>
            <a:off x="8953500" y="2806700"/>
            <a:ext cx="292100" cy="292100"/>
          </a:xfrm>
          <a:prstGeom prst="ellipse">
            <a:avLst/>
          </a:prstGeom>
          <a:solidFill>
            <a:srgbClr val="0887E2"/>
          </a:solidFill>
          <a:ln w="25400">
            <a:solidFill>
              <a:srgbClr val="023E7F"/>
            </a:solidFill>
            <a:round/>
            <a:headEnd/>
            <a:tailEnd/>
          </a:ln>
          <a:effectLst>
            <a:outerShdw blurRad="114300" dist="63500" dir="2700000" algn="ctr" rotWithShape="0">
              <a:schemeClr val="bg2">
                <a:alpha val="29999"/>
              </a:schemeClr>
            </a:outerShdw>
          </a:effectLst>
        </p:spPr>
        <p:txBody>
          <a:bodyPr/>
          <a:lstStyle/>
          <a:p>
            <a:pPr algn="ctr" eaLnBrk="1" hangingPunct="1">
              <a:defRPr/>
            </a:pPr>
            <a:endParaRPr lang="en-US">
              <a:latin typeface="Gill Sans" pitchFamily="80" charset="0"/>
              <a:ea typeface="ヒラギノ角ゴ Pro W3" pitchFamily="80" charset="-128"/>
              <a:sym typeface="Gill Sans" pitchFamily="80" charset="0"/>
            </a:endParaRPr>
          </a:p>
        </p:txBody>
      </p:sp>
      <p:sp>
        <p:nvSpPr>
          <p:cNvPr id="101417" name="Line 41">
            <a:extLst>
              <a:ext uri="{FF2B5EF4-FFF2-40B4-BE49-F238E27FC236}">
                <a16:creationId xmlns:a16="http://schemas.microsoft.com/office/drawing/2014/main" id="{F4983C50-CF38-922E-D5D6-20CCFBC6A715}"/>
              </a:ext>
            </a:extLst>
          </p:cNvPr>
          <p:cNvSpPr>
            <a:spLocks noChangeShapeType="1"/>
          </p:cNvSpPr>
          <p:nvPr/>
        </p:nvSpPr>
        <p:spPr bwMode="auto">
          <a:xfrm rot="10800000" flipH="1">
            <a:off x="4208463" y="4583113"/>
            <a:ext cx="1223962" cy="149225"/>
          </a:xfrm>
          <a:prstGeom prst="line">
            <a:avLst/>
          </a:prstGeom>
          <a:noFill/>
          <a:ln w="38100">
            <a:solidFill>
              <a:srgbClr val="023E7F"/>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1418" name="Oval 42">
            <a:extLst>
              <a:ext uri="{FF2B5EF4-FFF2-40B4-BE49-F238E27FC236}">
                <a16:creationId xmlns:a16="http://schemas.microsoft.com/office/drawing/2014/main" id="{DD538484-208F-0461-D4CB-A7A1E8C42F7A}"/>
              </a:ext>
            </a:extLst>
          </p:cNvPr>
          <p:cNvSpPr>
            <a:spLocks/>
          </p:cNvSpPr>
          <p:nvPr/>
        </p:nvSpPr>
        <p:spPr bwMode="auto">
          <a:xfrm>
            <a:off x="4051300" y="4572000"/>
            <a:ext cx="292100" cy="292100"/>
          </a:xfrm>
          <a:prstGeom prst="ellipse">
            <a:avLst/>
          </a:prstGeom>
          <a:solidFill>
            <a:srgbClr val="0887E2"/>
          </a:solidFill>
          <a:ln w="25400">
            <a:solidFill>
              <a:srgbClr val="023E7F"/>
            </a:solidFill>
            <a:round/>
            <a:headEnd/>
            <a:tailEnd/>
          </a:ln>
          <a:effectLst>
            <a:outerShdw blurRad="114300" dist="63500" dir="2700000" algn="ctr" rotWithShape="0">
              <a:schemeClr val="bg2">
                <a:alpha val="29999"/>
              </a:schemeClr>
            </a:outerShdw>
          </a:effectLst>
        </p:spPr>
        <p:txBody>
          <a:bodyPr/>
          <a:lstStyle/>
          <a:p>
            <a:pPr algn="ctr" eaLnBrk="1" hangingPunct="1">
              <a:defRPr/>
            </a:pPr>
            <a:endParaRPr lang="en-US">
              <a:latin typeface="Gill Sans" pitchFamily="80" charset="0"/>
              <a:ea typeface="ヒラギノ角ゴ Pro W3" pitchFamily="80" charset="-128"/>
              <a:sym typeface="Gill Sans" pitchFamily="80" charset="0"/>
            </a:endParaRPr>
          </a:p>
        </p:txBody>
      </p:sp>
      <p:sp>
        <p:nvSpPr>
          <p:cNvPr id="101419" name="Line 43">
            <a:extLst>
              <a:ext uri="{FF2B5EF4-FFF2-40B4-BE49-F238E27FC236}">
                <a16:creationId xmlns:a16="http://schemas.microsoft.com/office/drawing/2014/main" id="{BE770699-65E6-DD10-9D72-D4508FB72B44}"/>
              </a:ext>
            </a:extLst>
          </p:cNvPr>
          <p:cNvSpPr>
            <a:spLocks noChangeShapeType="1"/>
          </p:cNvSpPr>
          <p:nvPr/>
        </p:nvSpPr>
        <p:spPr bwMode="auto">
          <a:xfrm>
            <a:off x="5413375" y="4602163"/>
            <a:ext cx="1244600" cy="877887"/>
          </a:xfrm>
          <a:prstGeom prst="line">
            <a:avLst/>
          </a:prstGeom>
          <a:noFill/>
          <a:ln w="38100">
            <a:solidFill>
              <a:srgbClr val="023E7F"/>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1420" name="Oval 44">
            <a:extLst>
              <a:ext uri="{FF2B5EF4-FFF2-40B4-BE49-F238E27FC236}">
                <a16:creationId xmlns:a16="http://schemas.microsoft.com/office/drawing/2014/main" id="{91CD58C9-5CB7-DBE6-BADE-9A1C3B0A7C77}"/>
              </a:ext>
            </a:extLst>
          </p:cNvPr>
          <p:cNvSpPr>
            <a:spLocks/>
          </p:cNvSpPr>
          <p:nvPr/>
        </p:nvSpPr>
        <p:spPr bwMode="auto">
          <a:xfrm>
            <a:off x="5270500" y="4445000"/>
            <a:ext cx="292100" cy="292100"/>
          </a:xfrm>
          <a:prstGeom prst="ellipse">
            <a:avLst/>
          </a:prstGeom>
          <a:solidFill>
            <a:srgbClr val="0887E2"/>
          </a:solidFill>
          <a:ln w="25400">
            <a:solidFill>
              <a:srgbClr val="023E7F"/>
            </a:solidFill>
            <a:round/>
            <a:headEnd/>
            <a:tailEnd/>
          </a:ln>
          <a:effectLst>
            <a:outerShdw blurRad="114300" dist="63500" dir="2700000" algn="ctr" rotWithShape="0">
              <a:schemeClr val="bg2">
                <a:alpha val="29999"/>
              </a:schemeClr>
            </a:outerShdw>
          </a:effectLst>
        </p:spPr>
        <p:txBody>
          <a:bodyPr/>
          <a:lstStyle/>
          <a:p>
            <a:pPr algn="ctr" eaLnBrk="1" hangingPunct="1">
              <a:defRPr/>
            </a:pPr>
            <a:endParaRPr lang="en-US">
              <a:latin typeface="Gill Sans" pitchFamily="80" charset="0"/>
              <a:ea typeface="ヒラギノ角ゴ Pro W3" pitchFamily="80" charset="-128"/>
              <a:sym typeface="Gill Sans" pitchFamily="80" charset="0"/>
            </a:endParaRPr>
          </a:p>
        </p:txBody>
      </p:sp>
      <p:sp>
        <p:nvSpPr>
          <p:cNvPr id="101421" name="Line 45">
            <a:extLst>
              <a:ext uri="{FF2B5EF4-FFF2-40B4-BE49-F238E27FC236}">
                <a16:creationId xmlns:a16="http://schemas.microsoft.com/office/drawing/2014/main" id="{ED08F2EF-3188-F677-F9AD-EDEE38683474}"/>
              </a:ext>
            </a:extLst>
          </p:cNvPr>
          <p:cNvSpPr>
            <a:spLocks noChangeShapeType="1"/>
          </p:cNvSpPr>
          <p:nvPr/>
        </p:nvSpPr>
        <p:spPr bwMode="auto">
          <a:xfrm>
            <a:off x="6629400" y="5461000"/>
            <a:ext cx="1222375" cy="539750"/>
          </a:xfrm>
          <a:prstGeom prst="line">
            <a:avLst/>
          </a:prstGeom>
          <a:noFill/>
          <a:ln w="38100">
            <a:solidFill>
              <a:srgbClr val="023E7F"/>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1422" name="Oval 46">
            <a:extLst>
              <a:ext uri="{FF2B5EF4-FFF2-40B4-BE49-F238E27FC236}">
                <a16:creationId xmlns:a16="http://schemas.microsoft.com/office/drawing/2014/main" id="{FB42695D-F0EC-902A-268F-B96DB91B349C}"/>
              </a:ext>
            </a:extLst>
          </p:cNvPr>
          <p:cNvSpPr>
            <a:spLocks/>
          </p:cNvSpPr>
          <p:nvPr/>
        </p:nvSpPr>
        <p:spPr bwMode="auto">
          <a:xfrm>
            <a:off x="7683500" y="5842000"/>
            <a:ext cx="292100" cy="292100"/>
          </a:xfrm>
          <a:prstGeom prst="ellipse">
            <a:avLst/>
          </a:prstGeom>
          <a:solidFill>
            <a:srgbClr val="0887E2"/>
          </a:solidFill>
          <a:ln w="25400">
            <a:solidFill>
              <a:srgbClr val="023E7F"/>
            </a:solidFill>
            <a:round/>
            <a:headEnd/>
            <a:tailEnd/>
          </a:ln>
          <a:effectLst>
            <a:outerShdw blurRad="114300" dist="63500" dir="2700000" algn="ctr" rotWithShape="0">
              <a:schemeClr val="bg2">
                <a:alpha val="29999"/>
              </a:schemeClr>
            </a:outerShdw>
          </a:effectLst>
        </p:spPr>
        <p:txBody>
          <a:bodyPr/>
          <a:lstStyle/>
          <a:p>
            <a:pPr algn="ctr" eaLnBrk="1" hangingPunct="1">
              <a:defRPr/>
            </a:pPr>
            <a:endParaRPr lang="en-US">
              <a:latin typeface="Gill Sans" pitchFamily="80" charset="0"/>
              <a:ea typeface="ヒラギノ角ゴ Pro W3" pitchFamily="80" charset="-128"/>
              <a:sym typeface="Gill Sans" pitchFamily="80" charset="0"/>
            </a:endParaRPr>
          </a:p>
        </p:txBody>
      </p:sp>
      <p:sp>
        <p:nvSpPr>
          <p:cNvPr id="101423" name="Oval 47">
            <a:extLst>
              <a:ext uri="{FF2B5EF4-FFF2-40B4-BE49-F238E27FC236}">
                <a16:creationId xmlns:a16="http://schemas.microsoft.com/office/drawing/2014/main" id="{98DC8A21-6B50-15B6-EF5C-240DE7A95137}"/>
              </a:ext>
            </a:extLst>
          </p:cNvPr>
          <p:cNvSpPr>
            <a:spLocks/>
          </p:cNvSpPr>
          <p:nvPr/>
        </p:nvSpPr>
        <p:spPr bwMode="auto">
          <a:xfrm>
            <a:off x="6477000" y="5308600"/>
            <a:ext cx="292100" cy="292100"/>
          </a:xfrm>
          <a:prstGeom prst="ellipse">
            <a:avLst/>
          </a:prstGeom>
          <a:solidFill>
            <a:srgbClr val="0887E2"/>
          </a:solidFill>
          <a:ln w="25400">
            <a:solidFill>
              <a:srgbClr val="023E7F"/>
            </a:solidFill>
            <a:round/>
            <a:headEnd/>
            <a:tailEnd/>
          </a:ln>
          <a:effectLst>
            <a:outerShdw blurRad="114300" dist="63500" dir="2700000" algn="ctr" rotWithShape="0">
              <a:schemeClr val="bg2">
                <a:alpha val="29999"/>
              </a:schemeClr>
            </a:outerShdw>
          </a:effectLst>
        </p:spPr>
        <p:txBody>
          <a:bodyPr/>
          <a:lstStyle/>
          <a:p>
            <a:pPr algn="ctr" eaLnBrk="1" hangingPunct="1">
              <a:defRPr/>
            </a:pPr>
            <a:endParaRPr lang="en-US">
              <a:latin typeface="Gill Sans" pitchFamily="80" charset="0"/>
              <a:ea typeface="ヒラギノ角ゴ Pro W3" pitchFamily="80" charset="-128"/>
              <a:sym typeface="Gill Sans" pitchFamily="80" charset="0"/>
            </a:endParaRPr>
          </a:p>
        </p:txBody>
      </p:sp>
      <p:grpSp>
        <p:nvGrpSpPr>
          <p:cNvPr id="80944" name="Group 48">
            <a:extLst>
              <a:ext uri="{FF2B5EF4-FFF2-40B4-BE49-F238E27FC236}">
                <a16:creationId xmlns:a16="http://schemas.microsoft.com/office/drawing/2014/main" id="{D1F327A1-F02B-6870-6072-30F7202753F4}"/>
              </a:ext>
            </a:extLst>
          </p:cNvPr>
          <p:cNvGrpSpPr>
            <a:grpSpLocks/>
          </p:cNvGrpSpPr>
          <p:nvPr/>
        </p:nvGrpSpPr>
        <p:grpSpPr bwMode="auto">
          <a:xfrm>
            <a:off x="6413500" y="723900"/>
            <a:ext cx="1016000" cy="1981200"/>
            <a:chOff x="0" y="0"/>
            <a:chExt cx="640" cy="1248"/>
          </a:xfrm>
        </p:grpSpPr>
        <p:sp>
          <p:nvSpPr>
            <p:cNvPr id="80981" name="Rectangle 49">
              <a:extLst>
                <a:ext uri="{FF2B5EF4-FFF2-40B4-BE49-F238E27FC236}">
                  <a16:creationId xmlns:a16="http://schemas.microsoft.com/office/drawing/2014/main" id="{A882549D-A4E1-A7B1-9E56-A25A7AFBD82D}"/>
                </a:ext>
              </a:extLst>
            </p:cNvPr>
            <p:cNvSpPr>
              <a:spLocks/>
            </p:cNvSpPr>
            <p:nvPr/>
          </p:nvSpPr>
          <p:spPr bwMode="auto">
            <a:xfrm>
              <a:off x="0" y="0"/>
              <a:ext cx="640" cy="312"/>
            </a:xfrm>
            <a:prstGeom prst="rect">
              <a:avLst/>
            </a:prstGeom>
            <a:solidFill>
              <a:srgbClr val="E6E6E6"/>
            </a:solidFill>
            <a:ln w="25400">
              <a:solidFill>
                <a:schemeClr val="tx1"/>
              </a:solidFill>
              <a:miter lim="800000"/>
              <a:headEnd/>
              <a:tailEnd/>
            </a:ln>
          </p:spPr>
          <p:txBody>
            <a:bodyPr/>
            <a:lstStyle>
              <a:lvl1pPr>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algn="ctr" eaLnBrk="1" hangingPunct="1"/>
              <a:endParaRPr lang="en-US" altLang="en-US"/>
            </a:p>
          </p:txBody>
        </p:sp>
        <p:sp>
          <p:nvSpPr>
            <p:cNvPr id="80982" name="Rectangle 50">
              <a:extLst>
                <a:ext uri="{FF2B5EF4-FFF2-40B4-BE49-F238E27FC236}">
                  <a16:creationId xmlns:a16="http://schemas.microsoft.com/office/drawing/2014/main" id="{58DB4D5C-83A8-841B-54E5-52114444B89C}"/>
                </a:ext>
              </a:extLst>
            </p:cNvPr>
            <p:cNvSpPr>
              <a:spLocks/>
            </p:cNvSpPr>
            <p:nvPr/>
          </p:nvSpPr>
          <p:spPr bwMode="auto">
            <a:xfrm>
              <a:off x="0" y="312"/>
              <a:ext cx="640" cy="312"/>
            </a:xfrm>
            <a:prstGeom prst="rect">
              <a:avLst/>
            </a:prstGeom>
            <a:solidFill>
              <a:srgbClr val="E6E6E6"/>
            </a:solidFill>
            <a:ln w="25400">
              <a:solidFill>
                <a:schemeClr val="tx1"/>
              </a:solidFill>
              <a:miter lim="800000"/>
              <a:headEnd/>
              <a:tailEnd/>
            </a:ln>
          </p:spPr>
          <p:txBody>
            <a:bodyPr/>
            <a:lstStyle>
              <a:lvl1pPr>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algn="ctr" eaLnBrk="1" hangingPunct="1"/>
              <a:endParaRPr lang="en-US" altLang="en-US"/>
            </a:p>
          </p:txBody>
        </p:sp>
        <p:sp>
          <p:nvSpPr>
            <p:cNvPr id="80983" name="Rectangle 51">
              <a:extLst>
                <a:ext uri="{FF2B5EF4-FFF2-40B4-BE49-F238E27FC236}">
                  <a16:creationId xmlns:a16="http://schemas.microsoft.com/office/drawing/2014/main" id="{3BDDB280-E745-A388-A7B4-1229DA20B6B4}"/>
                </a:ext>
              </a:extLst>
            </p:cNvPr>
            <p:cNvSpPr>
              <a:spLocks/>
            </p:cNvSpPr>
            <p:nvPr/>
          </p:nvSpPr>
          <p:spPr bwMode="auto">
            <a:xfrm>
              <a:off x="0" y="624"/>
              <a:ext cx="640" cy="312"/>
            </a:xfrm>
            <a:prstGeom prst="rect">
              <a:avLst/>
            </a:prstGeom>
            <a:solidFill>
              <a:srgbClr val="E6E6E6"/>
            </a:solidFill>
            <a:ln w="25400">
              <a:solidFill>
                <a:schemeClr val="tx1"/>
              </a:solidFill>
              <a:miter lim="800000"/>
              <a:headEnd/>
              <a:tailEnd/>
            </a:ln>
          </p:spPr>
          <p:txBody>
            <a:bodyPr/>
            <a:lstStyle>
              <a:lvl1pPr>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algn="ctr" eaLnBrk="1" hangingPunct="1"/>
              <a:endParaRPr lang="en-US" altLang="en-US"/>
            </a:p>
          </p:txBody>
        </p:sp>
        <p:sp>
          <p:nvSpPr>
            <p:cNvPr id="80984" name="Rectangle 52">
              <a:extLst>
                <a:ext uri="{FF2B5EF4-FFF2-40B4-BE49-F238E27FC236}">
                  <a16:creationId xmlns:a16="http://schemas.microsoft.com/office/drawing/2014/main" id="{010E9A28-55DC-22E3-FBA2-9A3A0C9B06A1}"/>
                </a:ext>
              </a:extLst>
            </p:cNvPr>
            <p:cNvSpPr>
              <a:spLocks/>
            </p:cNvSpPr>
            <p:nvPr/>
          </p:nvSpPr>
          <p:spPr bwMode="auto">
            <a:xfrm>
              <a:off x="0" y="936"/>
              <a:ext cx="640" cy="312"/>
            </a:xfrm>
            <a:prstGeom prst="rect">
              <a:avLst/>
            </a:prstGeom>
            <a:solidFill>
              <a:srgbClr val="E6E6E6"/>
            </a:solidFill>
            <a:ln w="25400">
              <a:solidFill>
                <a:schemeClr val="tx1"/>
              </a:solidFill>
              <a:miter lim="800000"/>
              <a:headEnd/>
              <a:tailEnd/>
            </a:ln>
          </p:spPr>
          <p:txBody>
            <a:bodyPr/>
            <a:lstStyle>
              <a:lvl1pPr>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algn="ctr" eaLnBrk="1" hangingPunct="1"/>
              <a:endParaRPr lang="en-US" altLang="en-US"/>
            </a:p>
          </p:txBody>
        </p:sp>
      </p:grpSp>
      <p:grpSp>
        <p:nvGrpSpPr>
          <p:cNvPr id="80945" name="Group 53">
            <a:extLst>
              <a:ext uri="{FF2B5EF4-FFF2-40B4-BE49-F238E27FC236}">
                <a16:creationId xmlns:a16="http://schemas.microsoft.com/office/drawing/2014/main" id="{0D6BA91D-D830-1222-DDF3-B3A5A8B0C4A0}"/>
              </a:ext>
            </a:extLst>
          </p:cNvPr>
          <p:cNvGrpSpPr>
            <a:grpSpLocks/>
          </p:cNvGrpSpPr>
          <p:nvPr/>
        </p:nvGrpSpPr>
        <p:grpSpPr bwMode="auto">
          <a:xfrm>
            <a:off x="5397500" y="723900"/>
            <a:ext cx="1016000" cy="1981200"/>
            <a:chOff x="0" y="0"/>
            <a:chExt cx="640" cy="1248"/>
          </a:xfrm>
        </p:grpSpPr>
        <p:sp>
          <p:nvSpPr>
            <p:cNvPr id="80977" name="Rectangle 54">
              <a:extLst>
                <a:ext uri="{FF2B5EF4-FFF2-40B4-BE49-F238E27FC236}">
                  <a16:creationId xmlns:a16="http://schemas.microsoft.com/office/drawing/2014/main" id="{51EB2989-8C3E-2FAE-7549-09F3E02EA7F5}"/>
                </a:ext>
              </a:extLst>
            </p:cNvPr>
            <p:cNvSpPr>
              <a:spLocks/>
            </p:cNvSpPr>
            <p:nvPr/>
          </p:nvSpPr>
          <p:spPr bwMode="auto">
            <a:xfrm>
              <a:off x="0" y="0"/>
              <a:ext cx="640" cy="312"/>
            </a:xfrm>
            <a:prstGeom prst="rect">
              <a:avLst/>
            </a:prstGeom>
            <a:solidFill>
              <a:srgbClr val="E6E6E6"/>
            </a:solidFill>
            <a:ln w="25400">
              <a:solidFill>
                <a:schemeClr val="tx1"/>
              </a:solidFill>
              <a:miter lim="800000"/>
              <a:headEnd/>
              <a:tailEnd/>
            </a:ln>
          </p:spPr>
          <p:txBody>
            <a:bodyPr/>
            <a:lstStyle>
              <a:lvl1pPr>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algn="ctr" eaLnBrk="1" hangingPunct="1"/>
              <a:endParaRPr lang="en-US" altLang="en-US"/>
            </a:p>
          </p:txBody>
        </p:sp>
        <p:sp>
          <p:nvSpPr>
            <p:cNvPr id="80978" name="Rectangle 55">
              <a:extLst>
                <a:ext uri="{FF2B5EF4-FFF2-40B4-BE49-F238E27FC236}">
                  <a16:creationId xmlns:a16="http://schemas.microsoft.com/office/drawing/2014/main" id="{28D6F54C-A472-F8BF-0322-01C10CBD7054}"/>
                </a:ext>
              </a:extLst>
            </p:cNvPr>
            <p:cNvSpPr>
              <a:spLocks/>
            </p:cNvSpPr>
            <p:nvPr/>
          </p:nvSpPr>
          <p:spPr bwMode="auto">
            <a:xfrm>
              <a:off x="0" y="312"/>
              <a:ext cx="640" cy="312"/>
            </a:xfrm>
            <a:prstGeom prst="rect">
              <a:avLst/>
            </a:prstGeom>
            <a:solidFill>
              <a:srgbClr val="E6E6E6"/>
            </a:solidFill>
            <a:ln w="25400">
              <a:solidFill>
                <a:schemeClr val="tx1"/>
              </a:solidFill>
              <a:miter lim="800000"/>
              <a:headEnd/>
              <a:tailEnd/>
            </a:ln>
          </p:spPr>
          <p:txBody>
            <a:bodyPr/>
            <a:lstStyle>
              <a:lvl1pPr>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algn="ctr" eaLnBrk="1" hangingPunct="1"/>
              <a:endParaRPr lang="en-US" altLang="en-US"/>
            </a:p>
          </p:txBody>
        </p:sp>
        <p:sp>
          <p:nvSpPr>
            <p:cNvPr id="80979" name="Rectangle 56">
              <a:extLst>
                <a:ext uri="{FF2B5EF4-FFF2-40B4-BE49-F238E27FC236}">
                  <a16:creationId xmlns:a16="http://schemas.microsoft.com/office/drawing/2014/main" id="{2E2973D2-F1F5-0394-B536-EC0055140AB2}"/>
                </a:ext>
              </a:extLst>
            </p:cNvPr>
            <p:cNvSpPr>
              <a:spLocks/>
            </p:cNvSpPr>
            <p:nvPr/>
          </p:nvSpPr>
          <p:spPr bwMode="auto">
            <a:xfrm>
              <a:off x="0" y="624"/>
              <a:ext cx="640" cy="312"/>
            </a:xfrm>
            <a:prstGeom prst="rect">
              <a:avLst/>
            </a:prstGeom>
            <a:solidFill>
              <a:srgbClr val="E6E6E6"/>
            </a:solidFill>
            <a:ln w="25400">
              <a:solidFill>
                <a:schemeClr val="tx1"/>
              </a:solidFill>
              <a:miter lim="800000"/>
              <a:headEnd/>
              <a:tailEnd/>
            </a:ln>
          </p:spPr>
          <p:txBody>
            <a:bodyPr/>
            <a:lstStyle>
              <a:lvl1pPr>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algn="ctr" eaLnBrk="1" hangingPunct="1"/>
              <a:endParaRPr lang="en-US" altLang="en-US"/>
            </a:p>
          </p:txBody>
        </p:sp>
        <p:sp>
          <p:nvSpPr>
            <p:cNvPr id="80980" name="Rectangle 57">
              <a:extLst>
                <a:ext uri="{FF2B5EF4-FFF2-40B4-BE49-F238E27FC236}">
                  <a16:creationId xmlns:a16="http://schemas.microsoft.com/office/drawing/2014/main" id="{E90022A5-45B6-7BD3-666E-F129334BAAA7}"/>
                </a:ext>
              </a:extLst>
            </p:cNvPr>
            <p:cNvSpPr>
              <a:spLocks/>
            </p:cNvSpPr>
            <p:nvPr/>
          </p:nvSpPr>
          <p:spPr bwMode="auto">
            <a:xfrm>
              <a:off x="0" y="936"/>
              <a:ext cx="640" cy="312"/>
            </a:xfrm>
            <a:prstGeom prst="rect">
              <a:avLst/>
            </a:prstGeom>
            <a:solidFill>
              <a:srgbClr val="E6E6E6"/>
            </a:solidFill>
            <a:ln w="25400">
              <a:solidFill>
                <a:schemeClr val="tx1"/>
              </a:solidFill>
              <a:miter lim="800000"/>
              <a:headEnd/>
              <a:tailEnd/>
            </a:ln>
          </p:spPr>
          <p:txBody>
            <a:bodyPr/>
            <a:lstStyle>
              <a:lvl1pPr>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algn="ctr" eaLnBrk="1" hangingPunct="1"/>
              <a:endParaRPr lang="en-US" altLang="en-US"/>
            </a:p>
          </p:txBody>
        </p:sp>
      </p:grpSp>
      <p:grpSp>
        <p:nvGrpSpPr>
          <p:cNvPr id="80946" name="Group 58">
            <a:extLst>
              <a:ext uri="{FF2B5EF4-FFF2-40B4-BE49-F238E27FC236}">
                <a16:creationId xmlns:a16="http://schemas.microsoft.com/office/drawing/2014/main" id="{377C7BE9-9413-B058-640A-6DB6F85647BD}"/>
              </a:ext>
            </a:extLst>
          </p:cNvPr>
          <p:cNvGrpSpPr>
            <a:grpSpLocks/>
          </p:cNvGrpSpPr>
          <p:nvPr/>
        </p:nvGrpSpPr>
        <p:grpSpPr bwMode="auto">
          <a:xfrm>
            <a:off x="8445500" y="723900"/>
            <a:ext cx="1016000" cy="1981200"/>
            <a:chOff x="0" y="0"/>
            <a:chExt cx="640" cy="1248"/>
          </a:xfrm>
        </p:grpSpPr>
        <p:sp>
          <p:nvSpPr>
            <p:cNvPr id="80973" name="Rectangle 59">
              <a:extLst>
                <a:ext uri="{FF2B5EF4-FFF2-40B4-BE49-F238E27FC236}">
                  <a16:creationId xmlns:a16="http://schemas.microsoft.com/office/drawing/2014/main" id="{64F1925F-1E60-C199-C316-2EF3354A6CD3}"/>
                </a:ext>
              </a:extLst>
            </p:cNvPr>
            <p:cNvSpPr>
              <a:spLocks/>
            </p:cNvSpPr>
            <p:nvPr/>
          </p:nvSpPr>
          <p:spPr bwMode="auto">
            <a:xfrm>
              <a:off x="0" y="0"/>
              <a:ext cx="640" cy="312"/>
            </a:xfrm>
            <a:prstGeom prst="rect">
              <a:avLst/>
            </a:prstGeom>
            <a:solidFill>
              <a:srgbClr val="E6E6E6"/>
            </a:solidFill>
            <a:ln w="25400">
              <a:solidFill>
                <a:schemeClr val="tx1"/>
              </a:solidFill>
              <a:miter lim="800000"/>
              <a:headEnd/>
              <a:tailEnd/>
            </a:ln>
          </p:spPr>
          <p:txBody>
            <a:bodyPr/>
            <a:lstStyle>
              <a:lvl1pPr>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algn="ctr" eaLnBrk="1" hangingPunct="1"/>
              <a:endParaRPr lang="en-US" altLang="en-US"/>
            </a:p>
          </p:txBody>
        </p:sp>
        <p:sp>
          <p:nvSpPr>
            <p:cNvPr id="80974" name="Rectangle 60">
              <a:extLst>
                <a:ext uri="{FF2B5EF4-FFF2-40B4-BE49-F238E27FC236}">
                  <a16:creationId xmlns:a16="http://schemas.microsoft.com/office/drawing/2014/main" id="{50C822F5-94B2-5B83-FB55-4B7BEC8FC793}"/>
                </a:ext>
              </a:extLst>
            </p:cNvPr>
            <p:cNvSpPr>
              <a:spLocks/>
            </p:cNvSpPr>
            <p:nvPr/>
          </p:nvSpPr>
          <p:spPr bwMode="auto">
            <a:xfrm>
              <a:off x="0" y="312"/>
              <a:ext cx="640" cy="312"/>
            </a:xfrm>
            <a:prstGeom prst="rect">
              <a:avLst/>
            </a:prstGeom>
            <a:solidFill>
              <a:srgbClr val="E6E6E6"/>
            </a:solidFill>
            <a:ln w="25400">
              <a:solidFill>
                <a:schemeClr val="tx1"/>
              </a:solidFill>
              <a:miter lim="800000"/>
              <a:headEnd/>
              <a:tailEnd/>
            </a:ln>
          </p:spPr>
          <p:txBody>
            <a:bodyPr/>
            <a:lstStyle>
              <a:lvl1pPr>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algn="ctr" eaLnBrk="1" hangingPunct="1"/>
              <a:endParaRPr lang="en-US" altLang="en-US"/>
            </a:p>
          </p:txBody>
        </p:sp>
        <p:sp>
          <p:nvSpPr>
            <p:cNvPr id="80975" name="Rectangle 61">
              <a:extLst>
                <a:ext uri="{FF2B5EF4-FFF2-40B4-BE49-F238E27FC236}">
                  <a16:creationId xmlns:a16="http://schemas.microsoft.com/office/drawing/2014/main" id="{44D2D74B-5A28-ADC2-ECA0-6F5936C1B683}"/>
                </a:ext>
              </a:extLst>
            </p:cNvPr>
            <p:cNvSpPr>
              <a:spLocks/>
            </p:cNvSpPr>
            <p:nvPr/>
          </p:nvSpPr>
          <p:spPr bwMode="auto">
            <a:xfrm>
              <a:off x="0" y="624"/>
              <a:ext cx="640" cy="312"/>
            </a:xfrm>
            <a:prstGeom prst="rect">
              <a:avLst/>
            </a:prstGeom>
            <a:solidFill>
              <a:srgbClr val="E6E6E6"/>
            </a:solidFill>
            <a:ln w="25400">
              <a:solidFill>
                <a:schemeClr val="tx1"/>
              </a:solidFill>
              <a:miter lim="800000"/>
              <a:headEnd/>
              <a:tailEnd/>
            </a:ln>
          </p:spPr>
          <p:txBody>
            <a:bodyPr/>
            <a:lstStyle>
              <a:lvl1pPr>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algn="ctr" eaLnBrk="1" hangingPunct="1"/>
              <a:endParaRPr lang="en-US" altLang="en-US"/>
            </a:p>
          </p:txBody>
        </p:sp>
        <p:sp>
          <p:nvSpPr>
            <p:cNvPr id="80976" name="Rectangle 62">
              <a:extLst>
                <a:ext uri="{FF2B5EF4-FFF2-40B4-BE49-F238E27FC236}">
                  <a16:creationId xmlns:a16="http://schemas.microsoft.com/office/drawing/2014/main" id="{9B2A2848-F5B4-0DA6-8132-43D95AFC967D}"/>
                </a:ext>
              </a:extLst>
            </p:cNvPr>
            <p:cNvSpPr>
              <a:spLocks/>
            </p:cNvSpPr>
            <p:nvPr/>
          </p:nvSpPr>
          <p:spPr bwMode="auto">
            <a:xfrm>
              <a:off x="0" y="936"/>
              <a:ext cx="640" cy="312"/>
            </a:xfrm>
            <a:prstGeom prst="rect">
              <a:avLst/>
            </a:prstGeom>
            <a:solidFill>
              <a:srgbClr val="E6E6E6"/>
            </a:solidFill>
            <a:ln w="25400">
              <a:solidFill>
                <a:schemeClr val="tx1"/>
              </a:solidFill>
              <a:miter lim="800000"/>
              <a:headEnd/>
              <a:tailEnd/>
            </a:ln>
          </p:spPr>
          <p:txBody>
            <a:bodyPr/>
            <a:lstStyle>
              <a:lvl1pPr>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algn="ctr" eaLnBrk="1" hangingPunct="1"/>
              <a:endParaRPr lang="en-US" altLang="en-US"/>
            </a:p>
          </p:txBody>
        </p:sp>
      </p:grpSp>
      <p:grpSp>
        <p:nvGrpSpPr>
          <p:cNvPr id="80947" name="Group 63">
            <a:extLst>
              <a:ext uri="{FF2B5EF4-FFF2-40B4-BE49-F238E27FC236}">
                <a16:creationId xmlns:a16="http://schemas.microsoft.com/office/drawing/2014/main" id="{EDF74186-B05F-A161-C04B-4F7AAD7D1626}"/>
              </a:ext>
            </a:extLst>
          </p:cNvPr>
          <p:cNvGrpSpPr>
            <a:grpSpLocks/>
          </p:cNvGrpSpPr>
          <p:nvPr/>
        </p:nvGrpSpPr>
        <p:grpSpPr bwMode="auto">
          <a:xfrm>
            <a:off x="7429500" y="723900"/>
            <a:ext cx="1016000" cy="1981200"/>
            <a:chOff x="0" y="0"/>
            <a:chExt cx="640" cy="1248"/>
          </a:xfrm>
        </p:grpSpPr>
        <p:sp>
          <p:nvSpPr>
            <p:cNvPr id="80969" name="Rectangle 64">
              <a:extLst>
                <a:ext uri="{FF2B5EF4-FFF2-40B4-BE49-F238E27FC236}">
                  <a16:creationId xmlns:a16="http://schemas.microsoft.com/office/drawing/2014/main" id="{E7B0FC9C-03CA-0560-4E66-3473B3C8C68D}"/>
                </a:ext>
              </a:extLst>
            </p:cNvPr>
            <p:cNvSpPr>
              <a:spLocks/>
            </p:cNvSpPr>
            <p:nvPr/>
          </p:nvSpPr>
          <p:spPr bwMode="auto">
            <a:xfrm>
              <a:off x="0" y="0"/>
              <a:ext cx="640" cy="312"/>
            </a:xfrm>
            <a:prstGeom prst="rect">
              <a:avLst/>
            </a:prstGeom>
            <a:solidFill>
              <a:srgbClr val="E6E6E6"/>
            </a:solidFill>
            <a:ln w="25400">
              <a:solidFill>
                <a:schemeClr val="tx1"/>
              </a:solidFill>
              <a:miter lim="800000"/>
              <a:headEnd/>
              <a:tailEnd/>
            </a:ln>
          </p:spPr>
          <p:txBody>
            <a:bodyPr/>
            <a:lstStyle>
              <a:lvl1pPr>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algn="ctr" eaLnBrk="1" hangingPunct="1"/>
              <a:endParaRPr lang="en-US" altLang="en-US"/>
            </a:p>
          </p:txBody>
        </p:sp>
        <p:sp>
          <p:nvSpPr>
            <p:cNvPr id="80970" name="Rectangle 65">
              <a:extLst>
                <a:ext uri="{FF2B5EF4-FFF2-40B4-BE49-F238E27FC236}">
                  <a16:creationId xmlns:a16="http://schemas.microsoft.com/office/drawing/2014/main" id="{39EBB994-F0C9-60A6-CBDD-94B3C91DF5C4}"/>
                </a:ext>
              </a:extLst>
            </p:cNvPr>
            <p:cNvSpPr>
              <a:spLocks/>
            </p:cNvSpPr>
            <p:nvPr/>
          </p:nvSpPr>
          <p:spPr bwMode="auto">
            <a:xfrm>
              <a:off x="0" y="312"/>
              <a:ext cx="640" cy="312"/>
            </a:xfrm>
            <a:prstGeom prst="rect">
              <a:avLst/>
            </a:prstGeom>
            <a:solidFill>
              <a:srgbClr val="E6E6E6"/>
            </a:solidFill>
            <a:ln w="25400">
              <a:solidFill>
                <a:schemeClr val="tx1"/>
              </a:solidFill>
              <a:miter lim="800000"/>
              <a:headEnd/>
              <a:tailEnd/>
            </a:ln>
          </p:spPr>
          <p:txBody>
            <a:bodyPr/>
            <a:lstStyle>
              <a:lvl1pPr>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algn="ctr" eaLnBrk="1" hangingPunct="1"/>
              <a:endParaRPr lang="en-US" altLang="en-US"/>
            </a:p>
          </p:txBody>
        </p:sp>
        <p:sp>
          <p:nvSpPr>
            <p:cNvPr id="80971" name="Rectangle 66">
              <a:extLst>
                <a:ext uri="{FF2B5EF4-FFF2-40B4-BE49-F238E27FC236}">
                  <a16:creationId xmlns:a16="http://schemas.microsoft.com/office/drawing/2014/main" id="{800FFF8C-82C6-9BCF-ED73-40DDC5E9108E}"/>
                </a:ext>
              </a:extLst>
            </p:cNvPr>
            <p:cNvSpPr>
              <a:spLocks/>
            </p:cNvSpPr>
            <p:nvPr/>
          </p:nvSpPr>
          <p:spPr bwMode="auto">
            <a:xfrm>
              <a:off x="0" y="624"/>
              <a:ext cx="640" cy="312"/>
            </a:xfrm>
            <a:prstGeom prst="rect">
              <a:avLst/>
            </a:prstGeom>
            <a:solidFill>
              <a:srgbClr val="E6E6E6"/>
            </a:solidFill>
            <a:ln w="25400">
              <a:solidFill>
                <a:schemeClr val="tx1"/>
              </a:solidFill>
              <a:miter lim="800000"/>
              <a:headEnd/>
              <a:tailEnd/>
            </a:ln>
          </p:spPr>
          <p:txBody>
            <a:bodyPr/>
            <a:lstStyle>
              <a:lvl1pPr>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algn="ctr" eaLnBrk="1" hangingPunct="1"/>
              <a:endParaRPr lang="en-US" altLang="en-US"/>
            </a:p>
          </p:txBody>
        </p:sp>
        <p:sp>
          <p:nvSpPr>
            <p:cNvPr id="80972" name="Rectangle 67">
              <a:extLst>
                <a:ext uri="{FF2B5EF4-FFF2-40B4-BE49-F238E27FC236}">
                  <a16:creationId xmlns:a16="http://schemas.microsoft.com/office/drawing/2014/main" id="{6C2DE060-2C54-3200-A6D2-3991D24F7EBB}"/>
                </a:ext>
              </a:extLst>
            </p:cNvPr>
            <p:cNvSpPr>
              <a:spLocks/>
            </p:cNvSpPr>
            <p:nvPr/>
          </p:nvSpPr>
          <p:spPr bwMode="auto">
            <a:xfrm>
              <a:off x="0" y="936"/>
              <a:ext cx="640" cy="312"/>
            </a:xfrm>
            <a:prstGeom prst="rect">
              <a:avLst/>
            </a:prstGeom>
            <a:solidFill>
              <a:srgbClr val="E6E6E6"/>
            </a:solidFill>
            <a:ln w="25400">
              <a:solidFill>
                <a:schemeClr val="tx1"/>
              </a:solidFill>
              <a:miter lim="800000"/>
              <a:headEnd/>
              <a:tailEnd/>
            </a:ln>
          </p:spPr>
          <p:txBody>
            <a:bodyPr/>
            <a:lstStyle>
              <a:lvl1pPr>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algn="ctr" eaLnBrk="1" hangingPunct="1"/>
              <a:endParaRPr lang="en-US" altLang="en-US"/>
            </a:p>
          </p:txBody>
        </p:sp>
      </p:grpSp>
      <p:grpSp>
        <p:nvGrpSpPr>
          <p:cNvPr id="101444" name="Group 68">
            <a:extLst>
              <a:ext uri="{FF2B5EF4-FFF2-40B4-BE49-F238E27FC236}">
                <a16:creationId xmlns:a16="http://schemas.microsoft.com/office/drawing/2014/main" id="{773ACBED-6258-118A-3A12-9CE1FD0B30FD}"/>
              </a:ext>
            </a:extLst>
          </p:cNvPr>
          <p:cNvGrpSpPr>
            <a:grpSpLocks/>
          </p:cNvGrpSpPr>
          <p:nvPr/>
        </p:nvGrpSpPr>
        <p:grpSpPr bwMode="auto">
          <a:xfrm>
            <a:off x="5397500" y="723900"/>
            <a:ext cx="1016000" cy="1981200"/>
            <a:chOff x="0" y="0"/>
            <a:chExt cx="640" cy="1248"/>
          </a:xfrm>
        </p:grpSpPr>
        <p:sp>
          <p:nvSpPr>
            <p:cNvPr id="80965" name="Rectangle 69">
              <a:extLst>
                <a:ext uri="{FF2B5EF4-FFF2-40B4-BE49-F238E27FC236}">
                  <a16:creationId xmlns:a16="http://schemas.microsoft.com/office/drawing/2014/main" id="{4BA17C67-A471-6CA3-257A-EDFA67DC652D}"/>
                </a:ext>
              </a:extLst>
            </p:cNvPr>
            <p:cNvSpPr>
              <a:spLocks/>
            </p:cNvSpPr>
            <p:nvPr/>
          </p:nvSpPr>
          <p:spPr bwMode="auto">
            <a:xfrm>
              <a:off x="0" y="0"/>
              <a:ext cx="640" cy="312"/>
            </a:xfrm>
            <a:prstGeom prst="rect">
              <a:avLst/>
            </a:prstGeom>
            <a:solidFill>
              <a:srgbClr val="E6E6E6"/>
            </a:solidFill>
            <a:ln w="25400">
              <a:solidFill>
                <a:schemeClr val="tx1"/>
              </a:solidFill>
              <a:miter lim="800000"/>
              <a:headEnd/>
              <a:tailEnd/>
            </a:ln>
          </p:spPr>
          <p:txBody>
            <a:bodyPr lIns="63500" tIns="63500" rIns="203068" bIns="63500" anchor="ctr"/>
            <a:lstStyle>
              <a:lvl1pPr>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algn="r" eaLnBrk="1" hangingPunct="1"/>
              <a:r>
                <a:rPr lang="en-US" altLang="en-US" sz="2600">
                  <a:solidFill>
                    <a:schemeClr val="tx1"/>
                  </a:solidFill>
                </a:rPr>
                <a:t>4</a:t>
              </a:r>
            </a:p>
          </p:txBody>
        </p:sp>
        <p:sp>
          <p:nvSpPr>
            <p:cNvPr id="80966" name="Rectangle 70">
              <a:extLst>
                <a:ext uri="{FF2B5EF4-FFF2-40B4-BE49-F238E27FC236}">
                  <a16:creationId xmlns:a16="http://schemas.microsoft.com/office/drawing/2014/main" id="{7AD7BD0E-7E08-FDDA-233E-2BCF2884E083}"/>
                </a:ext>
              </a:extLst>
            </p:cNvPr>
            <p:cNvSpPr>
              <a:spLocks/>
            </p:cNvSpPr>
            <p:nvPr/>
          </p:nvSpPr>
          <p:spPr bwMode="auto">
            <a:xfrm>
              <a:off x="0" y="312"/>
              <a:ext cx="640" cy="312"/>
            </a:xfrm>
            <a:prstGeom prst="rect">
              <a:avLst/>
            </a:prstGeom>
            <a:solidFill>
              <a:srgbClr val="E6E6E6"/>
            </a:solidFill>
            <a:ln w="25400">
              <a:solidFill>
                <a:schemeClr val="tx1"/>
              </a:solidFill>
              <a:miter lim="800000"/>
              <a:headEnd/>
              <a:tailEnd/>
            </a:ln>
          </p:spPr>
          <p:txBody>
            <a:bodyPr lIns="63500" tIns="63500" rIns="203068" bIns="63500" anchor="ctr"/>
            <a:lstStyle>
              <a:lvl1pPr>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algn="r" eaLnBrk="1" hangingPunct="1"/>
              <a:r>
                <a:rPr lang="en-US" altLang="en-US" sz="2600">
                  <a:solidFill>
                    <a:schemeClr val="tx1"/>
                  </a:solidFill>
                </a:rPr>
                <a:t>12</a:t>
              </a:r>
            </a:p>
          </p:txBody>
        </p:sp>
        <p:sp>
          <p:nvSpPr>
            <p:cNvPr id="80967" name="Rectangle 71">
              <a:extLst>
                <a:ext uri="{FF2B5EF4-FFF2-40B4-BE49-F238E27FC236}">
                  <a16:creationId xmlns:a16="http://schemas.microsoft.com/office/drawing/2014/main" id="{441AE7F0-31A7-8752-2531-C9BC20FF3A68}"/>
                </a:ext>
              </a:extLst>
            </p:cNvPr>
            <p:cNvSpPr>
              <a:spLocks/>
            </p:cNvSpPr>
            <p:nvPr/>
          </p:nvSpPr>
          <p:spPr bwMode="auto">
            <a:xfrm>
              <a:off x="0" y="624"/>
              <a:ext cx="640" cy="312"/>
            </a:xfrm>
            <a:prstGeom prst="rect">
              <a:avLst/>
            </a:prstGeom>
            <a:solidFill>
              <a:srgbClr val="E6E6E6"/>
            </a:solidFill>
            <a:ln w="25400">
              <a:solidFill>
                <a:schemeClr val="tx1"/>
              </a:solidFill>
              <a:miter lim="800000"/>
              <a:headEnd/>
              <a:tailEnd/>
            </a:ln>
          </p:spPr>
          <p:txBody>
            <a:bodyPr lIns="63500" tIns="63500" rIns="203068" bIns="63500" anchor="ctr"/>
            <a:lstStyle>
              <a:lvl1pPr>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algn="r" eaLnBrk="1" hangingPunct="1"/>
              <a:r>
                <a:rPr lang="en-US" altLang="en-US" sz="2600">
                  <a:solidFill>
                    <a:schemeClr val="tx1"/>
                  </a:solidFill>
                </a:rPr>
                <a:t>16</a:t>
              </a:r>
            </a:p>
          </p:txBody>
        </p:sp>
        <p:sp>
          <p:nvSpPr>
            <p:cNvPr id="80968" name="Rectangle 72">
              <a:extLst>
                <a:ext uri="{FF2B5EF4-FFF2-40B4-BE49-F238E27FC236}">
                  <a16:creationId xmlns:a16="http://schemas.microsoft.com/office/drawing/2014/main" id="{C1D7379A-257C-1845-7F85-A6B97CB09733}"/>
                </a:ext>
              </a:extLst>
            </p:cNvPr>
            <p:cNvSpPr>
              <a:spLocks/>
            </p:cNvSpPr>
            <p:nvPr/>
          </p:nvSpPr>
          <p:spPr bwMode="auto">
            <a:xfrm>
              <a:off x="0" y="936"/>
              <a:ext cx="640" cy="312"/>
            </a:xfrm>
            <a:prstGeom prst="rect">
              <a:avLst/>
            </a:prstGeom>
            <a:solidFill>
              <a:srgbClr val="E6E6E6"/>
            </a:solidFill>
            <a:ln w="25400">
              <a:solidFill>
                <a:schemeClr val="tx1"/>
              </a:solidFill>
              <a:miter lim="800000"/>
              <a:headEnd/>
              <a:tailEnd/>
            </a:ln>
          </p:spPr>
          <p:txBody>
            <a:bodyPr/>
            <a:lstStyle>
              <a:lvl1pPr>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algn="ctr" eaLnBrk="1" hangingPunct="1"/>
              <a:endParaRPr lang="en-US" altLang="en-US"/>
            </a:p>
          </p:txBody>
        </p:sp>
      </p:grpSp>
      <p:grpSp>
        <p:nvGrpSpPr>
          <p:cNvPr id="101449" name="Group 73">
            <a:extLst>
              <a:ext uri="{FF2B5EF4-FFF2-40B4-BE49-F238E27FC236}">
                <a16:creationId xmlns:a16="http://schemas.microsoft.com/office/drawing/2014/main" id="{EFF7B265-D274-EFD4-014C-500548211640}"/>
              </a:ext>
            </a:extLst>
          </p:cNvPr>
          <p:cNvGrpSpPr>
            <a:grpSpLocks/>
          </p:cNvGrpSpPr>
          <p:nvPr/>
        </p:nvGrpSpPr>
        <p:grpSpPr bwMode="auto">
          <a:xfrm>
            <a:off x="7429500" y="723900"/>
            <a:ext cx="1016000" cy="1981200"/>
            <a:chOff x="0" y="0"/>
            <a:chExt cx="640" cy="1248"/>
          </a:xfrm>
        </p:grpSpPr>
        <p:sp>
          <p:nvSpPr>
            <p:cNvPr id="80961" name="Rectangle 74">
              <a:extLst>
                <a:ext uri="{FF2B5EF4-FFF2-40B4-BE49-F238E27FC236}">
                  <a16:creationId xmlns:a16="http://schemas.microsoft.com/office/drawing/2014/main" id="{F9AE195B-5756-0AE6-58AC-DEB7447D1B51}"/>
                </a:ext>
              </a:extLst>
            </p:cNvPr>
            <p:cNvSpPr>
              <a:spLocks/>
            </p:cNvSpPr>
            <p:nvPr/>
          </p:nvSpPr>
          <p:spPr bwMode="auto">
            <a:xfrm>
              <a:off x="0" y="0"/>
              <a:ext cx="640" cy="312"/>
            </a:xfrm>
            <a:prstGeom prst="rect">
              <a:avLst/>
            </a:prstGeom>
            <a:solidFill>
              <a:srgbClr val="E6E6E6"/>
            </a:solidFill>
            <a:ln w="25400">
              <a:solidFill>
                <a:schemeClr val="tx1"/>
              </a:solidFill>
              <a:miter lim="800000"/>
              <a:headEnd/>
              <a:tailEnd/>
            </a:ln>
          </p:spPr>
          <p:txBody>
            <a:bodyPr/>
            <a:lstStyle>
              <a:lvl1pPr>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algn="ctr" eaLnBrk="1" hangingPunct="1"/>
              <a:endParaRPr lang="en-US" altLang="en-US"/>
            </a:p>
          </p:txBody>
        </p:sp>
        <p:sp>
          <p:nvSpPr>
            <p:cNvPr id="80962" name="Rectangle 75">
              <a:extLst>
                <a:ext uri="{FF2B5EF4-FFF2-40B4-BE49-F238E27FC236}">
                  <a16:creationId xmlns:a16="http://schemas.microsoft.com/office/drawing/2014/main" id="{CAD97252-4750-730D-5D15-516AEC4FF7C9}"/>
                </a:ext>
              </a:extLst>
            </p:cNvPr>
            <p:cNvSpPr>
              <a:spLocks/>
            </p:cNvSpPr>
            <p:nvPr/>
          </p:nvSpPr>
          <p:spPr bwMode="auto">
            <a:xfrm>
              <a:off x="0" y="312"/>
              <a:ext cx="640" cy="312"/>
            </a:xfrm>
            <a:prstGeom prst="rect">
              <a:avLst/>
            </a:prstGeom>
            <a:solidFill>
              <a:srgbClr val="E6E6E6"/>
            </a:solidFill>
            <a:ln w="25400">
              <a:solidFill>
                <a:schemeClr val="tx1"/>
              </a:solidFill>
              <a:miter lim="800000"/>
              <a:headEnd/>
              <a:tailEnd/>
            </a:ln>
          </p:spPr>
          <p:txBody>
            <a:bodyPr lIns="63500" tIns="63500" rIns="203068" bIns="63500" anchor="ctr"/>
            <a:lstStyle>
              <a:lvl1pPr>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algn="r" eaLnBrk="1" hangingPunct="1"/>
              <a:r>
                <a:rPr lang="en-US" altLang="en-US" sz="2600">
                  <a:solidFill>
                    <a:schemeClr val="tx1"/>
                  </a:solidFill>
                </a:rPr>
                <a:t>7</a:t>
              </a:r>
            </a:p>
          </p:txBody>
        </p:sp>
        <p:sp>
          <p:nvSpPr>
            <p:cNvPr id="80963" name="Rectangle 76">
              <a:extLst>
                <a:ext uri="{FF2B5EF4-FFF2-40B4-BE49-F238E27FC236}">
                  <a16:creationId xmlns:a16="http://schemas.microsoft.com/office/drawing/2014/main" id="{8A5926EA-5C32-19A6-6028-2B963B48131C}"/>
                </a:ext>
              </a:extLst>
            </p:cNvPr>
            <p:cNvSpPr>
              <a:spLocks/>
            </p:cNvSpPr>
            <p:nvPr/>
          </p:nvSpPr>
          <p:spPr bwMode="auto">
            <a:xfrm>
              <a:off x="0" y="624"/>
              <a:ext cx="640" cy="312"/>
            </a:xfrm>
            <a:prstGeom prst="rect">
              <a:avLst/>
            </a:prstGeom>
            <a:solidFill>
              <a:srgbClr val="E6E6E6"/>
            </a:solidFill>
            <a:ln w="25400">
              <a:solidFill>
                <a:schemeClr val="tx1"/>
              </a:solidFill>
              <a:miter lim="800000"/>
              <a:headEnd/>
              <a:tailEnd/>
            </a:ln>
          </p:spPr>
          <p:txBody>
            <a:bodyPr lIns="63500" tIns="63500" rIns="203068" bIns="63500" anchor="ctr"/>
            <a:lstStyle>
              <a:lvl1pPr>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algn="r" eaLnBrk="1" hangingPunct="1"/>
              <a:r>
                <a:rPr lang="en-US" altLang="en-US" sz="2600">
                  <a:solidFill>
                    <a:schemeClr val="tx1"/>
                  </a:solidFill>
                </a:rPr>
                <a:t>11</a:t>
              </a:r>
            </a:p>
          </p:txBody>
        </p:sp>
        <p:sp>
          <p:nvSpPr>
            <p:cNvPr id="80964" name="Rectangle 77">
              <a:extLst>
                <a:ext uri="{FF2B5EF4-FFF2-40B4-BE49-F238E27FC236}">
                  <a16:creationId xmlns:a16="http://schemas.microsoft.com/office/drawing/2014/main" id="{A25B9163-5880-363B-F8BE-E89CF15B5C58}"/>
                </a:ext>
              </a:extLst>
            </p:cNvPr>
            <p:cNvSpPr>
              <a:spLocks/>
            </p:cNvSpPr>
            <p:nvPr/>
          </p:nvSpPr>
          <p:spPr bwMode="auto">
            <a:xfrm>
              <a:off x="0" y="936"/>
              <a:ext cx="640" cy="312"/>
            </a:xfrm>
            <a:prstGeom prst="rect">
              <a:avLst/>
            </a:prstGeom>
            <a:solidFill>
              <a:srgbClr val="E6E6E6"/>
            </a:solidFill>
            <a:ln w="25400">
              <a:solidFill>
                <a:schemeClr val="tx1"/>
              </a:solidFill>
              <a:miter lim="800000"/>
              <a:headEnd/>
              <a:tailEnd/>
            </a:ln>
          </p:spPr>
          <p:txBody>
            <a:bodyPr/>
            <a:lstStyle>
              <a:lvl1pPr>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algn="ctr" eaLnBrk="1" hangingPunct="1"/>
              <a:endParaRPr lang="en-US" altLang="en-US"/>
            </a:p>
          </p:txBody>
        </p:sp>
      </p:grpSp>
      <p:grpSp>
        <p:nvGrpSpPr>
          <p:cNvPr id="101454" name="Group 78">
            <a:extLst>
              <a:ext uri="{FF2B5EF4-FFF2-40B4-BE49-F238E27FC236}">
                <a16:creationId xmlns:a16="http://schemas.microsoft.com/office/drawing/2014/main" id="{6BB24CA4-523D-1976-C4DC-26FF5FB8D0CB}"/>
              </a:ext>
            </a:extLst>
          </p:cNvPr>
          <p:cNvGrpSpPr>
            <a:grpSpLocks/>
          </p:cNvGrpSpPr>
          <p:nvPr/>
        </p:nvGrpSpPr>
        <p:grpSpPr bwMode="auto">
          <a:xfrm>
            <a:off x="6413500" y="723900"/>
            <a:ext cx="1016000" cy="1981200"/>
            <a:chOff x="0" y="0"/>
            <a:chExt cx="640" cy="1248"/>
          </a:xfrm>
        </p:grpSpPr>
        <p:sp>
          <p:nvSpPr>
            <p:cNvPr id="80957" name="Rectangle 79">
              <a:extLst>
                <a:ext uri="{FF2B5EF4-FFF2-40B4-BE49-F238E27FC236}">
                  <a16:creationId xmlns:a16="http://schemas.microsoft.com/office/drawing/2014/main" id="{D9C2ECEC-3E05-5BB7-CE3D-4EB9CAB44625}"/>
                </a:ext>
              </a:extLst>
            </p:cNvPr>
            <p:cNvSpPr>
              <a:spLocks/>
            </p:cNvSpPr>
            <p:nvPr/>
          </p:nvSpPr>
          <p:spPr bwMode="auto">
            <a:xfrm>
              <a:off x="0" y="0"/>
              <a:ext cx="640" cy="312"/>
            </a:xfrm>
            <a:prstGeom prst="rect">
              <a:avLst/>
            </a:prstGeom>
            <a:solidFill>
              <a:srgbClr val="E6E6E6"/>
            </a:solidFill>
            <a:ln w="25400">
              <a:solidFill>
                <a:schemeClr val="tx1"/>
              </a:solidFill>
              <a:miter lim="800000"/>
              <a:headEnd/>
              <a:tailEnd/>
            </a:ln>
          </p:spPr>
          <p:txBody>
            <a:bodyPr lIns="63500" tIns="63500" rIns="203068" bIns="63500" anchor="ctr"/>
            <a:lstStyle>
              <a:lvl1pPr>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algn="r" eaLnBrk="1" hangingPunct="1"/>
              <a:r>
                <a:rPr lang="en-US" altLang="en-US" sz="2600">
                  <a:solidFill>
                    <a:schemeClr val="tx1"/>
                  </a:solidFill>
                </a:rPr>
                <a:t>8</a:t>
              </a:r>
            </a:p>
          </p:txBody>
        </p:sp>
        <p:sp>
          <p:nvSpPr>
            <p:cNvPr id="80958" name="Rectangle 80">
              <a:extLst>
                <a:ext uri="{FF2B5EF4-FFF2-40B4-BE49-F238E27FC236}">
                  <a16:creationId xmlns:a16="http://schemas.microsoft.com/office/drawing/2014/main" id="{8163A094-8C63-15CA-89B1-A9CEFE50BDBF}"/>
                </a:ext>
              </a:extLst>
            </p:cNvPr>
            <p:cNvSpPr>
              <a:spLocks/>
            </p:cNvSpPr>
            <p:nvPr/>
          </p:nvSpPr>
          <p:spPr bwMode="auto">
            <a:xfrm>
              <a:off x="0" y="312"/>
              <a:ext cx="640" cy="312"/>
            </a:xfrm>
            <a:prstGeom prst="rect">
              <a:avLst/>
            </a:prstGeom>
            <a:solidFill>
              <a:srgbClr val="E6E6E6"/>
            </a:solidFill>
            <a:ln w="25400">
              <a:solidFill>
                <a:schemeClr val="tx1"/>
              </a:solidFill>
              <a:miter lim="800000"/>
              <a:headEnd/>
              <a:tailEnd/>
            </a:ln>
          </p:spPr>
          <p:txBody>
            <a:bodyPr lIns="63500" tIns="63500" rIns="203068" bIns="63500" anchor="ctr"/>
            <a:lstStyle>
              <a:lvl1pPr>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algn="r" eaLnBrk="1" hangingPunct="1"/>
              <a:r>
                <a:rPr lang="en-US" altLang="en-US" sz="2600">
                  <a:solidFill>
                    <a:schemeClr val="tx1"/>
                  </a:solidFill>
                </a:rPr>
                <a:t>10</a:t>
              </a:r>
            </a:p>
          </p:txBody>
        </p:sp>
        <p:sp>
          <p:nvSpPr>
            <p:cNvPr id="80959" name="Rectangle 81">
              <a:extLst>
                <a:ext uri="{FF2B5EF4-FFF2-40B4-BE49-F238E27FC236}">
                  <a16:creationId xmlns:a16="http://schemas.microsoft.com/office/drawing/2014/main" id="{989BEA95-CC96-891D-6D33-73DAFFDECA19}"/>
                </a:ext>
              </a:extLst>
            </p:cNvPr>
            <p:cNvSpPr>
              <a:spLocks/>
            </p:cNvSpPr>
            <p:nvPr/>
          </p:nvSpPr>
          <p:spPr bwMode="auto">
            <a:xfrm>
              <a:off x="0" y="624"/>
              <a:ext cx="640" cy="312"/>
            </a:xfrm>
            <a:prstGeom prst="rect">
              <a:avLst/>
            </a:prstGeom>
            <a:solidFill>
              <a:srgbClr val="E6E6E6"/>
            </a:solidFill>
            <a:ln w="25400">
              <a:solidFill>
                <a:schemeClr val="tx1"/>
              </a:solidFill>
              <a:miter lim="800000"/>
              <a:headEnd/>
              <a:tailEnd/>
            </a:ln>
          </p:spPr>
          <p:txBody>
            <a:bodyPr lIns="63500" tIns="63500" rIns="203068" bIns="63500" anchor="ctr"/>
            <a:lstStyle>
              <a:lvl1pPr>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algn="r" eaLnBrk="1" hangingPunct="1"/>
              <a:r>
                <a:rPr lang="en-US" altLang="en-US" sz="2600">
                  <a:solidFill>
                    <a:schemeClr val="tx1"/>
                  </a:solidFill>
                </a:rPr>
                <a:t>16</a:t>
              </a:r>
            </a:p>
          </p:txBody>
        </p:sp>
        <p:sp>
          <p:nvSpPr>
            <p:cNvPr id="80960" name="Rectangle 82">
              <a:extLst>
                <a:ext uri="{FF2B5EF4-FFF2-40B4-BE49-F238E27FC236}">
                  <a16:creationId xmlns:a16="http://schemas.microsoft.com/office/drawing/2014/main" id="{07033DF4-964C-EF8E-4FB1-5916E5D252F5}"/>
                </a:ext>
              </a:extLst>
            </p:cNvPr>
            <p:cNvSpPr>
              <a:spLocks/>
            </p:cNvSpPr>
            <p:nvPr/>
          </p:nvSpPr>
          <p:spPr bwMode="auto">
            <a:xfrm>
              <a:off x="0" y="936"/>
              <a:ext cx="640" cy="312"/>
            </a:xfrm>
            <a:prstGeom prst="rect">
              <a:avLst/>
            </a:prstGeom>
            <a:solidFill>
              <a:srgbClr val="E6E6E6"/>
            </a:solidFill>
            <a:ln w="25400">
              <a:solidFill>
                <a:schemeClr val="tx1"/>
              </a:solidFill>
              <a:miter lim="800000"/>
              <a:headEnd/>
              <a:tailEnd/>
            </a:ln>
          </p:spPr>
          <p:txBody>
            <a:bodyPr/>
            <a:lstStyle>
              <a:lvl1pPr>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algn="ctr" eaLnBrk="1" hangingPunct="1"/>
              <a:endParaRPr lang="en-US" altLang="en-US"/>
            </a:p>
          </p:txBody>
        </p:sp>
      </p:grpSp>
      <p:grpSp>
        <p:nvGrpSpPr>
          <p:cNvPr id="101459" name="Group 83">
            <a:extLst>
              <a:ext uri="{FF2B5EF4-FFF2-40B4-BE49-F238E27FC236}">
                <a16:creationId xmlns:a16="http://schemas.microsoft.com/office/drawing/2014/main" id="{B5081C9A-AA91-085A-99C3-73664C79A9B6}"/>
              </a:ext>
            </a:extLst>
          </p:cNvPr>
          <p:cNvGrpSpPr>
            <a:grpSpLocks/>
          </p:cNvGrpSpPr>
          <p:nvPr/>
        </p:nvGrpSpPr>
        <p:grpSpPr bwMode="auto">
          <a:xfrm>
            <a:off x="8445500" y="723900"/>
            <a:ext cx="1016000" cy="1981200"/>
            <a:chOff x="0" y="0"/>
            <a:chExt cx="640" cy="1248"/>
          </a:xfrm>
        </p:grpSpPr>
        <p:sp>
          <p:nvSpPr>
            <p:cNvPr id="80953" name="Rectangle 84">
              <a:extLst>
                <a:ext uri="{FF2B5EF4-FFF2-40B4-BE49-F238E27FC236}">
                  <a16:creationId xmlns:a16="http://schemas.microsoft.com/office/drawing/2014/main" id="{ED85906E-728C-9B97-0677-2EF2BDAC0EA0}"/>
                </a:ext>
              </a:extLst>
            </p:cNvPr>
            <p:cNvSpPr>
              <a:spLocks/>
            </p:cNvSpPr>
            <p:nvPr/>
          </p:nvSpPr>
          <p:spPr bwMode="auto">
            <a:xfrm>
              <a:off x="0" y="0"/>
              <a:ext cx="640" cy="312"/>
            </a:xfrm>
            <a:prstGeom prst="rect">
              <a:avLst/>
            </a:prstGeom>
            <a:solidFill>
              <a:srgbClr val="E6E6E6"/>
            </a:solidFill>
            <a:ln w="25400">
              <a:solidFill>
                <a:schemeClr val="tx1"/>
              </a:solidFill>
              <a:miter lim="800000"/>
              <a:headEnd/>
              <a:tailEnd/>
            </a:ln>
          </p:spPr>
          <p:txBody>
            <a:bodyPr/>
            <a:lstStyle>
              <a:lvl1pPr>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algn="ctr" eaLnBrk="1" hangingPunct="1"/>
              <a:endParaRPr lang="en-US" altLang="en-US"/>
            </a:p>
          </p:txBody>
        </p:sp>
        <p:sp>
          <p:nvSpPr>
            <p:cNvPr id="80954" name="Rectangle 85">
              <a:extLst>
                <a:ext uri="{FF2B5EF4-FFF2-40B4-BE49-F238E27FC236}">
                  <a16:creationId xmlns:a16="http://schemas.microsoft.com/office/drawing/2014/main" id="{43063D54-2FF1-59D2-03E8-A56FBD2A6D9D}"/>
                </a:ext>
              </a:extLst>
            </p:cNvPr>
            <p:cNvSpPr>
              <a:spLocks/>
            </p:cNvSpPr>
            <p:nvPr/>
          </p:nvSpPr>
          <p:spPr bwMode="auto">
            <a:xfrm>
              <a:off x="0" y="312"/>
              <a:ext cx="640" cy="312"/>
            </a:xfrm>
            <a:prstGeom prst="rect">
              <a:avLst/>
            </a:prstGeom>
            <a:solidFill>
              <a:srgbClr val="E6E6E6"/>
            </a:solidFill>
            <a:ln w="25400">
              <a:solidFill>
                <a:schemeClr val="tx1"/>
              </a:solidFill>
              <a:miter lim="800000"/>
              <a:headEnd/>
              <a:tailEnd/>
            </a:ln>
          </p:spPr>
          <p:txBody>
            <a:bodyPr/>
            <a:lstStyle>
              <a:lvl1pPr>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algn="ctr" eaLnBrk="1" hangingPunct="1"/>
              <a:endParaRPr lang="en-US" altLang="en-US"/>
            </a:p>
          </p:txBody>
        </p:sp>
        <p:sp>
          <p:nvSpPr>
            <p:cNvPr id="80955" name="Rectangle 86">
              <a:extLst>
                <a:ext uri="{FF2B5EF4-FFF2-40B4-BE49-F238E27FC236}">
                  <a16:creationId xmlns:a16="http://schemas.microsoft.com/office/drawing/2014/main" id="{3FD2A056-4D91-C5BB-1820-6B0B1C262163}"/>
                </a:ext>
              </a:extLst>
            </p:cNvPr>
            <p:cNvSpPr>
              <a:spLocks/>
            </p:cNvSpPr>
            <p:nvPr/>
          </p:nvSpPr>
          <p:spPr bwMode="auto">
            <a:xfrm>
              <a:off x="0" y="624"/>
              <a:ext cx="640" cy="312"/>
            </a:xfrm>
            <a:prstGeom prst="rect">
              <a:avLst/>
            </a:prstGeom>
            <a:solidFill>
              <a:srgbClr val="E6E6E6"/>
            </a:solidFill>
            <a:ln w="25400">
              <a:solidFill>
                <a:schemeClr val="tx1"/>
              </a:solidFill>
              <a:miter lim="800000"/>
              <a:headEnd/>
              <a:tailEnd/>
            </a:ln>
          </p:spPr>
          <p:txBody>
            <a:bodyPr lIns="63500" tIns="63500" rIns="203068" bIns="63500" anchor="ctr"/>
            <a:lstStyle>
              <a:lvl1pPr>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algn="r" eaLnBrk="1" hangingPunct="1"/>
              <a:r>
                <a:rPr lang="en-US" altLang="en-US" sz="2600">
                  <a:solidFill>
                    <a:schemeClr val="tx1"/>
                  </a:solidFill>
                </a:rPr>
                <a:t>8</a:t>
              </a:r>
            </a:p>
          </p:txBody>
        </p:sp>
        <p:sp>
          <p:nvSpPr>
            <p:cNvPr id="80956" name="Rectangle 87">
              <a:extLst>
                <a:ext uri="{FF2B5EF4-FFF2-40B4-BE49-F238E27FC236}">
                  <a16:creationId xmlns:a16="http://schemas.microsoft.com/office/drawing/2014/main" id="{83B58A5C-2344-0AA0-9D2E-A4A5805413D1}"/>
                </a:ext>
              </a:extLst>
            </p:cNvPr>
            <p:cNvSpPr>
              <a:spLocks/>
            </p:cNvSpPr>
            <p:nvPr/>
          </p:nvSpPr>
          <p:spPr bwMode="auto">
            <a:xfrm>
              <a:off x="0" y="936"/>
              <a:ext cx="640" cy="312"/>
            </a:xfrm>
            <a:prstGeom prst="rect">
              <a:avLst/>
            </a:prstGeom>
            <a:solidFill>
              <a:srgbClr val="E6E6E6"/>
            </a:solidFill>
            <a:ln w="25400">
              <a:solidFill>
                <a:schemeClr val="tx1"/>
              </a:solidFill>
              <a:miter lim="800000"/>
              <a:headEnd/>
              <a:tailEnd/>
            </a:ln>
          </p:spPr>
          <p:txBody>
            <a:bodyPr/>
            <a:lstStyle>
              <a:lvl1pPr>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algn="ctr" eaLnBrk="1" hangingPunct="1"/>
              <a:endParaRPr lang="en-US" altLang="en-US"/>
            </a:p>
          </p:txBody>
        </p:sp>
      </p:grpSp>
      <p:sp>
        <p:nvSpPr>
          <p:cNvPr id="80952" name="Rectangle 88">
            <a:extLst>
              <a:ext uri="{FF2B5EF4-FFF2-40B4-BE49-F238E27FC236}">
                <a16:creationId xmlns:a16="http://schemas.microsoft.com/office/drawing/2014/main" id="{A43BB697-F047-95C4-342B-8550CDC52935}"/>
              </a:ext>
            </a:extLst>
          </p:cNvPr>
          <p:cNvSpPr>
            <a:spLocks/>
          </p:cNvSpPr>
          <p:nvPr/>
        </p:nvSpPr>
        <p:spPr bwMode="auto">
          <a:xfrm>
            <a:off x="1968500" y="3473450"/>
            <a:ext cx="546100"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nchor="ctr"/>
          <a:lstStyle>
            <a:lvl1pPr>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ct val="0"/>
              </a:spcBef>
              <a:spcAft>
                <a:spcPct val="0"/>
              </a:spcAft>
              <a:defRPr sz="3200">
                <a:solidFill>
                  <a:srgbClr val="000000"/>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algn="r" eaLnBrk="1" hangingPunct="1"/>
            <a:r>
              <a:rPr lang="en-US" altLang="en-US" sz="2300">
                <a:solidFill>
                  <a:schemeClr val="tx1"/>
                </a:solidFill>
              </a:rPr>
              <a:t>50</a:t>
            </a:r>
          </a:p>
        </p:txBody>
      </p:sp>
    </p:spTree>
  </p:cSld>
  <p:clrMapOvr>
    <a:masterClrMapping/>
  </p:clrMapOvr>
  <p:transition spd="med">
    <p:checker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0141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0" presetClass="exit" presetSubtype="0" fill="hold" grpId="1" nodeType="clickEffect">
                                  <p:stCondLst>
                                    <p:cond delay="0"/>
                                  </p:stCondLst>
                                  <p:childTnLst>
                                    <p:animEffect transition="out" filter="fade">
                                      <p:cBhvr>
                                        <p:cTn id="10" dur="500"/>
                                        <p:tgtEl>
                                          <p:spTgt spid="101412"/>
                                        </p:tgtEl>
                                      </p:cBhvr>
                                    </p:animEffect>
                                    <p:set>
                                      <p:cBhvr>
                                        <p:cTn id="11" dur="1" fill="hold">
                                          <p:stCondLst>
                                            <p:cond delay="499"/>
                                          </p:stCondLst>
                                        </p:cTn>
                                        <p:tgtEl>
                                          <p:spTgt spid="101412"/>
                                        </p:tgtEl>
                                        <p:attrNameLst>
                                          <p:attrName>style.visibility</p:attrName>
                                        </p:attrNameLst>
                                      </p:cBhvr>
                                      <p:to>
                                        <p:strVal val="hidden"/>
                                      </p:to>
                                    </p:set>
                                  </p:childTnLst>
                                </p:cTn>
                              </p:par>
                            </p:childTnLst>
                          </p:cTn>
                        </p:par>
                        <p:par>
                          <p:cTn id="12" fill="hold" nodeType="afterGroup">
                            <p:stCondLst>
                              <p:cond delay="500"/>
                            </p:stCondLst>
                            <p:childTnLst>
                              <p:par>
                                <p:cTn id="13" presetID="10" presetClass="entr" presetSubtype="0" fill="hold" grpId="0" nodeType="afterEffect">
                                  <p:stCondLst>
                                    <p:cond delay="500"/>
                                  </p:stCondLst>
                                  <p:childTnLst>
                                    <p:set>
                                      <p:cBhvr>
                                        <p:cTn id="14" dur="1" fill="hold">
                                          <p:stCondLst>
                                            <p:cond delay="0"/>
                                          </p:stCondLst>
                                        </p:cTn>
                                        <p:tgtEl>
                                          <p:spTgt spid="101411"/>
                                        </p:tgtEl>
                                        <p:attrNameLst>
                                          <p:attrName>style.visibility</p:attrName>
                                        </p:attrNameLst>
                                      </p:cBhvr>
                                      <p:to>
                                        <p:strVal val="visible"/>
                                      </p:to>
                                    </p:set>
                                    <p:animEffect transition="in" filter="fade">
                                      <p:cBhvr>
                                        <p:cTn id="15" dur="500"/>
                                        <p:tgtEl>
                                          <p:spTgt spid="101411"/>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1" presetClass="entr" presetSubtype="0" fill="hold" nodeType="clickEffect">
                                  <p:stCondLst>
                                    <p:cond delay="0"/>
                                  </p:stCondLst>
                                  <p:childTnLst>
                                    <p:set>
                                      <p:cBhvr>
                                        <p:cTn id="19" dur="1" fill="hold">
                                          <p:stCondLst>
                                            <p:cond delay="499"/>
                                          </p:stCondLst>
                                        </p:cTn>
                                        <p:tgtEl>
                                          <p:spTgt spid="101444"/>
                                        </p:tgtEl>
                                        <p:attrNameLst>
                                          <p:attrName>style.visibility</p:attrName>
                                        </p:attrNameLst>
                                      </p:cBhvr>
                                      <p:to>
                                        <p:strVal val="visible"/>
                                      </p:to>
                                    </p:set>
                                  </p:childTnLst>
                                </p:cTn>
                              </p:par>
                            </p:childTnLst>
                          </p:cTn>
                        </p:par>
                      </p:childTnLst>
                    </p:cTn>
                  </p:par>
                  <p:par>
                    <p:cTn id="20" fill="hold" nodeType="clickPar">
                      <p:stCondLst>
                        <p:cond delay="indefinite"/>
                      </p:stCondLst>
                      <p:childTnLst>
                        <p:par>
                          <p:cTn id="21" fill="hold" nodeType="withGroup">
                            <p:stCondLst>
                              <p:cond delay="0"/>
                            </p:stCondLst>
                            <p:childTnLst>
                              <p:par>
                                <p:cTn id="22" presetID="1" presetClass="entr" presetSubtype="0" fill="hold" grpId="0" nodeType="clickEffect">
                                  <p:stCondLst>
                                    <p:cond delay="0"/>
                                  </p:stCondLst>
                                  <p:childTnLst>
                                    <p:set>
                                      <p:cBhvr>
                                        <p:cTn id="23" dur="1" fill="hold">
                                          <p:stCondLst>
                                            <p:cond delay="499"/>
                                          </p:stCondLst>
                                        </p:cTn>
                                        <p:tgtEl>
                                          <p:spTgt spid="101413"/>
                                        </p:tgtEl>
                                        <p:attrNameLst>
                                          <p:attrName>style.visibility</p:attrName>
                                        </p:attrNameLst>
                                      </p:cBhvr>
                                      <p:to>
                                        <p:strVal val="visible"/>
                                      </p:to>
                                    </p:set>
                                  </p:childTnLst>
                                </p:cTn>
                              </p:par>
                            </p:childTnLst>
                          </p:cTn>
                        </p:par>
                      </p:childTnLst>
                    </p:cTn>
                  </p:par>
                  <p:par>
                    <p:cTn id="24" fill="hold" nodeType="clickPar">
                      <p:stCondLst>
                        <p:cond delay="indefinite"/>
                      </p:stCondLst>
                      <p:childTnLst>
                        <p:par>
                          <p:cTn id="25" fill="hold" nodeType="withGroup">
                            <p:stCondLst>
                              <p:cond delay="0"/>
                            </p:stCondLst>
                            <p:childTnLst>
                              <p:par>
                                <p:cTn id="26" presetID="10" presetClass="exit" presetSubtype="0" fill="hold" grpId="1" nodeType="clickEffect">
                                  <p:stCondLst>
                                    <p:cond delay="0"/>
                                  </p:stCondLst>
                                  <p:childTnLst>
                                    <p:animEffect transition="out" filter="fade">
                                      <p:cBhvr>
                                        <p:cTn id="27" dur="500"/>
                                        <p:tgtEl>
                                          <p:spTgt spid="101413"/>
                                        </p:tgtEl>
                                      </p:cBhvr>
                                    </p:animEffect>
                                    <p:set>
                                      <p:cBhvr>
                                        <p:cTn id="28" dur="1" fill="hold">
                                          <p:stCondLst>
                                            <p:cond delay="499"/>
                                          </p:stCondLst>
                                        </p:cTn>
                                        <p:tgtEl>
                                          <p:spTgt spid="101413"/>
                                        </p:tgtEl>
                                        <p:attrNameLst>
                                          <p:attrName>style.visibility</p:attrName>
                                        </p:attrNameLst>
                                      </p:cBhvr>
                                      <p:to>
                                        <p:strVal val="hidden"/>
                                      </p:to>
                                    </p:set>
                                  </p:childTnLst>
                                </p:cTn>
                              </p:par>
                            </p:childTnLst>
                          </p:cTn>
                        </p:par>
                        <p:par>
                          <p:cTn id="29" fill="hold" nodeType="afterGroup">
                            <p:stCondLst>
                              <p:cond delay="500"/>
                            </p:stCondLst>
                            <p:childTnLst>
                              <p:par>
                                <p:cTn id="30" presetID="10" presetClass="entr" presetSubtype="0" fill="hold" grpId="0" nodeType="afterEffect">
                                  <p:stCondLst>
                                    <p:cond delay="500"/>
                                  </p:stCondLst>
                                  <p:childTnLst>
                                    <p:set>
                                      <p:cBhvr>
                                        <p:cTn id="31" dur="1" fill="hold">
                                          <p:stCondLst>
                                            <p:cond delay="0"/>
                                          </p:stCondLst>
                                        </p:cTn>
                                        <p:tgtEl>
                                          <p:spTgt spid="101418"/>
                                        </p:tgtEl>
                                        <p:attrNameLst>
                                          <p:attrName>style.visibility</p:attrName>
                                        </p:attrNameLst>
                                      </p:cBhvr>
                                      <p:to>
                                        <p:strVal val="visible"/>
                                      </p:to>
                                    </p:set>
                                    <p:animEffect transition="in" filter="fade">
                                      <p:cBhvr>
                                        <p:cTn id="32" dur="500"/>
                                        <p:tgtEl>
                                          <p:spTgt spid="101418"/>
                                        </p:tgtEl>
                                      </p:cBhvr>
                                    </p:animEffect>
                                  </p:childTnLst>
                                </p:cTn>
                              </p:par>
                            </p:childTnLst>
                          </p:cTn>
                        </p:par>
                        <p:par>
                          <p:cTn id="33" fill="hold" nodeType="afterGroup">
                            <p:stCondLst>
                              <p:cond delay="1500"/>
                            </p:stCondLst>
                            <p:childTnLst>
                              <p:par>
                                <p:cTn id="34" presetID="10" presetClass="entr" presetSubtype="0" fill="hold" nodeType="afterEffect">
                                  <p:stCondLst>
                                    <p:cond delay="0"/>
                                  </p:stCondLst>
                                  <p:childTnLst>
                                    <p:set>
                                      <p:cBhvr>
                                        <p:cTn id="35" dur="1" fill="hold">
                                          <p:stCondLst>
                                            <p:cond delay="0"/>
                                          </p:stCondLst>
                                        </p:cTn>
                                        <p:tgtEl>
                                          <p:spTgt spid="101410"/>
                                        </p:tgtEl>
                                        <p:attrNameLst>
                                          <p:attrName>style.visibility</p:attrName>
                                        </p:attrNameLst>
                                      </p:cBhvr>
                                      <p:to>
                                        <p:strVal val="visible"/>
                                      </p:to>
                                    </p:set>
                                    <p:animEffect transition="in" filter="fade">
                                      <p:cBhvr>
                                        <p:cTn id="36" dur="500"/>
                                        <p:tgtEl>
                                          <p:spTgt spid="101410"/>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1" presetClass="entr" presetSubtype="0" fill="hold" nodeType="clickEffect">
                                  <p:stCondLst>
                                    <p:cond delay="0"/>
                                  </p:stCondLst>
                                  <p:childTnLst>
                                    <p:set>
                                      <p:cBhvr>
                                        <p:cTn id="40" dur="1" fill="hold">
                                          <p:stCondLst>
                                            <p:cond delay="499"/>
                                          </p:stCondLst>
                                        </p:cTn>
                                        <p:tgtEl>
                                          <p:spTgt spid="101454"/>
                                        </p:tgtEl>
                                        <p:attrNameLst>
                                          <p:attrName>style.visibility</p:attrName>
                                        </p:attrNameLst>
                                      </p:cBhvr>
                                      <p:to>
                                        <p:strVal val="visible"/>
                                      </p:to>
                                    </p:set>
                                  </p:childTnLst>
                                </p:cTn>
                              </p:par>
                            </p:childTnLst>
                          </p:cTn>
                        </p:par>
                        <p:par>
                          <p:cTn id="41" fill="hold" nodeType="afterGroup">
                            <p:stCondLst>
                              <p:cond delay="500"/>
                            </p:stCondLst>
                            <p:childTnLst>
                              <p:par>
                                <p:cTn id="42" presetID="1" presetClass="entr" presetSubtype="0" fill="hold" grpId="0" nodeType="afterEffect">
                                  <p:stCondLst>
                                    <p:cond delay="1000"/>
                                  </p:stCondLst>
                                  <p:childTnLst>
                                    <p:set>
                                      <p:cBhvr>
                                        <p:cTn id="43" dur="1" fill="hold">
                                          <p:stCondLst>
                                            <p:cond delay="499"/>
                                          </p:stCondLst>
                                        </p:cTn>
                                        <p:tgtEl>
                                          <p:spTgt spid="101414"/>
                                        </p:tgtEl>
                                        <p:attrNameLst>
                                          <p:attrName>style.visibility</p:attrName>
                                        </p:attrNameLst>
                                      </p:cBhvr>
                                      <p:to>
                                        <p:strVal val="visible"/>
                                      </p:to>
                                    </p:set>
                                  </p:childTnLst>
                                </p:cTn>
                              </p:par>
                            </p:childTnLst>
                          </p:cTn>
                        </p:par>
                        <p:par>
                          <p:cTn id="44" fill="hold" nodeType="afterGroup">
                            <p:stCondLst>
                              <p:cond delay="2000"/>
                            </p:stCondLst>
                            <p:childTnLst>
                              <p:par>
                                <p:cTn id="45" presetID="10" presetClass="exit" presetSubtype="0" fill="hold" grpId="1" nodeType="afterEffect">
                                  <p:stCondLst>
                                    <p:cond delay="1000"/>
                                  </p:stCondLst>
                                  <p:childTnLst>
                                    <p:animEffect transition="out" filter="fade">
                                      <p:cBhvr>
                                        <p:cTn id="46" dur="500"/>
                                        <p:tgtEl>
                                          <p:spTgt spid="101414"/>
                                        </p:tgtEl>
                                      </p:cBhvr>
                                    </p:animEffect>
                                    <p:set>
                                      <p:cBhvr>
                                        <p:cTn id="47" dur="1" fill="hold">
                                          <p:stCondLst>
                                            <p:cond delay="499"/>
                                          </p:stCondLst>
                                        </p:cTn>
                                        <p:tgtEl>
                                          <p:spTgt spid="101414"/>
                                        </p:tgtEl>
                                        <p:attrNameLst>
                                          <p:attrName>style.visibility</p:attrName>
                                        </p:attrNameLst>
                                      </p:cBhvr>
                                      <p:to>
                                        <p:strVal val="hidden"/>
                                      </p:to>
                                    </p:set>
                                  </p:childTnLst>
                                </p:cTn>
                              </p:par>
                            </p:childTnLst>
                          </p:cTn>
                        </p:par>
                        <p:par>
                          <p:cTn id="48" fill="hold" nodeType="afterGroup">
                            <p:stCondLst>
                              <p:cond delay="3500"/>
                            </p:stCondLst>
                            <p:childTnLst>
                              <p:par>
                                <p:cTn id="49" presetID="10" presetClass="entr" presetSubtype="0" fill="hold" grpId="0" nodeType="afterEffect">
                                  <p:stCondLst>
                                    <p:cond delay="500"/>
                                  </p:stCondLst>
                                  <p:childTnLst>
                                    <p:set>
                                      <p:cBhvr>
                                        <p:cTn id="50" dur="1" fill="hold">
                                          <p:stCondLst>
                                            <p:cond delay="0"/>
                                          </p:stCondLst>
                                        </p:cTn>
                                        <p:tgtEl>
                                          <p:spTgt spid="101420"/>
                                        </p:tgtEl>
                                        <p:attrNameLst>
                                          <p:attrName>style.visibility</p:attrName>
                                        </p:attrNameLst>
                                      </p:cBhvr>
                                      <p:to>
                                        <p:strVal val="visible"/>
                                      </p:to>
                                    </p:set>
                                    <p:animEffect transition="in" filter="fade">
                                      <p:cBhvr>
                                        <p:cTn id="51" dur="500"/>
                                        <p:tgtEl>
                                          <p:spTgt spid="101420"/>
                                        </p:tgtEl>
                                      </p:cBhvr>
                                    </p:animEffect>
                                  </p:childTnLst>
                                </p:cTn>
                              </p:par>
                            </p:childTnLst>
                          </p:cTn>
                        </p:par>
                        <p:par>
                          <p:cTn id="52" fill="hold" nodeType="afterGroup">
                            <p:stCondLst>
                              <p:cond delay="4500"/>
                            </p:stCondLst>
                            <p:childTnLst>
                              <p:par>
                                <p:cTn id="53" presetID="10" presetClass="entr" presetSubtype="0" fill="hold" nodeType="afterEffect">
                                  <p:stCondLst>
                                    <p:cond delay="0"/>
                                  </p:stCondLst>
                                  <p:childTnLst>
                                    <p:set>
                                      <p:cBhvr>
                                        <p:cTn id="54" dur="1" fill="hold">
                                          <p:stCondLst>
                                            <p:cond delay="0"/>
                                          </p:stCondLst>
                                        </p:cTn>
                                        <p:tgtEl>
                                          <p:spTgt spid="101417"/>
                                        </p:tgtEl>
                                        <p:attrNameLst>
                                          <p:attrName>style.visibility</p:attrName>
                                        </p:attrNameLst>
                                      </p:cBhvr>
                                      <p:to>
                                        <p:strVal val="visible"/>
                                      </p:to>
                                    </p:set>
                                    <p:animEffect transition="in" filter="fade">
                                      <p:cBhvr>
                                        <p:cTn id="55" dur="500"/>
                                        <p:tgtEl>
                                          <p:spTgt spid="101417"/>
                                        </p:tgtEl>
                                      </p:cBhvr>
                                    </p:animEffect>
                                  </p:childTnLst>
                                </p:cTn>
                              </p:par>
                            </p:childTnLst>
                          </p:cTn>
                        </p:par>
                        <p:par>
                          <p:cTn id="56" fill="hold" nodeType="afterGroup">
                            <p:stCondLst>
                              <p:cond delay="5000"/>
                            </p:stCondLst>
                            <p:childTnLst>
                              <p:par>
                                <p:cTn id="57" presetID="1" presetClass="entr" presetSubtype="0" fill="hold" nodeType="afterEffect">
                                  <p:stCondLst>
                                    <p:cond delay="0"/>
                                  </p:stCondLst>
                                  <p:childTnLst>
                                    <p:set>
                                      <p:cBhvr>
                                        <p:cTn id="58" dur="1" fill="hold">
                                          <p:stCondLst>
                                            <p:cond delay="499"/>
                                          </p:stCondLst>
                                        </p:cTn>
                                        <p:tgtEl>
                                          <p:spTgt spid="101449"/>
                                        </p:tgtEl>
                                        <p:attrNameLst>
                                          <p:attrName>style.visibility</p:attrName>
                                        </p:attrNameLst>
                                      </p:cBhvr>
                                      <p:to>
                                        <p:strVal val="visible"/>
                                      </p:to>
                                    </p:set>
                                  </p:childTnLst>
                                </p:cTn>
                              </p:par>
                            </p:childTnLst>
                          </p:cTn>
                        </p:par>
                        <p:par>
                          <p:cTn id="59" fill="hold" nodeType="afterGroup">
                            <p:stCondLst>
                              <p:cond delay="5500"/>
                            </p:stCondLst>
                            <p:childTnLst>
                              <p:par>
                                <p:cTn id="60" presetID="1" presetClass="entr" presetSubtype="0" fill="hold" grpId="0" nodeType="afterEffect">
                                  <p:stCondLst>
                                    <p:cond delay="0"/>
                                  </p:stCondLst>
                                  <p:childTnLst>
                                    <p:set>
                                      <p:cBhvr>
                                        <p:cTn id="61" dur="1" fill="hold">
                                          <p:stCondLst>
                                            <p:cond delay="499"/>
                                          </p:stCondLst>
                                        </p:cTn>
                                        <p:tgtEl>
                                          <p:spTgt spid="101415"/>
                                        </p:tgtEl>
                                        <p:attrNameLst>
                                          <p:attrName>style.visibility</p:attrName>
                                        </p:attrNameLst>
                                      </p:cBhvr>
                                      <p:to>
                                        <p:strVal val="visible"/>
                                      </p:to>
                                    </p:set>
                                  </p:childTnLst>
                                </p:cTn>
                              </p:par>
                            </p:childTnLst>
                          </p:cTn>
                        </p:par>
                        <p:par>
                          <p:cTn id="62" fill="hold" nodeType="afterGroup">
                            <p:stCondLst>
                              <p:cond delay="6000"/>
                            </p:stCondLst>
                            <p:childTnLst>
                              <p:par>
                                <p:cTn id="63" presetID="10" presetClass="exit" presetSubtype="0" fill="hold" grpId="1" nodeType="afterEffect">
                                  <p:stCondLst>
                                    <p:cond delay="0"/>
                                  </p:stCondLst>
                                  <p:childTnLst>
                                    <p:animEffect transition="out" filter="fade">
                                      <p:cBhvr>
                                        <p:cTn id="64" dur="500"/>
                                        <p:tgtEl>
                                          <p:spTgt spid="101415"/>
                                        </p:tgtEl>
                                      </p:cBhvr>
                                    </p:animEffect>
                                    <p:set>
                                      <p:cBhvr>
                                        <p:cTn id="65" dur="1" fill="hold">
                                          <p:stCondLst>
                                            <p:cond delay="499"/>
                                          </p:stCondLst>
                                        </p:cTn>
                                        <p:tgtEl>
                                          <p:spTgt spid="101415"/>
                                        </p:tgtEl>
                                        <p:attrNameLst>
                                          <p:attrName>style.visibility</p:attrName>
                                        </p:attrNameLst>
                                      </p:cBhvr>
                                      <p:to>
                                        <p:strVal val="hidden"/>
                                      </p:to>
                                    </p:set>
                                  </p:childTnLst>
                                </p:cTn>
                              </p:par>
                            </p:childTnLst>
                          </p:cTn>
                        </p:par>
                        <p:par>
                          <p:cTn id="66" fill="hold" nodeType="afterGroup">
                            <p:stCondLst>
                              <p:cond delay="6500"/>
                            </p:stCondLst>
                            <p:childTnLst>
                              <p:par>
                                <p:cTn id="67" presetID="10" presetClass="entr" presetSubtype="0" fill="hold" grpId="0" nodeType="afterEffect">
                                  <p:stCondLst>
                                    <p:cond delay="500"/>
                                  </p:stCondLst>
                                  <p:childTnLst>
                                    <p:set>
                                      <p:cBhvr>
                                        <p:cTn id="68" dur="1" fill="hold">
                                          <p:stCondLst>
                                            <p:cond delay="0"/>
                                          </p:stCondLst>
                                        </p:cTn>
                                        <p:tgtEl>
                                          <p:spTgt spid="101423"/>
                                        </p:tgtEl>
                                        <p:attrNameLst>
                                          <p:attrName>style.visibility</p:attrName>
                                        </p:attrNameLst>
                                      </p:cBhvr>
                                      <p:to>
                                        <p:strVal val="visible"/>
                                      </p:to>
                                    </p:set>
                                    <p:animEffect transition="in" filter="fade">
                                      <p:cBhvr>
                                        <p:cTn id="69" dur="500"/>
                                        <p:tgtEl>
                                          <p:spTgt spid="101423"/>
                                        </p:tgtEl>
                                      </p:cBhvr>
                                    </p:animEffect>
                                  </p:childTnLst>
                                </p:cTn>
                              </p:par>
                            </p:childTnLst>
                          </p:cTn>
                        </p:par>
                        <p:par>
                          <p:cTn id="70" fill="hold" nodeType="afterGroup">
                            <p:stCondLst>
                              <p:cond delay="7500"/>
                            </p:stCondLst>
                            <p:childTnLst>
                              <p:par>
                                <p:cTn id="71" presetID="10" presetClass="entr" presetSubtype="0" fill="hold" nodeType="afterEffect">
                                  <p:stCondLst>
                                    <p:cond delay="0"/>
                                  </p:stCondLst>
                                  <p:childTnLst>
                                    <p:set>
                                      <p:cBhvr>
                                        <p:cTn id="72" dur="1" fill="hold">
                                          <p:stCondLst>
                                            <p:cond delay="0"/>
                                          </p:stCondLst>
                                        </p:cTn>
                                        <p:tgtEl>
                                          <p:spTgt spid="101419"/>
                                        </p:tgtEl>
                                        <p:attrNameLst>
                                          <p:attrName>style.visibility</p:attrName>
                                        </p:attrNameLst>
                                      </p:cBhvr>
                                      <p:to>
                                        <p:strVal val="visible"/>
                                      </p:to>
                                    </p:set>
                                    <p:animEffect transition="in" filter="fade">
                                      <p:cBhvr>
                                        <p:cTn id="73" dur="500"/>
                                        <p:tgtEl>
                                          <p:spTgt spid="101419"/>
                                        </p:tgtEl>
                                      </p:cBhvr>
                                    </p:animEffect>
                                  </p:childTnLst>
                                </p:cTn>
                              </p:par>
                            </p:childTnLst>
                          </p:cTn>
                        </p:par>
                        <p:par>
                          <p:cTn id="74" fill="hold" nodeType="afterGroup">
                            <p:stCondLst>
                              <p:cond delay="8000"/>
                            </p:stCondLst>
                            <p:childTnLst>
                              <p:par>
                                <p:cTn id="75" presetID="1" presetClass="entr" presetSubtype="0" fill="hold" nodeType="afterEffect">
                                  <p:stCondLst>
                                    <p:cond delay="0"/>
                                  </p:stCondLst>
                                  <p:childTnLst>
                                    <p:set>
                                      <p:cBhvr>
                                        <p:cTn id="76" dur="1" fill="hold">
                                          <p:stCondLst>
                                            <p:cond delay="499"/>
                                          </p:stCondLst>
                                        </p:cTn>
                                        <p:tgtEl>
                                          <p:spTgt spid="101459"/>
                                        </p:tgtEl>
                                        <p:attrNameLst>
                                          <p:attrName>style.visibility</p:attrName>
                                        </p:attrNameLst>
                                      </p:cBhvr>
                                      <p:to>
                                        <p:strVal val="visible"/>
                                      </p:to>
                                    </p:set>
                                  </p:childTnLst>
                                </p:cTn>
                              </p:par>
                            </p:childTnLst>
                          </p:cTn>
                        </p:par>
                        <p:par>
                          <p:cTn id="77" fill="hold" nodeType="afterGroup">
                            <p:stCondLst>
                              <p:cond delay="8500"/>
                            </p:stCondLst>
                            <p:childTnLst>
                              <p:par>
                                <p:cTn id="78" presetID="1" presetClass="entr" presetSubtype="0" fill="hold" grpId="0" nodeType="afterEffect">
                                  <p:stCondLst>
                                    <p:cond delay="0"/>
                                  </p:stCondLst>
                                  <p:childTnLst>
                                    <p:set>
                                      <p:cBhvr>
                                        <p:cTn id="79" dur="1" fill="hold">
                                          <p:stCondLst>
                                            <p:cond delay="499"/>
                                          </p:stCondLst>
                                        </p:cTn>
                                        <p:tgtEl>
                                          <p:spTgt spid="101416"/>
                                        </p:tgtEl>
                                        <p:attrNameLst>
                                          <p:attrName>style.visibility</p:attrName>
                                        </p:attrNameLst>
                                      </p:cBhvr>
                                      <p:to>
                                        <p:strVal val="visible"/>
                                      </p:to>
                                    </p:set>
                                  </p:childTnLst>
                                </p:cTn>
                              </p:par>
                            </p:childTnLst>
                          </p:cTn>
                        </p:par>
                        <p:par>
                          <p:cTn id="80" fill="hold" nodeType="afterGroup">
                            <p:stCondLst>
                              <p:cond delay="9000"/>
                            </p:stCondLst>
                            <p:childTnLst>
                              <p:par>
                                <p:cTn id="81" presetID="10" presetClass="exit" presetSubtype="0" fill="hold" grpId="1" nodeType="afterEffect">
                                  <p:stCondLst>
                                    <p:cond delay="0"/>
                                  </p:stCondLst>
                                  <p:childTnLst>
                                    <p:animEffect transition="out" filter="fade">
                                      <p:cBhvr>
                                        <p:cTn id="82" dur="500"/>
                                        <p:tgtEl>
                                          <p:spTgt spid="101416"/>
                                        </p:tgtEl>
                                      </p:cBhvr>
                                    </p:animEffect>
                                    <p:set>
                                      <p:cBhvr>
                                        <p:cTn id="83" dur="1" fill="hold">
                                          <p:stCondLst>
                                            <p:cond delay="499"/>
                                          </p:stCondLst>
                                        </p:cTn>
                                        <p:tgtEl>
                                          <p:spTgt spid="101416"/>
                                        </p:tgtEl>
                                        <p:attrNameLst>
                                          <p:attrName>style.visibility</p:attrName>
                                        </p:attrNameLst>
                                      </p:cBhvr>
                                      <p:to>
                                        <p:strVal val="hidden"/>
                                      </p:to>
                                    </p:set>
                                  </p:childTnLst>
                                </p:cTn>
                              </p:par>
                            </p:childTnLst>
                          </p:cTn>
                        </p:par>
                        <p:par>
                          <p:cTn id="84" fill="hold" nodeType="afterGroup">
                            <p:stCondLst>
                              <p:cond delay="9500"/>
                            </p:stCondLst>
                            <p:childTnLst>
                              <p:par>
                                <p:cTn id="85" presetID="10" presetClass="entr" presetSubtype="0" fill="hold" grpId="0" nodeType="afterEffect">
                                  <p:stCondLst>
                                    <p:cond delay="500"/>
                                  </p:stCondLst>
                                  <p:childTnLst>
                                    <p:set>
                                      <p:cBhvr>
                                        <p:cTn id="86" dur="1" fill="hold">
                                          <p:stCondLst>
                                            <p:cond delay="0"/>
                                          </p:stCondLst>
                                        </p:cTn>
                                        <p:tgtEl>
                                          <p:spTgt spid="101422"/>
                                        </p:tgtEl>
                                        <p:attrNameLst>
                                          <p:attrName>style.visibility</p:attrName>
                                        </p:attrNameLst>
                                      </p:cBhvr>
                                      <p:to>
                                        <p:strVal val="visible"/>
                                      </p:to>
                                    </p:set>
                                    <p:animEffect transition="in" filter="fade">
                                      <p:cBhvr>
                                        <p:cTn id="87" dur="500"/>
                                        <p:tgtEl>
                                          <p:spTgt spid="101422"/>
                                        </p:tgtEl>
                                      </p:cBhvr>
                                    </p:animEffect>
                                  </p:childTnLst>
                                </p:cTn>
                              </p:par>
                            </p:childTnLst>
                          </p:cTn>
                        </p:par>
                        <p:par>
                          <p:cTn id="88" fill="hold" nodeType="afterGroup">
                            <p:stCondLst>
                              <p:cond delay="10500"/>
                            </p:stCondLst>
                            <p:childTnLst>
                              <p:par>
                                <p:cTn id="89" presetID="10" presetClass="entr" presetSubtype="0" fill="hold" nodeType="afterEffect">
                                  <p:stCondLst>
                                    <p:cond delay="0"/>
                                  </p:stCondLst>
                                  <p:childTnLst>
                                    <p:set>
                                      <p:cBhvr>
                                        <p:cTn id="90" dur="1" fill="hold">
                                          <p:stCondLst>
                                            <p:cond delay="0"/>
                                          </p:stCondLst>
                                        </p:cTn>
                                        <p:tgtEl>
                                          <p:spTgt spid="101421"/>
                                        </p:tgtEl>
                                        <p:attrNameLst>
                                          <p:attrName>style.visibility</p:attrName>
                                        </p:attrNameLst>
                                      </p:cBhvr>
                                      <p:to>
                                        <p:strVal val="visible"/>
                                      </p:to>
                                    </p:set>
                                    <p:animEffect transition="in" filter="fade">
                                      <p:cBhvr>
                                        <p:cTn id="91" dur="500"/>
                                        <p:tgtEl>
                                          <p:spTgt spid="1014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411" grpId="0" animBg="1"/>
      <p:bldP spid="101412" grpId="0" animBg="1"/>
      <p:bldP spid="101412" grpId="1" animBg="1"/>
      <p:bldP spid="101413" grpId="0" animBg="1"/>
      <p:bldP spid="101413" grpId="1" animBg="1"/>
      <p:bldP spid="101414" grpId="0" animBg="1"/>
      <p:bldP spid="101414" grpId="1" animBg="1"/>
      <p:bldP spid="101415" grpId="0" animBg="1"/>
      <p:bldP spid="101415" grpId="1" animBg="1"/>
      <p:bldP spid="101416" grpId="0" animBg="1"/>
      <p:bldP spid="101416" grpId="1" animBg="1"/>
      <p:bldP spid="101418" grpId="0" animBg="1"/>
      <p:bldP spid="101420" grpId="0" animBg="1"/>
      <p:bldP spid="101422" grpId="0" animBg="1"/>
      <p:bldP spid="101423"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1">
            <a:extLst>
              <a:ext uri="{FF2B5EF4-FFF2-40B4-BE49-F238E27FC236}">
                <a16:creationId xmlns:a16="http://schemas.microsoft.com/office/drawing/2014/main" id="{19A2CBE1-3352-83FD-6E3C-3E23CF502A85}"/>
              </a:ext>
            </a:extLst>
          </p:cNvPr>
          <p:cNvSpPr>
            <a:spLocks noGrp="1" noChangeArrowheads="1"/>
          </p:cNvSpPr>
          <p:nvPr>
            <p:ph type="title"/>
          </p:nvPr>
        </p:nvSpPr>
        <p:spPr/>
        <p:txBody>
          <a:bodyPr/>
          <a:lstStyle/>
          <a:p>
            <a:pPr eaLnBrk="1" hangingPunct="1"/>
            <a:r>
              <a:rPr lang="en-US" altLang="en-US"/>
              <a:t>Scalability</a:t>
            </a:r>
          </a:p>
        </p:txBody>
      </p:sp>
      <p:sp>
        <p:nvSpPr>
          <p:cNvPr id="82947" name="Rectangle 2">
            <a:extLst>
              <a:ext uri="{FF2B5EF4-FFF2-40B4-BE49-F238E27FC236}">
                <a16:creationId xmlns:a16="http://schemas.microsoft.com/office/drawing/2014/main" id="{87ECCD91-435D-5B4D-7644-D2C886B594AC}"/>
              </a:ext>
            </a:extLst>
          </p:cNvPr>
          <p:cNvSpPr>
            <a:spLocks noGrp="1" noChangeArrowheads="1"/>
          </p:cNvSpPr>
          <p:nvPr>
            <p:ph type="body" idx="1"/>
          </p:nvPr>
        </p:nvSpPr>
        <p:spPr/>
        <p:txBody>
          <a:bodyPr/>
          <a:lstStyle/>
          <a:p>
            <a:pPr marL="698500" eaLnBrk="1" hangingPunct="1">
              <a:lnSpc>
                <a:spcPct val="90000"/>
              </a:lnSpc>
            </a:pPr>
            <a:r>
              <a:rPr lang="en-US" altLang="en-US" sz="2800">
                <a:latin typeface="Calibri" panose="020F0502020204030204" pitchFamily="34" charset="0"/>
                <a:cs typeface="Calibri" panose="020F0502020204030204" pitchFamily="34" charset="0"/>
              </a:rPr>
              <a:t>Typical individual team is 7 ± 2 people</a:t>
            </a:r>
          </a:p>
          <a:p>
            <a:pPr marL="1054100" lvl="1" indent="-457200" eaLnBrk="1" hangingPunct="1">
              <a:lnSpc>
                <a:spcPct val="90000"/>
              </a:lnSpc>
              <a:spcBef>
                <a:spcPts val="1300"/>
              </a:spcBef>
              <a:buFont typeface="Wingdings" pitchFamily="2" charset="2"/>
              <a:buChar char="§"/>
            </a:pPr>
            <a:r>
              <a:rPr lang="en-US" altLang="en-US" sz="2800">
                <a:latin typeface="Calibri" panose="020F0502020204030204" pitchFamily="34" charset="0"/>
                <a:cs typeface="Calibri" panose="020F0502020204030204" pitchFamily="34" charset="0"/>
              </a:rPr>
              <a:t>Scalability comes from teams of teams</a:t>
            </a:r>
          </a:p>
          <a:p>
            <a:pPr marL="698500" eaLnBrk="1" hangingPunct="1">
              <a:lnSpc>
                <a:spcPct val="90000"/>
              </a:lnSpc>
              <a:spcBef>
                <a:spcPts val="1300"/>
              </a:spcBef>
            </a:pPr>
            <a:r>
              <a:rPr lang="en-US" altLang="en-US" sz="2800">
                <a:latin typeface="Calibri" panose="020F0502020204030204" pitchFamily="34" charset="0"/>
                <a:cs typeface="Calibri" panose="020F0502020204030204" pitchFamily="34" charset="0"/>
              </a:rPr>
              <a:t>Factors in scaling</a:t>
            </a:r>
          </a:p>
          <a:p>
            <a:pPr marL="1054100" lvl="1" indent="-457200" eaLnBrk="1" hangingPunct="1">
              <a:lnSpc>
                <a:spcPct val="90000"/>
              </a:lnSpc>
              <a:spcBef>
                <a:spcPts val="1300"/>
              </a:spcBef>
              <a:buFont typeface="Wingdings" pitchFamily="2" charset="2"/>
              <a:buChar char="§"/>
            </a:pPr>
            <a:r>
              <a:rPr lang="en-US" altLang="en-US" sz="2800">
                <a:latin typeface="Calibri" panose="020F0502020204030204" pitchFamily="34" charset="0"/>
                <a:cs typeface="Calibri" panose="020F0502020204030204" pitchFamily="34" charset="0"/>
              </a:rPr>
              <a:t>Type of application</a:t>
            </a:r>
          </a:p>
          <a:p>
            <a:pPr marL="1054100" lvl="1" indent="-457200" eaLnBrk="1" hangingPunct="1">
              <a:lnSpc>
                <a:spcPct val="90000"/>
              </a:lnSpc>
              <a:spcBef>
                <a:spcPts val="1300"/>
              </a:spcBef>
              <a:buFont typeface="Wingdings" pitchFamily="2" charset="2"/>
              <a:buChar char="§"/>
            </a:pPr>
            <a:r>
              <a:rPr lang="en-US" altLang="en-US" sz="2800">
                <a:latin typeface="Calibri" panose="020F0502020204030204" pitchFamily="34" charset="0"/>
                <a:cs typeface="Calibri" panose="020F0502020204030204" pitchFamily="34" charset="0"/>
              </a:rPr>
              <a:t>Team size</a:t>
            </a:r>
          </a:p>
          <a:p>
            <a:pPr marL="1054100" lvl="1" indent="-457200" eaLnBrk="1" hangingPunct="1">
              <a:lnSpc>
                <a:spcPct val="90000"/>
              </a:lnSpc>
              <a:spcBef>
                <a:spcPts val="1300"/>
              </a:spcBef>
              <a:buFont typeface="Wingdings" pitchFamily="2" charset="2"/>
              <a:buChar char="§"/>
            </a:pPr>
            <a:r>
              <a:rPr lang="en-US" altLang="en-US" sz="2800">
                <a:latin typeface="Calibri" panose="020F0502020204030204" pitchFamily="34" charset="0"/>
                <a:cs typeface="Calibri" panose="020F0502020204030204" pitchFamily="34" charset="0"/>
              </a:rPr>
              <a:t>Team dispersion</a:t>
            </a:r>
          </a:p>
          <a:p>
            <a:pPr marL="1054100" lvl="1" indent="-457200" eaLnBrk="1" hangingPunct="1">
              <a:lnSpc>
                <a:spcPct val="90000"/>
              </a:lnSpc>
              <a:spcBef>
                <a:spcPts val="1300"/>
              </a:spcBef>
              <a:buFont typeface="Wingdings" pitchFamily="2" charset="2"/>
              <a:buChar char="§"/>
            </a:pPr>
            <a:r>
              <a:rPr lang="en-US" altLang="en-US" sz="2800">
                <a:latin typeface="Calibri" panose="020F0502020204030204" pitchFamily="34" charset="0"/>
                <a:cs typeface="Calibri" panose="020F0502020204030204" pitchFamily="34" charset="0"/>
              </a:rPr>
              <a:t>Project duration</a:t>
            </a:r>
          </a:p>
          <a:p>
            <a:pPr marL="698500" eaLnBrk="1" hangingPunct="1">
              <a:lnSpc>
                <a:spcPct val="90000"/>
              </a:lnSpc>
              <a:spcBef>
                <a:spcPts val="1300"/>
              </a:spcBef>
            </a:pPr>
            <a:r>
              <a:rPr lang="en-US" altLang="en-US" sz="2800">
                <a:latin typeface="Calibri" panose="020F0502020204030204" pitchFamily="34" charset="0"/>
                <a:cs typeface="Calibri" panose="020F0502020204030204" pitchFamily="34" charset="0"/>
              </a:rPr>
              <a:t>Scrum has been used on multiple 500+ person projects</a:t>
            </a:r>
          </a:p>
          <a:p>
            <a:pPr marL="698500" eaLnBrk="1" hangingPunct="1">
              <a:lnSpc>
                <a:spcPct val="90000"/>
              </a:lnSpc>
              <a:spcBef>
                <a:spcPts val="1300"/>
              </a:spcBef>
            </a:pPr>
            <a:endParaRPr lang="en-US" altLang="en-US"/>
          </a:p>
        </p:txBody>
      </p:sp>
    </p:spTree>
  </p:cSld>
  <p:clrMapOvr>
    <a:masterClrMapping/>
  </p:clrMapOvr>
  <p:transition spd="med">
    <p:dissolv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1">
            <a:extLst>
              <a:ext uri="{FF2B5EF4-FFF2-40B4-BE49-F238E27FC236}">
                <a16:creationId xmlns:a16="http://schemas.microsoft.com/office/drawing/2014/main" id="{6F7BB816-0E4E-3F59-54BB-AD4B8BCCFA4A}"/>
              </a:ext>
            </a:extLst>
          </p:cNvPr>
          <p:cNvSpPr>
            <a:spLocks noGrp="1" noChangeArrowheads="1"/>
          </p:cNvSpPr>
          <p:nvPr>
            <p:ph type="title"/>
          </p:nvPr>
        </p:nvSpPr>
        <p:spPr/>
        <p:txBody>
          <a:bodyPr/>
          <a:lstStyle/>
          <a:p>
            <a:pPr eaLnBrk="1" hangingPunct="1"/>
            <a:r>
              <a:rPr lang="en-US" altLang="en-US"/>
              <a:t>Where to go next</a:t>
            </a:r>
          </a:p>
        </p:txBody>
      </p:sp>
      <p:sp>
        <p:nvSpPr>
          <p:cNvPr id="84995" name="Rectangle 2">
            <a:extLst>
              <a:ext uri="{FF2B5EF4-FFF2-40B4-BE49-F238E27FC236}">
                <a16:creationId xmlns:a16="http://schemas.microsoft.com/office/drawing/2014/main" id="{72F7DDC3-1955-BCD0-8AB7-39583356EB8E}"/>
              </a:ext>
            </a:extLst>
          </p:cNvPr>
          <p:cNvSpPr>
            <a:spLocks noGrp="1" noChangeArrowheads="1"/>
          </p:cNvSpPr>
          <p:nvPr>
            <p:ph type="body" idx="1"/>
          </p:nvPr>
        </p:nvSpPr>
        <p:spPr/>
        <p:txBody>
          <a:bodyPr/>
          <a:lstStyle/>
          <a:p>
            <a:pPr marL="698500" eaLnBrk="1" hangingPunct="1"/>
            <a:r>
              <a:rPr lang="en-US" altLang="en-US" sz="3500"/>
              <a:t>www.mountaingoatsoftware.com/scrum</a:t>
            </a:r>
          </a:p>
          <a:p>
            <a:pPr marL="698500" eaLnBrk="1" hangingPunct="1">
              <a:spcBef>
                <a:spcPts val="1500"/>
              </a:spcBef>
            </a:pPr>
            <a:r>
              <a:rPr lang="en-US" altLang="en-US" sz="3500"/>
              <a:t>www.scrumalliance.org</a:t>
            </a:r>
          </a:p>
          <a:p>
            <a:pPr marL="698500" eaLnBrk="1" hangingPunct="1">
              <a:spcBef>
                <a:spcPts val="1500"/>
              </a:spcBef>
            </a:pPr>
            <a:r>
              <a:rPr lang="en-US" altLang="en-US" sz="3500"/>
              <a:t>www.controlchaos.com</a:t>
            </a:r>
          </a:p>
          <a:p>
            <a:pPr marL="698500" eaLnBrk="1" hangingPunct="1">
              <a:spcBef>
                <a:spcPts val="1500"/>
              </a:spcBef>
            </a:pPr>
            <a:r>
              <a:rPr lang="en-US" altLang="en-US" sz="3500"/>
              <a:t>scrumdevelopment@yahoogroups.com</a:t>
            </a:r>
          </a:p>
        </p:txBody>
      </p:sp>
    </p:spTree>
  </p:cSld>
  <p:clrMapOvr>
    <a:masterClrMapping/>
  </p:clrMapOvr>
  <p:transition spd="med">
    <p:dissolv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1">
            <a:extLst>
              <a:ext uri="{FF2B5EF4-FFF2-40B4-BE49-F238E27FC236}">
                <a16:creationId xmlns:a16="http://schemas.microsoft.com/office/drawing/2014/main" id="{47BEDF21-3EF4-52EB-57AB-DB8666A2D9CF}"/>
              </a:ext>
            </a:extLst>
          </p:cNvPr>
          <p:cNvSpPr>
            <a:spLocks noGrp="1" noChangeArrowheads="1"/>
          </p:cNvSpPr>
          <p:nvPr>
            <p:ph type="title"/>
          </p:nvPr>
        </p:nvSpPr>
        <p:spPr/>
        <p:txBody>
          <a:bodyPr/>
          <a:lstStyle/>
          <a:p>
            <a:pPr eaLnBrk="1" hangingPunct="1"/>
            <a:r>
              <a:rPr lang="en-US" altLang="en-US"/>
              <a:t>A Scrum reading list</a:t>
            </a:r>
          </a:p>
        </p:txBody>
      </p:sp>
      <p:sp>
        <p:nvSpPr>
          <p:cNvPr id="87043" name="Rectangle 2">
            <a:extLst>
              <a:ext uri="{FF2B5EF4-FFF2-40B4-BE49-F238E27FC236}">
                <a16:creationId xmlns:a16="http://schemas.microsoft.com/office/drawing/2014/main" id="{20B4E3D1-3725-2AB8-41BB-B67489EB8800}"/>
              </a:ext>
            </a:extLst>
          </p:cNvPr>
          <p:cNvSpPr>
            <a:spLocks noGrp="1" noChangeArrowheads="1"/>
          </p:cNvSpPr>
          <p:nvPr>
            <p:ph type="body" idx="1"/>
          </p:nvPr>
        </p:nvSpPr>
        <p:spPr>
          <a:xfrm>
            <a:off x="342900" y="1384300"/>
            <a:ext cx="9461500" cy="5397500"/>
          </a:xfrm>
        </p:spPr>
        <p:txBody>
          <a:bodyPr/>
          <a:lstStyle/>
          <a:p>
            <a:pPr marL="698500" eaLnBrk="1" hangingPunct="1">
              <a:lnSpc>
                <a:spcPct val="90000"/>
              </a:lnSpc>
            </a:pPr>
            <a:r>
              <a:rPr lang="en-US" altLang="en-US" sz="2600" i="1">
                <a:latin typeface="Calibri" panose="020F0502020204030204" pitchFamily="34" charset="0"/>
                <a:cs typeface="Calibri" panose="020F0502020204030204" pitchFamily="34" charset="0"/>
              </a:rPr>
              <a:t>Agile and Iterative Development: A Manager</a:t>
            </a:r>
            <a:r>
              <a:rPr lang="ja-JP" altLang="en-US" sz="2600" i="1">
                <a:latin typeface="Calibri" panose="020F0502020204030204" pitchFamily="34" charset="0"/>
                <a:cs typeface="Calibri" panose="020F0502020204030204" pitchFamily="34" charset="0"/>
              </a:rPr>
              <a:t>’</a:t>
            </a:r>
            <a:r>
              <a:rPr lang="en-US" altLang="ja-JP" sz="2600" i="1">
                <a:latin typeface="Calibri" panose="020F0502020204030204" pitchFamily="34" charset="0"/>
                <a:cs typeface="Calibri" panose="020F0502020204030204" pitchFamily="34" charset="0"/>
              </a:rPr>
              <a:t>s Guide</a:t>
            </a:r>
            <a:r>
              <a:rPr lang="en-US" altLang="ja-JP" sz="2600">
                <a:latin typeface="Calibri" panose="020F0502020204030204" pitchFamily="34" charset="0"/>
                <a:cs typeface="Calibri" panose="020F0502020204030204" pitchFamily="34" charset="0"/>
              </a:rPr>
              <a:t> by Craig Larman</a:t>
            </a:r>
            <a:endParaRPr lang="en-US" altLang="ja-JP" sz="2600" i="1">
              <a:latin typeface="Calibri" panose="020F0502020204030204" pitchFamily="34" charset="0"/>
              <a:cs typeface="Calibri" panose="020F0502020204030204" pitchFamily="34" charset="0"/>
            </a:endParaRPr>
          </a:p>
          <a:p>
            <a:pPr marL="698500" eaLnBrk="1" hangingPunct="1">
              <a:lnSpc>
                <a:spcPct val="90000"/>
              </a:lnSpc>
              <a:spcBef>
                <a:spcPts val="1300"/>
              </a:spcBef>
            </a:pPr>
            <a:r>
              <a:rPr lang="en-US" altLang="en-US" sz="2600" i="1">
                <a:latin typeface="Calibri" panose="020F0502020204030204" pitchFamily="34" charset="0"/>
                <a:cs typeface="Calibri" panose="020F0502020204030204" pitchFamily="34" charset="0"/>
              </a:rPr>
              <a:t>Agile Estimating and Planning</a:t>
            </a:r>
            <a:r>
              <a:rPr lang="en-US" altLang="en-US" sz="2600">
                <a:latin typeface="Calibri" panose="020F0502020204030204" pitchFamily="34" charset="0"/>
                <a:cs typeface="Calibri" panose="020F0502020204030204" pitchFamily="34" charset="0"/>
              </a:rPr>
              <a:t> by Mike Cohn</a:t>
            </a:r>
          </a:p>
          <a:p>
            <a:pPr marL="698500" eaLnBrk="1" hangingPunct="1">
              <a:lnSpc>
                <a:spcPct val="90000"/>
              </a:lnSpc>
              <a:spcBef>
                <a:spcPts val="1300"/>
              </a:spcBef>
            </a:pPr>
            <a:r>
              <a:rPr lang="en-US" altLang="en-US" sz="2600" i="1">
                <a:latin typeface="Calibri" panose="020F0502020204030204" pitchFamily="34" charset="0"/>
                <a:cs typeface="Calibri" panose="020F0502020204030204" pitchFamily="34" charset="0"/>
              </a:rPr>
              <a:t>Agile Project Management</a:t>
            </a:r>
            <a:r>
              <a:rPr lang="en-US" altLang="en-US" sz="2600">
                <a:latin typeface="Calibri" panose="020F0502020204030204" pitchFamily="34" charset="0"/>
                <a:cs typeface="Calibri" panose="020F0502020204030204" pitchFamily="34" charset="0"/>
              </a:rPr>
              <a:t> </a:t>
            </a:r>
            <a:r>
              <a:rPr lang="en-US" altLang="en-US" sz="2600" i="1">
                <a:latin typeface="Calibri" panose="020F0502020204030204" pitchFamily="34" charset="0"/>
                <a:cs typeface="Calibri" panose="020F0502020204030204" pitchFamily="34" charset="0"/>
              </a:rPr>
              <a:t>with Scrum </a:t>
            </a:r>
            <a:r>
              <a:rPr lang="en-US" altLang="en-US" sz="2600">
                <a:latin typeface="Calibri" panose="020F0502020204030204" pitchFamily="34" charset="0"/>
                <a:cs typeface="Calibri" panose="020F0502020204030204" pitchFamily="34" charset="0"/>
              </a:rPr>
              <a:t>by Ken Schwaber</a:t>
            </a:r>
          </a:p>
          <a:p>
            <a:pPr marL="698500" eaLnBrk="1" hangingPunct="1">
              <a:lnSpc>
                <a:spcPct val="90000"/>
              </a:lnSpc>
              <a:spcBef>
                <a:spcPts val="1300"/>
              </a:spcBef>
            </a:pPr>
            <a:r>
              <a:rPr lang="en-US" altLang="en-US" sz="2600" i="1">
                <a:latin typeface="Calibri" panose="020F0502020204030204" pitchFamily="34" charset="0"/>
                <a:cs typeface="Calibri" panose="020F0502020204030204" pitchFamily="34" charset="0"/>
              </a:rPr>
              <a:t>Agile Retrospectives</a:t>
            </a:r>
            <a:r>
              <a:rPr lang="en-US" altLang="en-US" sz="2600">
                <a:latin typeface="Calibri" panose="020F0502020204030204" pitchFamily="34" charset="0"/>
                <a:cs typeface="Calibri" panose="020F0502020204030204" pitchFamily="34" charset="0"/>
              </a:rPr>
              <a:t> by Esther Derby and Diana Larsen</a:t>
            </a:r>
          </a:p>
        </p:txBody>
      </p:sp>
    </p:spTree>
  </p:cSld>
  <p:clrMapOvr>
    <a:masterClrMapping/>
  </p:clrMapOvr>
  <p:transition spd="slow">
    <p:dissolv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1">
            <a:extLst>
              <a:ext uri="{FF2B5EF4-FFF2-40B4-BE49-F238E27FC236}">
                <a16:creationId xmlns:a16="http://schemas.microsoft.com/office/drawing/2014/main" id="{DE198AD6-C37D-9423-6E53-D4C460F5A93F}"/>
              </a:ext>
            </a:extLst>
          </p:cNvPr>
          <p:cNvSpPr>
            <a:spLocks noGrp="1" noChangeArrowheads="1"/>
          </p:cNvSpPr>
          <p:nvPr>
            <p:ph type="title"/>
          </p:nvPr>
        </p:nvSpPr>
        <p:spPr/>
        <p:txBody>
          <a:bodyPr/>
          <a:lstStyle/>
          <a:p>
            <a:pPr eaLnBrk="1" hangingPunct="1"/>
            <a:r>
              <a:rPr lang="en-US" altLang="en-US"/>
              <a:t>A Scrum reading list</a:t>
            </a:r>
          </a:p>
        </p:txBody>
      </p:sp>
      <p:sp>
        <p:nvSpPr>
          <p:cNvPr id="89091" name="Rectangle 2">
            <a:extLst>
              <a:ext uri="{FF2B5EF4-FFF2-40B4-BE49-F238E27FC236}">
                <a16:creationId xmlns:a16="http://schemas.microsoft.com/office/drawing/2014/main" id="{77B6F4E3-0A87-D16B-3CBE-ED41B92A1F1E}"/>
              </a:ext>
            </a:extLst>
          </p:cNvPr>
          <p:cNvSpPr>
            <a:spLocks noGrp="1" noChangeArrowheads="1"/>
          </p:cNvSpPr>
          <p:nvPr>
            <p:ph type="body" idx="1"/>
          </p:nvPr>
        </p:nvSpPr>
        <p:spPr>
          <a:xfrm>
            <a:off x="342900" y="1384300"/>
            <a:ext cx="9461500" cy="5397500"/>
          </a:xfrm>
        </p:spPr>
        <p:txBody>
          <a:bodyPr/>
          <a:lstStyle/>
          <a:p>
            <a:pPr marL="698500" eaLnBrk="1" hangingPunct="1">
              <a:lnSpc>
                <a:spcPct val="90000"/>
              </a:lnSpc>
              <a:spcBef>
                <a:spcPts val="1300"/>
              </a:spcBef>
            </a:pPr>
            <a:r>
              <a:rPr lang="en-US" altLang="en-US" sz="2600" i="1"/>
              <a:t>Agile Software Development Ecosystems</a:t>
            </a:r>
            <a:r>
              <a:rPr lang="en-US" altLang="en-US" sz="2600"/>
              <a:t> by Jim Highsmith</a:t>
            </a:r>
          </a:p>
          <a:p>
            <a:pPr marL="698500" eaLnBrk="1" hangingPunct="1">
              <a:lnSpc>
                <a:spcPct val="90000"/>
              </a:lnSpc>
              <a:spcBef>
                <a:spcPts val="1300"/>
              </a:spcBef>
            </a:pPr>
            <a:r>
              <a:rPr lang="en-US" altLang="en-US" sz="2600" i="1"/>
              <a:t>Agile Software Development with Scrum</a:t>
            </a:r>
            <a:r>
              <a:rPr lang="en-US" altLang="en-US" sz="2600"/>
              <a:t> by Ken Schwaber and </a:t>
            </a:r>
            <a:br>
              <a:rPr lang="en-US" altLang="en-US" sz="2600"/>
            </a:br>
            <a:r>
              <a:rPr lang="en-US" altLang="en-US" sz="2600"/>
              <a:t>Mike Beedle</a:t>
            </a:r>
          </a:p>
          <a:p>
            <a:pPr marL="698500" eaLnBrk="1" hangingPunct="1">
              <a:lnSpc>
                <a:spcPct val="90000"/>
              </a:lnSpc>
              <a:spcBef>
                <a:spcPts val="1300"/>
              </a:spcBef>
            </a:pPr>
            <a:r>
              <a:rPr lang="en-US" altLang="en-US" sz="2600" i="1"/>
              <a:t>Scrum and The Enterprise</a:t>
            </a:r>
            <a:r>
              <a:rPr lang="en-US" altLang="en-US" sz="2600"/>
              <a:t> by Ken Schwaber</a:t>
            </a:r>
          </a:p>
          <a:p>
            <a:pPr marL="698500" eaLnBrk="1" hangingPunct="1">
              <a:lnSpc>
                <a:spcPct val="90000"/>
              </a:lnSpc>
              <a:spcBef>
                <a:spcPts val="1300"/>
              </a:spcBef>
            </a:pPr>
            <a:r>
              <a:rPr lang="en-US" altLang="en-US" sz="2600" i="1"/>
              <a:t>Succeeding with Agile </a:t>
            </a:r>
            <a:r>
              <a:rPr lang="en-US" altLang="en-US" sz="2600"/>
              <a:t>by Mike Cohn</a:t>
            </a:r>
          </a:p>
          <a:p>
            <a:pPr marL="698500" eaLnBrk="1" hangingPunct="1">
              <a:lnSpc>
                <a:spcPct val="90000"/>
              </a:lnSpc>
              <a:spcBef>
                <a:spcPts val="1300"/>
              </a:spcBef>
            </a:pPr>
            <a:r>
              <a:rPr lang="en-US" altLang="en-US" sz="2600" i="1"/>
              <a:t>User Stories Applied for Agile Software Development</a:t>
            </a:r>
            <a:r>
              <a:rPr lang="en-US" altLang="en-US" sz="2600"/>
              <a:t> by Mike Cohn</a:t>
            </a:r>
          </a:p>
        </p:txBody>
      </p:sp>
    </p:spTree>
  </p:cSld>
  <p:clrMapOvr>
    <a:masterClrMapping/>
  </p:clrMapOvr>
  <p:transition spd="slow">
    <p:dissolv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1">
            <a:extLst>
              <a:ext uri="{FF2B5EF4-FFF2-40B4-BE49-F238E27FC236}">
                <a16:creationId xmlns:a16="http://schemas.microsoft.com/office/drawing/2014/main" id="{3A0FD8ED-C54E-CE46-02C5-1B74EBFE7075}"/>
              </a:ext>
            </a:extLst>
          </p:cNvPr>
          <p:cNvSpPr>
            <a:spLocks noGrp="1" noChangeArrowheads="1"/>
          </p:cNvSpPr>
          <p:nvPr>
            <p:ph type="title"/>
          </p:nvPr>
        </p:nvSpPr>
        <p:spPr/>
        <p:txBody>
          <a:bodyPr/>
          <a:lstStyle/>
          <a:p>
            <a:pPr eaLnBrk="1" hangingPunct="1"/>
            <a:r>
              <a:rPr lang="en-US" altLang="en-US"/>
              <a:t>Copyright notice</a:t>
            </a:r>
          </a:p>
        </p:txBody>
      </p:sp>
      <p:sp>
        <p:nvSpPr>
          <p:cNvPr id="91139" name="Rectangle 2">
            <a:extLst>
              <a:ext uri="{FF2B5EF4-FFF2-40B4-BE49-F238E27FC236}">
                <a16:creationId xmlns:a16="http://schemas.microsoft.com/office/drawing/2014/main" id="{665F0A01-AF24-CFF6-F4B6-411772FBC3AE}"/>
              </a:ext>
            </a:extLst>
          </p:cNvPr>
          <p:cNvSpPr>
            <a:spLocks noGrp="1" noChangeArrowheads="1"/>
          </p:cNvSpPr>
          <p:nvPr>
            <p:ph type="body" idx="1"/>
          </p:nvPr>
        </p:nvSpPr>
        <p:spPr/>
        <p:txBody>
          <a:bodyPr/>
          <a:lstStyle/>
          <a:p>
            <a:pPr marL="685800" indent="-431800" eaLnBrk="1" hangingPunct="1">
              <a:lnSpc>
                <a:spcPct val="9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n-US" altLang="en-US" sz="2400">
                <a:latin typeface="Calibri" panose="020F0502020204030204" pitchFamily="34" charset="0"/>
                <a:cs typeface="Calibri" panose="020F0502020204030204" pitchFamily="34" charset="0"/>
              </a:rPr>
              <a:t>You are free:</a:t>
            </a:r>
          </a:p>
          <a:p>
            <a:pPr marL="1244600" lvl="1" eaLnBrk="1" hangingPunct="1">
              <a:lnSpc>
                <a:spcPct val="90000"/>
              </a:lnSpc>
              <a:spcBef>
                <a:spcPts val="1200"/>
              </a:spcBef>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n-US" altLang="en-US" sz="2400">
                <a:latin typeface="Calibri" panose="020F0502020204030204" pitchFamily="34" charset="0"/>
                <a:cs typeface="Calibri" panose="020F0502020204030204" pitchFamily="34" charset="0"/>
              </a:rPr>
              <a:t>to Share―to copy, distribute and transmit the work.</a:t>
            </a:r>
          </a:p>
          <a:p>
            <a:pPr marL="1244600" lvl="1" eaLnBrk="1" hangingPunct="1">
              <a:lnSpc>
                <a:spcPct val="90000"/>
              </a:lnSpc>
              <a:spcBef>
                <a:spcPts val="1200"/>
              </a:spcBef>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n-US" altLang="en-US" sz="2400">
                <a:latin typeface="Calibri" panose="020F0502020204030204" pitchFamily="34" charset="0"/>
                <a:cs typeface="Calibri" panose="020F0502020204030204" pitchFamily="34" charset="0"/>
              </a:rPr>
              <a:t>to Remix―to adapt the work.</a:t>
            </a:r>
          </a:p>
          <a:p>
            <a:pPr marL="685800" indent="-431800" eaLnBrk="1" hangingPunct="1">
              <a:lnSpc>
                <a:spcPct val="90000"/>
              </a:lnSpc>
              <a:spcBef>
                <a:spcPts val="1200"/>
              </a:spcBef>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n-US" altLang="en-US" sz="2400">
                <a:latin typeface="Calibri" panose="020F0502020204030204" pitchFamily="34" charset="0"/>
                <a:cs typeface="Calibri" panose="020F0502020204030204" pitchFamily="34" charset="0"/>
              </a:rPr>
              <a:t>Under the following conditions</a:t>
            </a:r>
          </a:p>
          <a:p>
            <a:pPr marL="1244600" lvl="1" eaLnBrk="1" hangingPunct="1">
              <a:lnSpc>
                <a:spcPct val="90000"/>
              </a:lnSpc>
              <a:spcBef>
                <a:spcPts val="1200"/>
              </a:spcBef>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n-US" altLang="en-US" sz="2400">
                <a:latin typeface="Calibri" panose="020F0502020204030204" pitchFamily="34" charset="0"/>
                <a:cs typeface="Calibri" panose="020F0502020204030204" pitchFamily="34" charset="0"/>
              </a:rPr>
              <a:t>Attribution. You must attribute the work in the manner specified by the author or licensor (but not in any way that suggests that they endorse you or your use of the work).</a:t>
            </a:r>
          </a:p>
          <a:p>
            <a:pPr marL="685800" indent="-431800" eaLnBrk="1" hangingPunct="1">
              <a:lnSpc>
                <a:spcPct val="90000"/>
              </a:lnSpc>
              <a:spcBef>
                <a:spcPts val="1200"/>
              </a:spcBef>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n-US" altLang="en-US" sz="2400">
                <a:latin typeface="Calibri" panose="020F0502020204030204" pitchFamily="34" charset="0"/>
                <a:cs typeface="Calibri" panose="020F0502020204030204" pitchFamily="34" charset="0"/>
              </a:rPr>
              <a:t>Nothing in this license impairs or restricts the author</a:t>
            </a:r>
            <a:r>
              <a:rPr lang="ja-JP" altLang="en-US" sz="2400">
                <a:latin typeface="Calibri" panose="020F0502020204030204" pitchFamily="34" charset="0"/>
                <a:cs typeface="Calibri" panose="020F0502020204030204" pitchFamily="34" charset="0"/>
              </a:rPr>
              <a:t>’</a:t>
            </a:r>
            <a:r>
              <a:rPr lang="en-US" altLang="ja-JP" sz="2400">
                <a:latin typeface="Calibri" panose="020F0502020204030204" pitchFamily="34" charset="0"/>
                <a:cs typeface="Calibri" panose="020F0502020204030204" pitchFamily="34" charset="0"/>
              </a:rPr>
              <a:t>s moral rights.</a:t>
            </a:r>
          </a:p>
          <a:p>
            <a:pPr marL="685800" indent="-431800" eaLnBrk="1" hangingPunct="1">
              <a:lnSpc>
                <a:spcPct val="90000"/>
              </a:lnSpc>
              <a:spcBef>
                <a:spcPts val="2300"/>
              </a:spcBef>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n-US" altLang="en-US" sz="2400">
                <a:latin typeface="Calibri" panose="020F0502020204030204" pitchFamily="34" charset="0"/>
                <a:cs typeface="Calibri" panose="020F0502020204030204" pitchFamily="34" charset="0"/>
              </a:rPr>
              <a:t>For more information see http://creativecommons.org/licenses/by/3.0/</a:t>
            </a:r>
          </a:p>
        </p:txBody>
      </p:sp>
      <p:pic>
        <p:nvPicPr>
          <p:cNvPr id="91140" name="Picture 3">
            <a:extLst>
              <a:ext uri="{FF2B5EF4-FFF2-40B4-BE49-F238E27FC236}">
                <a16:creationId xmlns:a16="http://schemas.microsoft.com/office/drawing/2014/main" id="{C0467C84-A7E7-F5E0-ADC6-4429C6F79BA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78600" y="393700"/>
            <a:ext cx="3213100" cy="152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spd="slow">
    <p:dissolv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1">
            <a:extLst>
              <a:ext uri="{FF2B5EF4-FFF2-40B4-BE49-F238E27FC236}">
                <a16:creationId xmlns:a16="http://schemas.microsoft.com/office/drawing/2014/main" id="{05BAE062-7FD7-94B2-CD63-0F01DF1F0999}"/>
              </a:ext>
            </a:extLst>
          </p:cNvPr>
          <p:cNvSpPr>
            <a:spLocks noGrp="1" noChangeArrowheads="1"/>
          </p:cNvSpPr>
          <p:nvPr>
            <p:ph type="title"/>
          </p:nvPr>
        </p:nvSpPr>
        <p:spPr/>
        <p:txBody>
          <a:bodyPr/>
          <a:lstStyle/>
          <a:p>
            <a:pPr eaLnBrk="1" hangingPunct="1"/>
            <a:r>
              <a:rPr lang="en-US" altLang="en-US"/>
              <a:t>Contact information</a:t>
            </a:r>
          </a:p>
        </p:txBody>
      </p:sp>
      <p:pic>
        <p:nvPicPr>
          <p:cNvPr id="93187" name="Picture 2">
            <a:extLst>
              <a:ext uri="{FF2B5EF4-FFF2-40B4-BE49-F238E27FC236}">
                <a16:creationId xmlns:a16="http://schemas.microsoft.com/office/drawing/2014/main" id="{096D7849-7E9B-82AB-70A1-11C4B01D07C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1066800"/>
            <a:ext cx="4171950" cy="556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9155" name="Rectangle 3">
            <a:extLst>
              <a:ext uri="{FF2B5EF4-FFF2-40B4-BE49-F238E27FC236}">
                <a16:creationId xmlns:a16="http://schemas.microsoft.com/office/drawing/2014/main" id="{0874D061-32D4-144C-6031-069EDD4AB4F5}"/>
              </a:ext>
            </a:extLst>
          </p:cNvPr>
          <p:cNvSpPr>
            <a:spLocks noChangeArrowheads="1"/>
          </p:cNvSpPr>
          <p:nvPr/>
        </p:nvSpPr>
        <p:spPr bwMode="auto">
          <a:xfrm>
            <a:off x="4953000" y="990600"/>
            <a:ext cx="4876800" cy="3048000"/>
          </a:xfrm>
          <a:prstGeom prst="rect">
            <a:avLst/>
          </a:prstGeom>
          <a:blipFill dpi="0" rotWithShape="0">
            <a:blip r:embed="rId4"/>
            <a:srcRect/>
            <a:tile tx="0" ty="0" sx="100000" sy="100000" flip="none" algn="tl"/>
          </a:blipFill>
          <a:ln>
            <a:noFill/>
          </a:ln>
          <a:effectLst>
            <a:outerShdw blurRad="114300" dist="63499" dir="3119999" algn="ctr" rotWithShape="0">
              <a:schemeClr val="bg2">
                <a:alpha val="50000"/>
              </a:schemeClr>
            </a:outerShdw>
          </a:effectLst>
        </p:spPr>
        <p:txBody>
          <a:bodyPr lIns="38100" tIns="38100" rIns="38100" bIns="38100" anchor="ctr"/>
          <a:lstStyle/>
          <a:p>
            <a:pPr algn="ctr" eaLnBrk="1" hangingPunct="1">
              <a:spcBef>
                <a:spcPts val="500"/>
              </a:spcBef>
              <a:defRPr/>
            </a:pPr>
            <a:r>
              <a:rPr lang="en-US" sz="2600">
                <a:solidFill>
                  <a:schemeClr val="tx1"/>
                </a:solidFill>
                <a:latin typeface="Gill Sans" pitchFamily="80" charset="0"/>
                <a:ea typeface="Gill Sans" pitchFamily="80" charset="0"/>
                <a:cs typeface="Gill Sans" pitchFamily="80" charset="0"/>
                <a:sym typeface="Gill Sans" pitchFamily="80" charset="0"/>
              </a:rPr>
              <a:t>Presentation by: Mike Cohn</a:t>
            </a:r>
          </a:p>
          <a:p>
            <a:pPr algn="ctr" eaLnBrk="1" hangingPunct="1">
              <a:spcBef>
                <a:spcPts val="500"/>
              </a:spcBef>
              <a:defRPr/>
            </a:pPr>
            <a:r>
              <a:rPr lang="en-US" sz="2600">
                <a:solidFill>
                  <a:schemeClr val="tx1"/>
                </a:solidFill>
                <a:latin typeface="Gill Sans" pitchFamily="80" charset="0"/>
                <a:ea typeface="Gill Sans" pitchFamily="80" charset="0"/>
                <a:cs typeface="Gill Sans" pitchFamily="80" charset="0"/>
                <a:sym typeface="Gill Sans" pitchFamily="80" charset="0"/>
              </a:rPr>
              <a:t>mike@mountaingoatsoftware.com</a:t>
            </a:r>
          </a:p>
          <a:p>
            <a:pPr algn="ctr" eaLnBrk="1" hangingPunct="1">
              <a:spcBef>
                <a:spcPts val="500"/>
              </a:spcBef>
              <a:defRPr/>
            </a:pPr>
            <a:r>
              <a:rPr lang="en-US" sz="2600">
                <a:solidFill>
                  <a:schemeClr val="tx1"/>
                </a:solidFill>
                <a:latin typeface="Gill Sans" pitchFamily="80" charset="0"/>
                <a:ea typeface="Gill Sans" pitchFamily="80" charset="0"/>
                <a:cs typeface="Gill Sans" pitchFamily="80" charset="0"/>
                <a:sym typeface="Gill Sans" pitchFamily="80" charset="0"/>
              </a:rPr>
              <a:t>www.mountaingoatsoftware.com</a:t>
            </a:r>
          </a:p>
          <a:p>
            <a:pPr algn="ctr" eaLnBrk="1" hangingPunct="1">
              <a:spcBef>
                <a:spcPts val="500"/>
              </a:spcBef>
              <a:defRPr/>
            </a:pPr>
            <a:r>
              <a:rPr lang="en-US" sz="2600">
                <a:solidFill>
                  <a:schemeClr val="tx1"/>
                </a:solidFill>
                <a:latin typeface="Gill Sans" pitchFamily="80" charset="0"/>
                <a:ea typeface="Gill Sans" pitchFamily="80" charset="0"/>
                <a:cs typeface="Gill Sans" pitchFamily="80" charset="0"/>
                <a:sym typeface="Gill Sans" pitchFamily="80" charset="0"/>
              </a:rPr>
              <a:t>(720) 890-6110 (office)</a:t>
            </a:r>
          </a:p>
        </p:txBody>
      </p:sp>
      <p:pic>
        <p:nvPicPr>
          <p:cNvPr id="93189" name="Picture 4">
            <a:extLst>
              <a:ext uri="{FF2B5EF4-FFF2-40B4-BE49-F238E27FC236}">
                <a16:creationId xmlns:a16="http://schemas.microsoft.com/office/drawing/2014/main" id="{4FA3EF42-4F84-A582-2717-DF50EDA2E12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21263" y="3598863"/>
            <a:ext cx="4884737" cy="3848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3190" name="AutoShape 5">
            <a:extLst>
              <a:ext uri="{FF2B5EF4-FFF2-40B4-BE49-F238E27FC236}">
                <a16:creationId xmlns:a16="http://schemas.microsoft.com/office/drawing/2014/main" id="{BF765893-97B7-F405-D163-AD85ECA7054C}"/>
              </a:ext>
            </a:extLst>
          </p:cNvPr>
          <p:cNvSpPr>
            <a:spLocks/>
          </p:cNvSpPr>
          <p:nvPr/>
        </p:nvSpPr>
        <p:spPr bwMode="auto">
          <a:xfrm rot="-119999">
            <a:off x="5181600" y="4038600"/>
            <a:ext cx="4081463" cy="2578100"/>
          </a:xfrm>
          <a:custGeom>
            <a:avLst/>
            <a:gdLst>
              <a:gd name="T0" fmla="*/ 0 w 21600"/>
              <a:gd name="T1" fmla="*/ 0 h 21600"/>
              <a:gd name="T2" fmla="*/ 21600 w 21600"/>
              <a:gd name="T3" fmla="*/ 21600 h 21600"/>
            </a:gdLst>
            <a:ahLst/>
            <a:cxnLst/>
            <a:rect l="T0" t="T1" r="T2" b="T3"/>
            <a:pathLst>
              <a:path w="21600" h="21600">
                <a:moveTo>
                  <a:pt x="0" y="0"/>
                </a:moveTo>
                <a:lnTo>
                  <a:pt x="21600" y="0"/>
                </a:lnTo>
                <a:lnTo>
                  <a:pt x="21600" y="21600"/>
                </a:lnTo>
                <a:lnTo>
                  <a:pt x="0" y="21600"/>
                </a:lnTo>
                <a:lnTo>
                  <a:pt x="0" y="0"/>
                </a:lnTo>
                <a:close/>
                <a:moveTo>
                  <a:pt x="0" y="0"/>
                </a:move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alpha val="80391"/>
                  </a:schemeClr>
                </a:solidFill>
                <a:miter lim="800000"/>
                <a:headEnd/>
                <a:tailEnd/>
              </a14:hiddenLine>
            </a:ext>
          </a:extLst>
        </p:spPr>
        <p:txBody>
          <a:bodyPr lIns="0" tIns="0" rIns="0" bIns="0" anchor="ctr"/>
          <a:lstStyle>
            <a:lvl1pPr>
              <a:spcBef>
                <a:spcPts val="1800"/>
              </a:spcBef>
              <a:buClr>
                <a:srgbClr val="5F7BAE"/>
              </a:buClr>
              <a:buSzPct val="150000"/>
              <a:buFont typeface="Lucida Grande" panose="020B0600040502020204" pitchFamily="34" charset="0"/>
              <a:buChar char="•"/>
              <a:tabLst>
                <a:tab pos="457200" algn="l"/>
                <a:tab pos="2635250" algn="l"/>
              </a:tabLst>
              <a:defRPr sz="36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1pPr>
            <a:lvl2pPr marL="742950" indent="-285750">
              <a:spcBef>
                <a:spcPts val="1800"/>
              </a:spcBef>
              <a:buSzPct val="150000"/>
              <a:buFont typeface="Lucida Grande" panose="020B0600040502020204" pitchFamily="34" charset="0"/>
              <a:buChar char="•"/>
              <a:tabLst>
                <a:tab pos="457200" algn="l"/>
                <a:tab pos="2635250" algn="l"/>
              </a:tabLst>
              <a:defRPr sz="32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2pPr>
            <a:lvl3pPr marL="1143000" indent="-228600">
              <a:spcBef>
                <a:spcPts val="1800"/>
              </a:spcBef>
              <a:buSzPct val="150000"/>
              <a:buFont typeface="Lucida Grande" panose="020B0600040502020204" pitchFamily="34" charset="0"/>
              <a:buChar char="•"/>
              <a:tabLst>
                <a:tab pos="457200" algn="l"/>
                <a:tab pos="2635250" algn="l"/>
              </a:tabLst>
              <a:defRPr sz="28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3pPr>
            <a:lvl4pPr marL="1600200" indent="-228600">
              <a:spcBef>
                <a:spcPts val="1800"/>
              </a:spcBef>
              <a:buSzPct val="150000"/>
              <a:buFont typeface="Lucida Grande" panose="020B0600040502020204" pitchFamily="34" charset="0"/>
              <a:buChar char="•"/>
              <a:tabLst>
                <a:tab pos="457200" algn="l"/>
                <a:tab pos="2635250" algn="l"/>
              </a:tabLst>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4pPr>
            <a:lvl5pPr marL="2057400" indent="-228600">
              <a:spcBef>
                <a:spcPts val="1800"/>
              </a:spcBef>
              <a:buSzPct val="150000"/>
              <a:buFont typeface="Lucida Grande" panose="020B0600040502020204" pitchFamily="34" charset="0"/>
              <a:buChar char="•"/>
              <a:tabLst>
                <a:tab pos="457200" algn="l"/>
                <a:tab pos="2635250" algn="l"/>
              </a:tabLst>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5pPr>
            <a:lvl6pPr marL="2514600" indent="-228600" eaLnBrk="0" fontAlgn="base" hangingPunct="0">
              <a:spcBef>
                <a:spcPts val="1800"/>
              </a:spcBef>
              <a:spcAft>
                <a:spcPct val="0"/>
              </a:spcAft>
              <a:buSzPct val="150000"/>
              <a:buFont typeface="Lucida Grande" panose="020B0600040502020204" pitchFamily="34" charset="0"/>
              <a:buChar char="•"/>
              <a:tabLst>
                <a:tab pos="457200" algn="l"/>
                <a:tab pos="2635250" algn="l"/>
              </a:tabLst>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6pPr>
            <a:lvl7pPr marL="2971800" indent="-228600" eaLnBrk="0" fontAlgn="base" hangingPunct="0">
              <a:spcBef>
                <a:spcPts val="1800"/>
              </a:spcBef>
              <a:spcAft>
                <a:spcPct val="0"/>
              </a:spcAft>
              <a:buSzPct val="150000"/>
              <a:buFont typeface="Lucida Grande" panose="020B0600040502020204" pitchFamily="34" charset="0"/>
              <a:buChar char="•"/>
              <a:tabLst>
                <a:tab pos="457200" algn="l"/>
                <a:tab pos="2635250" algn="l"/>
              </a:tabLst>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7pPr>
            <a:lvl8pPr marL="3429000" indent="-228600" eaLnBrk="0" fontAlgn="base" hangingPunct="0">
              <a:spcBef>
                <a:spcPts val="1800"/>
              </a:spcBef>
              <a:spcAft>
                <a:spcPct val="0"/>
              </a:spcAft>
              <a:buSzPct val="150000"/>
              <a:buFont typeface="Lucida Grande" panose="020B0600040502020204" pitchFamily="34" charset="0"/>
              <a:buChar char="•"/>
              <a:tabLst>
                <a:tab pos="457200" algn="l"/>
                <a:tab pos="2635250" algn="l"/>
              </a:tabLst>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8pPr>
            <a:lvl9pPr marL="3886200" indent="-228600" eaLnBrk="0" fontAlgn="base" hangingPunct="0">
              <a:spcBef>
                <a:spcPts val="1800"/>
              </a:spcBef>
              <a:spcAft>
                <a:spcPct val="0"/>
              </a:spcAft>
              <a:buSzPct val="150000"/>
              <a:buFont typeface="Lucida Grande" panose="020B0600040502020204" pitchFamily="34" charset="0"/>
              <a:buChar char="•"/>
              <a:tabLst>
                <a:tab pos="457200" algn="l"/>
                <a:tab pos="2635250" algn="l"/>
              </a:tabLst>
              <a:defRPr sz="2400">
                <a:solidFill>
                  <a:schemeClr val="tx1"/>
                </a:solidFill>
                <a:latin typeface="Gill Sans" panose="020B0502020104020203" pitchFamily="34" charset="-79"/>
                <a:ea typeface="ヒラギノ角ゴ Pro W3" panose="020B0300000000000000" pitchFamily="34" charset="-128"/>
                <a:sym typeface="Gill Sans" panose="020B0502020104020203" pitchFamily="34" charset="-79"/>
              </a:defRPr>
            </a:lvl9pPr>
          </a:lstStyle>
          <a:p>
            <a:pPr algn="ctr" eaLnBrk="1" hangingPunct="1">
              <a:spcBef>
                <a:spcPct val="0"/>
              </a:spcBef>
              <a:buClrTx/>
              <a:buSzTx/>
              <a:buFontTx/>
              <a:buNone/>
            </a:pPr>
            <a:r>
              <a:rPr lang="en-US" altLang="en-US" sz="2000">
                <a:solidFill>
                  <a:srgbClr val="170DBC"/>
                </a:solidFill>
                <a:latin typeface="Chalkboard" panose="03050602040202020205" pitchFamily="66" charset="77"/>
                <a:sym typeface="Chalkboard" panose="03050602040202020205" pitchFamily="66" charset="77"/>
              </a:rPr>
              <a:t>You can remove this (or any slide) but you must credit the source somewhere in your presentation. Use the logo and company name (as at bottom left, for example) or include a slide somewhere saying that portions (or all) of your presentation are from this source. Thanks.</a:t>
            </a:r>
          </a:p>
        </p:txBody>
      </p:sp>
    </p:spTree>
  </p:cSld>
  <p:clrMapOvr>
    <a:masterClrMapping/>
  </p:clrMapOvr>
  <p:transition spd="med">
    <p:dissolve/>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_rels/theme3.xml.rels><?xml version="1.0" encoding="UTF-8" standalone="yes"?>
<Relationships xmlns="http://schemas.openxmlformats.org/package/2006/relationships"><Relationship Id="rId1" Type="http://schemas.openxmlformats.org/officeDocument/2006/relationships/image" Target="../media/image1.jpeg"/></Relationships>
</file>

<file path=ppt/theme/_rels/theme4.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Title &amp; Subtitle">
  <a:themeElements>
    <a:clrScheme name="Title &amp; Subtitl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Title &amp; Subtitle">
      <a:majorFont>
        <a:latin typeface="Gill Sans"/>
        <a:ea typeface="ヒラギノ角ゴ Pro W3"/>
        <a:cs typeface=""/>
      </a:majorFont>
      <a:minorFont>
        <a:latin typeface="Gill Sans"/>
        <a:ea typeface="ヒラギノ角ゴ Pro W3"/>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blipFill dpi="0" rotWithShape="0">
          <a:blip xmlns:r="http://schemas.openxmlformats.org/officeDocument/2006/relationships" r:embed="rId1"/>
          <a:srcRect/>
          <a:tile tx="0" ty="0" sx="100000" sy="100000" flip="none" algn="tl"/>
        </a:blipFill>
        <a:ln w="25400"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3200" b="0" i="0" u="none" strike="noStrike" cap="none" normalizeH="0" baseline="0" smtClean="0">
            <a:ln>
              <a:noFill/>
            </a:ln>
            <a:solidFill>
              <a:srgbClr val="000000"/>
            </a:solidFill>
            <a:effectLst/>
            <a:latin typeface="Gill Sans" pitchFamily="80" charset="0"/>
            <a:ea typeface="ヒラギノ角ゴ Pro W3" pitchFamily="80" charset="-128"/>
            <a:sym typeface="Gill Sans" pitchFamily="80" charset="0"/>
          </a:defRPr>
        </a:defPPr>
      </a:lstStyle>
    </a:spDef>
    <a:lnDef>
      <a:spPr bwMode="auto">
        <a:xfrm>
          <a:off x="0" y="0"/>
          <a:ext cx="1" cy="1"/>
        </a:xfrm>
        <a:custGeom>
          <a:avLst/>
          <a:gdLst/>
          <a:ahLst/>
          <a:cxnLst/>
          <a:rect l="0" t="0" r="0" b="0"/>
          <a:pathLst/>
        </a:custGeom>
        <a:blipFill dpi="0" rotWithShape="0">
          <a:blip xmlns:r="http://schemas.openxmlformats.org/officeDocument/2006/relationships" r:embed="rId1"/>
          <a:srcRect/>
          <a:tile tx="0" ty="0" sx="100000" sy="100000" flip="none" algn="tl"/>
        </a:blipFill>
        <a:ln w="25400"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3200" b="0" i="0" u="none" strike="noStrike" cap="none" normalizeH="0" baseline="0" smtClean="0">
            <a:ln>
              <a:noFill/>
            </a:ln>
            <a:solidFill>
              <a:srgbClr val="000000"/>
            </a:solidFill>
            <a:effectLst/>
            <a:latin typeface="Gill Sans" pitchFamily="80" charset="0"/>
            <a:ea typeface="ヒラギノ角ゴ Pro W3" pitchFamily="80" charset="-128"/>
            <a:sym typeface="Gill Sans" pitchFamily="80" charset="0"/>
          </a:defRPr>
        </a:defPPr>
      </a:lstStyle>
    </a:lnDef>
  </a:objectDefaults>
  <a:extraClrSchemeLst>
    <a:extraClrScheme>
      <a:clrScheme name="Title &amp; Subtitl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Blank">
  <a:themeElements>
    <a:clrScheme name="">
      <a:dk1>
        <a:srgbClr val="000000"/>
      </a:dk1>
      <a:lt1>
        <a:srgbClr val="FFFFFF"/>
      </a:lt1>
      <a:dk2>
        <a:srgbClr val="000000"/>
      </a:dk2>
      <a:lt2>
        <a:srgbClr val="000000"/>
      </a:lt2>
      <a:accent1>
        <a:srgbClr val="F1F1F1"/>
      </a:accent1>
      <a:accent2>
        <a:srgbClr val="333399"/>
      </a:accent2>
      <a:accent3>
        <a:srgbClr val="FFFFFF"/>
      </a:accent3>
      <a:accent4>
        <a:srgbClr val="000000"/>
      </a:accent4>
      <a:accent5>
        <a:srgbClr val="F7F7F7"/>
      </a:accent5>
      <a:accent6>
        <a:srgbClr val="2D2D8A"/>
      </a:accent6>
      <a:hlink>
        <a:srgbClr val="009999"/>
      </a:hlink>
      <a:folHlink>
        <a:srgbClr val="99CC00"/>
      </a:folHlink>
    </a:clrScheme>
    <a:fontScheme name="Blank">
      <a:majorFont>
        <a:latin typeface="Gill Sans"/>
        <a:ea typeface="ヒラギノ角ゴ Pro W3"/>
        <a:cs typeface=""/>
      </a:majorFont>
      <a:minorFont>
        <a:latin typeface="Gill Sans"/>
        <a:ea typeface="ヒラギノ角ゴ Pro W3"/>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blipFill dpi="0" rotWithShape="0">
          <a:blip xmlns:r="http://schemas.openxmlformats.org/officeDocument/2006/relationships" r:embed="rId1"/>
          <a:srcRect/>
          <a:tile tx="0" ty="0" sx="100000" sy="100000" flip="none" algn="tl"/>
        </a:blipFill>
        <a:ln w="25400"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3200" b="0" i="0" u="none" strike="noStrike" cap="none" normalizeH="0" baseline="0" smtClean="0">
            <a:ln>
              <a:noFill/>
            </a:ln>
            <a:solidFill>
              <a:srgbClr val="000000"/>
            </a:solidFill>
            <a:effectLst/>
            <a:latin typeface="Gill Sans" pitchFamily="80" charset="0"/>
            <a:ea typeface="ヒラギノ角ゴ Pro W3" pitchFamily="80" charset="-128"/>
            <a:sym typeface="Gill Sans" pitchFamily="80" charset="0"/>
          </a:defRPr>
        </a:defPPr>
      </a:lstStyle>
    </a:spDef>
    <a:lnDef>
      <a:spPr bwMode="auto">
        <a:xfrm>
          <a:off x="0" y="0"/>
          <a:ext cx="1" cy="1"/>
        </a:xfrm>
        <a:custGeom>
          <a:avLst/>
          <a:gdLst/>
          <a:ahLst/>
          <a:cxnLst/>
          <a:rect l="0" t="0" r="0" b="0"/>
          <a:pathLst/>
        </a:custGeom>
        <a:blipFill dpi="0" rotWithShape="0">
          <a:blip xmlns:r="http://schemas.openxmlformats.org/officeDocument/2006/relationships" r:embed="rId1"/>
          <a:srcRect/>
          <a:tile tx="0" ty="0" sx="100000" sy="100000" flip="none" algn="tl"/>
        </a:blipFill>
        <a:ln w="25400"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3200" b="0" i="0" u="none" strike="noStrike" cap="none" normalizeH="0" baseline="0" smtClean="0">
            <a:ln>
              <a:noFill/>
            </a:ln>
            <a:solidFill>
              <a:srgbClr val="000000"/>
            </a:solidFill>
            <a:effectLst/>
            <a:latin typeface="Gill Sans" pitchFamily="80" charset="0"/>
            <a:ea typeface="ヒラギノ角ゴ Pro W3" pitchFamily="80" charset="-128"/>
            <a:sym typeface="Gill Sans" pitchFamily="80" charset="0"/>
          </a:defRPr>
        </a:defPPr>
      </a:lstStyle>
    </a:lnDef>
  </a:objectDefaults>
  <a:extraClrSchemeLst>
    <a:extraClrScheme>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Title Only">
  <a:themeElements>
    <a:clrScheme name="">
      <a:dk1>
        <a:srgbClr val="000000"/>
      </a:dk1>
      <a:lt1>
        <a:srgbClr val="FFFFFF"/>
      </a:lt1>
      <a:dk2>
        <a:srgbClr val="000000"/>
      </a:dk2>
      <a:lt2>
        <a:srgbClr val="000000"/>
      </a:lt2>
      <a:accent1>
        <a:srgbClr val="FFFFFF"/>
      </a:accent1>
      <a:accent2>
        <a:srgbClr val="333399"/>
      </a:accent2>
      <a:accent3>
        <a:srgbClr val="FFFFFF"/>
      </a:accent3>
      <a:accent4>
        <a:srgbClr val="000000"/>
      </a:accent4>
      <a:accent5>
        <a:srgbClr val="FFFFFF"/>
      </a:accent5>
      <a:accent6>
        <a:srgbClr val="2D2D8A"/>
      </a:accent6>
      <a:hlink>
        <a:srgbClr val="009999"/>
      </a:hlink>
      <a:folHlink>
        <a:srgbClr val="99CC00"/>
      </a:folHlink>
    </a:clrScheme>
    <a:fontScheme name="Title Only">
      <a:majorFont>
        <a:latin typeface="Gill Sans"/>
        <a:ea typeface="ヒラギノ角ゴ Pro W3"/>
        <a:cs typeface=""/>
      </a:majorFont>
      <a:minorFont>
        <a:latin typeface="Gill Sans"/>
        <a:ea typeface="ヒラギノ角ゴ Pro W3"/>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blipFill dpi="0" rotWithShape="0">
          <a:blip xmlns:r="http://schemas.openxmlformats.org/officeDocument/2006/relationships" r:embed="rId1"/>
          <a:srcRect/>
          <a:tile tx="0" ty="0" sx="100000" sy="100000" flip="none" algn="tl"/>
        </a:blipFill>
        <a:ln w="25400"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3200" b="0" i="0" u="none" strike="noStrike" cap="none" normalizeH="0" baseline="0" smtClean="0">
            <a:ln>
              <a:noFill/>
            </a:ln>
            <a:solidFill>
              <a:srgbClr val="000000"/>
            </a:solidFill>
            <a:effectLst/>
            <a:latin typeface="Gill Sans" pitchFamily="80" charset="0"/>
            <a:ea typeface="ヒラギノ角ゴ Pro W3" pitchFamily="80" charset="-128"/>
            <a:sym typeface="Gill Sans" pitchFamily="80" charset="0"/>
          </a:defRPr>
        </a:defPPr>
      </a:lstStyle>
    </a:spDef>
    <a:lnDef>
      <a:spPr bwMode="auto">
        <a:xfrm>
          <a:off x="0" y="0"/>
          <a:ext cx="1" cy="1"/>
        </a:xfrm>
        <a:custGeom>
          <a:avLst/>
          <a:gdLst/>
          <a:ahLst/>
          <a:cxnLst/>
          <a:rect l="0" t="0" r="0" b="0"/>
          <a:pathLst/>
        </a:custGeom>
        <a:blipFill dpi="0" rotWithShape="0">
          <a:blip xmlns:r="http://schemas.openxmlformats.org/officeDocument/2006/relationships" r:embed="rId1"/>
          <a:srcRect/>
          <a:tile tx="0" ty="0" sx="100000" sy="100000" flip="none" algn="tl"/>
        </a:blipFill>
        <a:ln w="25400"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3200" b="0" i="0" u="none" strike="noStrike" cap="none" normalizeH="0" baseline="0" smtClean="0">
            <a:ln>
              <a:noFill/>
            </a:ln>
            <a:solidFill>
              <a:srgbClr val="000000"/>
            </a:solidFill>
            <a:effectLst/>
            <a:latin typeface="Gill Sans" pitchFamily="80" charset="0"/>
            <a:ea typeface="ヒラギノ角ゴ Pro W3" pitchFamily="80" charset="-128"/>
            <a:sym typeface="Gill Sans" pitchFamily="80" charset="0"/>
          </a:defRPr>
        </a:defPPr>
      </a:lstStyle>
    </a:lnDef>
  </a:objectDefaults>
  <a:extraClrSchemeLst>
    <a:extraClrScheme>
      <a:clrScheme name="Title Only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Title &amp; Bullets">
  <a:themeElements>
    <a:clrScheme name="">
      <a:dk1>
        <a:srgbClr val="000000"/>
      </a:dk1>
      <a:lt1>
        <a:srgbClr val="FFFFFF"/>
      </a:lt1>
      <a:dk2>
        <a:srgbClr val="000000"/>
      </a:dk2>
      <a:lt2>
        <a:srgbClr val="000000"/>
      </a:lt2>
      <a:accent1>
        <a:srgbClr val="FF99CC"/>
      </a:accent1>
      <a:accent2>
        <a:srgbClr val="333399"/>
      </a:accent2>
      <a:accent3>
        <a:srgbClr val="FFFFFF"/>
      </a:accent3>
      <a:accent4>
        <a:srgbClr val="000000"/>
      </a:accent4>
      <a:accent5>
        <a:srgbClr val="FFCAE2"/>
      </a:accent5>
      <a:accent6>
        <a:srgbClr val="2D2D8A"/>
      </a:accent6>
      <a:hlink>
        <a:srgbClr val="009999"/>
      </a:hlink>
      <a:folHlink>
        <a:srgbClr val="99CC00"/>
      </a:folHlink>
    </a:clrScheme>
    <a:fontScheme name="Title &amp; Bullets">
      <a:majorFont>
        <a:latin typeface="Gill Sans"/>
        <a:ea typeface="ヒラギノ角ゴ Pro W3"/>
        <a:cs typeface=""/>
      </a:majorFont>
      <a:minorFont>
        <a:latin typeface="Gill Sans"/>
        <a:ea typeface="ヒラギノ角ゴ Pro W3"/>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blipFill dpi="0" rotWithShape="0">
          <a:blip xmlns:r="http://schemas.openxmlformats.org/officeDocument/2006/relationships" r:embed="rId1"/>
          <a:srcRect/>
          <a:tile tx="0" ty="0" sx="100000" sy="100000" flip="none" algn="tl"/>
        </a:blipFill>
        <a:ln w="25400"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3200" b="0" i="0" u="none" strike="noStrike" cap="none" normalizeH="0" baseline="0" smtClean="0">
            <a:ln>
              <a:noFill/>
            </a:ln>
            <a:solidFill>
              <a:srgbClr val="000000"/>
            </a:solidFill>
            <a:effectLst/>
            <a:latin typeface="Gill Sans" pitchFamily="80" charset="0"/>
            <a:ea typeface="ヒラギノ角ゴ Pro W3" pitchFamily="80" charset="-128"/>
            <a:sym typeface="Gill Sans" pitchFamily="80" charset="0"/>
          </a:defRPr>
        </a:defPPr>
      </a:lstStyle>
    </a:spDef>
    <a:lnDef>
      <a:spPr bwMode="auto">
        <a:xfrm>
          <a:off x="0" y="0"/>
          <a:ext cx="1" cy="1"/>
        </a:xfrm>
        <a:custGeom>
          <a:avLst/>
          <a:gdLst/>
          <a:ahLst/>
          <a:cxnLst/>
          <a:rect l="0" t="0" r="0" b="0"/>
          <a:pathLst/>
        </a:custGeom>
        <a:blipFill dpi="0" rotWithShape="0">
          <a:blip xmlns:r="http://schemas.openxmlformats.org/officeDocument/2006/relationships" r:embed="rId1"/>
          <a:srcRect/>
          <a:tile tx="0" ty="0" sx="100000" sy="100000" flip="none" algn="tl"/>
        </a:blipFill>
        <a:ln w="25400"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3200" b="0" i="0" u="none" strike="noStrike" cap="none" normalizeH="0" baseline="0" smtClean="0">
            <a:ln>
              <a:noFill/>
            </a:ln>
            <a:solidFill>
              <a:srgbClr val="000000"/>
            </a:solidFill>
            <a:effectLst/>
            <a:latin typeface="Gill Sans" pitchFamily="80" charset="0"/>
            <a:ea typeface="ヒラギノ角ゴ Pro W3" pitchFamily="80" charset="-128"/>
            <a:sym typeface="Gill Sans" pitchFamily="80" charset="0"/>
          </a:defRPr>
        </a:defPPr>
      </a:lstStyle>
    </a:lnDef>
  </a:objectDefaults>
  <a:extraClrSchemeLst>
    <a:extraClrScheme>
      <a:clrScheme name="Title &amp; Bullet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167</TotalTime>
  <Pages>0</Pages>
  <Words>2371</Words>
  <Characters>0</Characters>
  <Application>Microsoft Macintosh PowerPoint</Application>
  <PresentationFormat>Custom</PresentationFormat>
  <Lines>0</Lines>
  <Paragraphs>460</Paragraphs>
  <Slides>48</Slides>
  <Notes>39</Notes>
  <HiddenSlides>0</HiddenSlides>
  <MMClips>0</MMClips>
  <ScaleCrop>false</ScaleCrop>
  <HeadingPairs>
    <vt:vector size="8" baseType="variant">
      <vt:variant>
        <vt:lpstr>Fonts Used</vt:lpstr>
      </vt:variant>
      <vt:variant>
        <vt:i4>11</vt:i4>
      </vt:variant>
      <vt:variant>
        <vt:lpstr>Theme</vt:lpstr>
      </vt:variant>
      <vt:variant>
        <vt:i4>4</vt:i4>
      </vt:variant>
      <vt:variant>
        <vt:lpstr>Embedded OLE Servers</vt:lpstr>
      </vt:variant>
      <vt:variant>
        <vt:i4>1</vt:i4>
      </vt:variant>
      <vt:variant>
        <vt:lpstr>Slide Titles</vt:lpstr>
      </vt:variant>
      <vt:variant>
        <vt:i4>48</vt:i4>
      </vt:variant>
    </vt:vector>
  </HeadingPairs>
  <TitlesOfParts>
    <vt:vector size="64" baseType="lpstr">
      <vt:lpstr>Gill Sans</vt:lpstr>
      <vt:lpstr>ヒラギノ角ゴ Pro W3</vt:lpstr>
      <vt:lpstr>Arial</vt:lpstr>
      <vt:lpstr>MS PGothic</vt:lpstr>
      <vt:lpstr>Lucida Grande</vt:lpstr>
      <vt:lpstr>Calibri</vt:lpstr>
      <vt:lpstr>Tahoma</vt:lpstr>
      <vt:lpstr>Wingdings</vt:lpstr>
      <vt:lpstr>Comic Sans MS</vt:lpstr>
      <vt:lpstr>Arial Rounded MT Bold</vt:lpstr>
      <vt:lpstr>Chalkboard</vt:lpstr>
      <vt:lpstr>Title &amp; Subtitle</vt:lpstr>
      <vt:lpstr>Blank</vt:lpstr>
      <vt:lpstr>Title Only</vt:lpstr>
      <vt:lpstr>Title &amp; Bullets</vt:lpstr>
      <vt:lpstr>Microsoft Graph Chart</vt:lpstr>
      <vt:lpstr>An Introduction to Scrum</vt:lpstr>
      <vt:lpstr>Origins of Agile</vt:lpstr>
      <vt:lpstr>Causes of project failure </vt:lpstr>
      <vt:lpstr>Waterfall approach to software development</vt:lpstr>
      <vt:lpstr>My 2016 Sabbatical</vt:lpstr>
      <vt:lpstr>Companies developing and selling software</vt:lpstr>
      <vt:lpstr>Company developing software for internal use</vt:lpstr>
      <vt:lpstr>Companies developing software for other companies</vt:lpstr>
      <vt:lpstr>Conclusions from My Sabbatical</vt:lpstr>
      <vt:lpstr>The Agile Manifesto (2001)     A statement of values</vt:lpstr>
      <vt:lpstr>PowerPoint Presentation</vt:lpstr>
      <vt:lpstr>Characteristics</vt:lpstr>
      <vt:lpstr>Putting it all together</vt:lpstr>
      <vt:lpstr>Sprints</vt:lpstr>
      <vt:lpstr>Sequential vs. overlapping development</vt:lpstr>
      <vt:lpstr>No changes during a sprint</vt:lpstr>
      <vt:lpstr>User Stories</vt:lpstr>
      <vt:lpstr>User Stories - Continued</vt:lpstr>
      <vt:lpstr>Story Points</vt:lpstr>
      <vt:lpstr>Scrum framework</vt:lpstr>
      <vt:lpstr>Scrum framework</vt:lpstr>
      <vt:lpstr>Product owner</vt:lpstr>
      <vt:lpstr>The ScrumMaster</vt:lpstr>
      <vt:lpstr>The team</vt:lpstr>
      <vt:lpstr>The team</vt:lpstr>
      <vt:lpstr>Scrum framework</vt:lpstr>
      <vt:lpstr>PowerPoint Presentation</vt:lpstr>
      <vt:lpstr>Sprint planning</vt:lpstr>
      <vt:lpstr>The daily scrum</vt:lpstr>
      <vt:lpstr>Everyone answers 3 questions</vt:lpstr>
      <vt:lpstr>The sprint review</vt:lpstr>
      <vt:lpstr>Sprint retrospective</vt:lpstr>
      <vt:lpstr>Start / Stop / Continue</vt:lpstr>
      <vt:lpstr>Scrum framework</vt:lpstr>
      <vt:lpstr>Product backlog</vt:lpstr>
      <vt:lpstr>A sample product backlog</vt:lpstr>
      <vt:lpstr>The sprint goal</vt:lpstr>
      <vt:lpstr>Managing the sprint backlog</vt:lpstr>
      <vt:lpstr>Managing the sprint backlog</vt:lpstr>
      <vt:lpstr>A sprint backlog</vt:lpstr>
      <vt:lpstr>A sprint burndown chart</vt:lpstr>
      <vt:lpstr>PowerPoint Presentation</vt:lpstr>
      <vt:lpstr>Scalability</vt:lpstr>
      <vt:lpstr>Where to go next</vt:lpstr>
      <vt:lpstr>A Scrum reading list</vt:lpstr>
      <vt:lpstr>A Scrum reading list</vt:lpstr>
      <vt:lpstr>Copyright notice</vt:lpstr>
      <vt:lpstr>Contact information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 Introduction to Scrum</dc:title>
  <dc:creator>Jan de Rijke</dc:creator>
  <cp:lastModifiedBy>Brian Bird</cp:lastModifiedBy>
  <cp:revision>30</cp:revision>
  <dcterms:modified xsi:type="dcterms:W3CDTF">2026-01-13T00:28:56Z</dcterms:modified>
</cp:coreProperties>
</file>